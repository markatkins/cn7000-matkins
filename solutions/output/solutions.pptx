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svg" ContentType="image/svg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04"/>
          <a:sy d="100" n="104"/>
        </p:scale>
        <p:origin x="734" y="7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presProps" Target="presProps.xml" /><Relationship Id="rId38" Type="http://schemas.microsoft.com/office/2015/10/relationships/revisionInfo" Target="revisionInfo.xml" /><Relationship Id="rId37" Type="http://schemas.microsoft.com/office/2016/11/relationships/changesInfo" Target="changesInfos/changesInfo1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Relationship Id="rId3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mo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8" y="2961602"/>
            <a:ext cx="6834221" cy="228524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lang="en-US" sz="1650" dirty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</a:lstStyle>
          <a:p>
            <a:pPr marL="228594" marR="0" lvl="0" indent="-228594" algn="l" defTabSz="685783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874137C-A765-47B1-B0B1-10D06AF6D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255" y="1828047"/>
            <a:ext cx="6834221" cy="1108800"/>
          </a:xfrm>
          <a:noFill/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lang="en-US" sz="300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6" name="Presenter Name 3">
            <a:extLst>
              <a:ext uri="{FF2B5EF4-FFF2-40B4-BE49-F238E27FC236}">
                <a16:creationId xmlns:a16="http://schemas.microsoft.com/office/drawing/2014/main" id="{C04F57AA-54B2-45D6-A733-72203FE0C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19" y="3740546"/>
            <a:ext cx="3840482" cy="258532"/>
          </a:xfrm>
        </p:spPr>
        <p:txBody>
          <a:bodyPr wrap="square">
            <a:sp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Presenter Info 4">
            <a:extLst>
              <a:ext uri="{FF2B5EF4-FFF2-40B4-BE49-F238E27FC236}">
                <a16:creationId xmlns:a16="http://schemas.microsoft.com/office/drawing/2014/main" id="{C2103BC2-100F-4A8E-85B0-54037B4529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519" y="3953733"/>
            <a:ext cx="3840482" cy="206595"/>
          </a:xfrm>
        </p:spPr>
        <p:txBody>
          <a:bodyPr wrap="square">
            <a:spAutoFit/>
          </a:bodyPr>
          <a:lstStyle>
            <a:lvl1pPr marL="0" indent="0" algn="l">
              <a:buNone/>
              <a:defRPr sz="825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7" name="Presenter Name 3">
            <a:extLst>
              <a:ext uri="{FF2B5EF4-FFF2-40B4-BE49-F238E27FC236}">
                <a16:creationId xmlns:a16="http://schemas.microsoft.com/office/drawing/2014/main" id="{F8232522-9A11-D612-56BC-CBE29D0D45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1518" y="3521763"/>
            <a:ext cx="3840482" cy="216982"/>
          </a:xfrm>
        </p:spPr>
        <p:txBody>
          <a:bodyPr wrap="square">
            <a:spAutoFit/>
          </a:bodyPr>
          <a:lstStyle>
            <a:lvl1pPr marL="0" indent="0" algn="l">
              <a:buNone/>
              <a:defRPr sz="9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C246593-E14B-CD45-D152-7A1767714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871" y="393753"/>
            <a:ext cx="3555873" cy="83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6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lain presente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1F7546-E356-2268-8B5F-0BB3552903C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26127"/>
            <a:ext cx="9144000" cy="4434315"/>
          </a:xfrm>
          <a:prstGeom prst="rect">
            <a:avLst/>
          </a:prstGeom>
        </p:spPr>
      </p:pic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8" y="200434"/>
            <a:ext cx="3555873" cy="8348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8FE0A42-B2E3-955C-586B-72311E87C4C1}"/>
              </a:ext>
            </a:extLst>
          </p:cNvPr>
          <p:cNvSpPr/>
          <p:nvPr/>
        </p:nvSpPr>
        <p:spPr>
          <a:xfrm>
            <a:off x="-14140" y="13993"/>
            <a:ext cx="9144000" cy="5129507"/>
          </a:xfrm>
          <a:prstGeom prst="rect">
            <a:avLst/>
          </a:prstGeom>
          <a:gradFill flip="none" rotWithShape="1">
            <a:gsLst>
              <a:gs pos="100000">
                <a:schemeClr val="tx1"/>
              </a:gs>
              <a:gs pos="1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3182" y="3742785"/>
            <a:ext cx="3840482" cy="258532"/>
          </a:xfrm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3182" y="3955972"/>
            <a:ext cx="3840482" cy="206595"/>
          </a:xfrm>
        </p:spPr>
        <p:txBody>
          <a:bodyPr wrap="square">
            <a:spAutoFit/>
          </a:bodyPr>
          <a:lstStyle>
            <a:lvl1pPr marL="0" indent="0" algn="r">
              <a:buNone/>
              <a:defRPr sz="825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9442" y="1596307"/>
            <a:ext cx="6834220" cy="1293128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405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3181" y="3524002"/>
            <a:ext cx="3840482" cy="216982"/>
          </a:xfrm>
        </p:spPr>
        <p:txBody>
          <a:bodyPr wrap="square">
            <a:spAutoFit/>
          </a:bodyPr>
          <a:lstStyle>
            <a:lvl1pPr marL="0" indent="0" algn="r">
              <a:buNone/>
              <a:defRPr sz="9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9442" y="2978085"/>
            <a:ext cx="6834220" cy="311308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66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ver Plain presenter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grid&#10;&#10;AI-generated content may be incorrect.">
            <a:extLst>
              <a:ext uri="{FF2B5EF4-FFF2-40B4-BE49-F238E27FC236}">
                <a16:creationId xmlns:a16="http://schemas.microsoft.com/office/drawing/2014/main" id="{41BDF87A-2A4B-D8EF-55EB-BBA05805F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949"/>
            <a:ext cx="9272317" cy="51494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B248D1-F52E-89C8-04D7-E864F2D998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928" y="200434"/>
            <a:ext cx="3555872" cy="834815"/>
          </a:xfrm>
          <a:prstGeom prst="rect">
            <a:avLst/>
          </a:prstGeom>
        </p:spPr>
      </p:pic>
      <p:sp>
        <p:nvSpPr>
          <p:cNvPr id="9" name="Presenter Name 3">
            <a:extLst>
              <a:ext uri="{FF2B5EF4-FFF2-40B4-BE49-F238E27FC236}">
                <a16:creationId xmlns:a16="http://schemas.microsoft.com/office/drawing/2014/main" id="{8E7349B2-D534-09BC-2C1A-06C6CBBE60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3182" y="3742785"/>
            <a:ext cx="3840482" cy="258532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12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Presenter Info 4">
            <a:extLst>
              <a:ext uri="{FF2B5EF4-FFF2-40B4-BE49-F238E27FC236}">
                <a16:creationId xmlns:a16="http://schemas.microsoft.com/office/drawing/2014/main" id="{D6234BA8-878B-96B0-EE1A-FC8519E621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3182" y="3955972"/>
            <a:ext cx="3840482" cy="206595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825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17B96C-6973-BB7C-6E29-2B549A7F5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9442" y="1596307"/>
            <a:ext cx="6834220" cy="1293128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lang="en-US" sz="4050" b="0" kern="1200" dirty="0">
                <a:solidFill>
                  <a:schemeClr val="bg2"/>
                </a:solidFill>
                <a:latin typeface="+mj-lt"/>
                <a:ea typeface="Poppins Medium" panose="00000600000000000000" pitchFamily="2" charset="0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Presentation title can </a:t>
            </a:r>
            <a:br>
              <a:rPr lang="en-US" dirty="0"/>
            </a:br>
            <a:r>
              <a:rPr lang="en-US" dirty="0"/>
              <a:t>extend to two lines</a:t>
            </a:r>
          </a:p>
        </p:txBody>
      </p:sp>
      <p:sp>
        <p:nvSpPr>
          <p:cNvPr id="14" name="Presenter Name 3">
            <a:extLst>
              <a:ext uri="{FF2B5EF4-FFF2-40B4-BE49-F238E27FC236}">
                <a16:creationId xmlns:a16="http://schemas.microsoft.com/office/drawing/2014/main" id="{55F6CC15-A7D7-5710-411E-F98E50B0C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3181" y="3524002"/>
            <a:ext cx="3840482" cy="216982"/>
          </a:xfrm>
          <a:gradFill>
            <a:gsLst>
              <a:gs pos="14000">
                <a:schemeClr val="tx1">
                  <a:alpha val="18000"/>
                </a:schemeClr>
              </a:gs>
              <a:gs pos="83000">
                <a:schemeClr val="tx1"/>
              </a:gs>
            </a:gsLst>
            <a:lin ang="18900000" scaled="1"/>
          </a:gradFill>
        </p:spPr>
        <p:txBody>
          <a:bodyPr wrap="square">
            <a:spAutoFit/>
          </a:bodyPr>
          <a:lstStyle>
            <a:lvl1pPr marL="0" indent="0" algn="r">
              <a:buNone/>
              <a:defRPr sz="9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C0FE2E-2057-6FFA-5C8E-31AEBA94C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9442" y="2978085"/>
            <a:ext cx="6834220" cy="311308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7787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54B4AA1-DBB2-526F-4E45-9B636FB468A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676438"/>
            <a:ext cx="9144000" cy="44670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5EB7E6-B8EC-0376-3C64-7F3C1990370D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prstGeom prst="rect">
            <a:avLst/>
          </a:prstGeom>
          <a:gradFill flip="none" rotWithShape="1">
            <a:gsLst>
              <a:gs pos="79000">
                <a:schemeClr val="tx1">
                  <a:alpha val="0"/>
                </a:schemeClr>
              </a:gs>
              <a:gs pos="13000">
                <a:schemeClr val="tx1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Google Shape;16;p40"/>
          <p:cNvSpPr txBox="1">
            <a:spLocks noGrp="1"/>
          </p:cNvSpPr>
          <p:nvPr>
            <p:ph type="subTitle" idx="1"/>
          </p:nvPr>
        </p:nvSpPr>
        <p:spPr>
          <a:xfrm>
            <a:off x="223232" y="3490750"/>
            <a:ext cx="6834221" cy="331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1650">
                <a:solidFill>
                  <a:schemeClr val="dk1"/>
                </a:solidFill>
                <a:latin typeface="+mj-lt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7" name="Google Shape;17;p40"/>
          <p:cNvSpPr txBox="1">
            <a:spLocks noGrp="1"/>
          </p:cNvSpPr>
          <p:nvPr>
            <p:ph type="body" idx="2"/>
          </p:nvPr>
        </p:nvSpPr>
        <p:spPr>
          <a:xfrm>
            <a:off x="223233" y="4298890"/>
            <a:ext cx="3840482" cy="36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18;p40"/>
          <p:cNvSpPr txBox="1">
            <a:spLocks noGrp="1"/>
          </p:cNvSpPr>
          <p:nvPr>
            <p:ph type="body" idx="3"/>
          </p:nvPr>
        </p:nvSpPr>
        <p:spPr>
          <a:xfrm>
            <a:off x="223233" y="4512077"/>
            <a:ext cx="3840482" cy="30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825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0"/>
          <p:cNvSpPr txBox="1">
            <a:spLocks noGrp="1"/>
          </p:cNvSpPr>
          <p:nvPr>
            <p:ph type="title"/>
          </p:nvPr>
        </p:nvSpPr>
        <p:spPr>
          <a:xfrm>
            <a:off x="138319" y="2173035"/>
            <a:ext cx="6834220" cy="129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defRPr sz="4050" b="0">
                <a:solidFill>
                  <a:schemeClr val="bg2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0" name="Google Shape;20;p40"/>
          <p:cNvSpPr txBox="1">
            <a:spLocks noGrp="1"/>
          </p:cNvSpPr>
          <p:nvPr>
            <p:ph type="body" idx="4"/>
          </p:nvPr>
        </p:nvSpPr>
        <p:spPr>
          <a:xfrm>
            <a:off x="223232" y="4080107"/>
            <a:ext cx="3840482" cy="319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>
                <a:solidFill>
                  <a:schemeClr val="accent4"/>
                </a:solidFill>
                <a:latin typeface="+mn-lt"/>
                <a:ea typeface="Poppins"/>
                <a:cs typeface="Poppins"/>
                <a:sym typeface="Poppins"/>
              </a:defRPr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7666A5-14B2-3D36-3D70-88D79AD65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843" y="242422"/>
            <a:ext cx="3555872" cy="83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 type="blank" preserve="1">
  <p:cSld name="2_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23BF9F8-F92A-19BC-0132-AE69C7CB9D1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40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09302-A0C4-445D-BF16-53CD11E353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490" y="875924"/>
            <a:ext cx="8407020" cy="267766"/>
          </a:xfrm>
        </p:spPr>
        <p:txBody>
          <a:bodyPr wrap="square" tIns="0">
            <a:spAutoFit/>
          </a:bodyPr>
          <a:lstStyle>
            <a:lvl1pPr marL="0" indent="0">
              <a:buNone/>
              <a:defRPr sz="1600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D2746D-0340-4A15-96B1-30ACF62C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392176"/>
            <a:ext cx="8407020" cy="3243581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A1E53DC-9DD3-543C-149A-D9E0AB76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CF7E27DE-8E32-FA75-0126-0DA79B80E61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64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5E6ABB56-9B5C-4A36-6FC3-F4794D69BF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2380279"/>
            <a:ext cx="9144000" cy="27632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212" y="1188720"/>
            <a:ext cx="8474298" cy="3466407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521BFDF-A407-85B7-CE50-A0AC570A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7A2920D-D205-397E-67AE-B0189C0E4BB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8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+ Content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320152-06BD-632D-C7F1-BB20919BDC9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V="1">
            <a:off x="0" y="2849252"/>
            <a:ext cx="9144000" cy="255937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51" y="1162045"/>
            <a:ext cx="8474298" cy="3458447"/>
          </a:xfrm>
        </p:spPr>
        <p:txBody>
          <a:bodyPr/>
          <a:lstStyle>
            <a:lvl1pPr marL="0" indent="0">
              <a:buNone/>
              <a:defRPr b="0" i="0">
                <a:latin typeface="+mn-lt"/>
                <a:cs typeface="Poppins" pitchFamily="2" charset="77"/>
              </a:defRPr>
            </a:lvl1pPr>
            <a:lvl2pPr>
              <a:defRPr b="0" i="0">
                <a:latin typeface="+mn-lt"/>
                <a:cs typeface="Poppins" pitchFamily="2" charset="77"/>
              </a:defRPr>
            </a:lvl2pPr>
            <a:lvl3pPr>
              <a:defRPr b="0" i="0">
                <a:latin typeface="+mn-lt"/>
                <a:cs typeface="Poppins" pitchFamily="2" charset="77"/>
              </a:defRPr>
            </a:lvl3pPr>
            <a:lvl4pPr>
              <a:defRPr b="0" i="0">
                <a:latin typeface="+mn-lt"/>
                <a:cs typeface="Poppins" pitchFamily="2" charset="77"/>
              </a:defRPr>
            </a:lvl4pPr>
            <a:lvl5pPr>
              <a:defRPr b="0" i="0"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C12A23A-9F4B-B60F-C6F2-6A8BA708B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704FAB98-94B7-993A-1312-2A89FECD390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1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preserve="1">
  <p:cSld name="1_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2C0FC5C-2F52-714C-CEAC-4C76258CFDC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7311" y="1704116"/>
            <a:ext cx="1748790" cy="1631130"/>
          </a:xfrm>
          <a:prstGeom prst="roundRect">
            <a:avLst>
              <a:gd name="adj" fmla="val 8516"/>
            </a:avLst>
          </a:prstGeom>
          <a:ln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1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4646FCE-385C-976D-77FC-ED24EDBC73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2966" y="3126945"/>
            <a:ext cx="1573539" cy="608991"/>
          </a:xfrm>
          <a:prstGeom prst="roundRect">
            <a:avLst/>
          </a:prstGeom>
          <a:solidFill>
            <a:schemeClr val="bg2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33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4734D29-D59F-92B4-9390-44755DB51E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28088" y="3853952"/>
            <a:ext cx="923294" cy="685800"/>
          </a:xfrm>
        </p:spPr>
        <p:txBody>
          <a:bodyPr>
            <a:normAutofit/>
          </a:bodyPr>
          <a:lstStyle>
            <a:lvl1pPr algn="ct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1" name="Content Placeholder 23">
            <a:extLst>
              <a:ext uri="{FF2B5EF4-FFF2-40B4-BE49-F238E27FC236}">
                <a16:creationId xmlns:a16="http://schemas.microsoft.com/office/drawing/2014/main" id="{62E08B65-0577-AB1D-420D-BFB6E04E2F1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9885" y="1704116"/>
            <a:ext cx="1748790" cy="1631130"/>
          </a:xfrm>
          <a:prstGeom prst="roundRect">
            <a:avLst>
              <a:gd name="adj" fmla="val 8516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1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BD25B02D-A96A-C7A3-CC43-0D4A2A0C8E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5539" y="3126945"/>
            <a:ext cx="1573539" cy="6089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ctr">
              <a:defRPr sz="3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E10583AA-9FA5-C03C-B239-E32B4AB99F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0662" y="3853952"/>
            <a:ext cx="923294" cy="685800"/>
          </a:xfrm>
        </p:spPr>
        <p:txBody>
          <a:bodyPr>
            <a:normAutofit/>
          </a:bodyPr>
          <a:lstStyle>
            <a:lvl1pPr algn="ct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4" name="Content Placeholder 23">
            <a:extLst>
              <a:ext uri="{FF2B5EF4-FFF2-40B4-BE49-F238E27FC236}">
                <a16:creationId xmlns:a16="http://schemas.microsoft.com/office/drawing/2014/main" id="{9F20930C-2297-EA9B-3951-6E76707AFD2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506400" y="1704116"/>
            <a:ext cx="1748790" cy="1631130"/>
          </a:xfrm>
          <a:prstGeom prst="roundRect">
            <a:avLst>
              <a:gd name="adj" fmla="val 8516"/>
            </a:avLst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defRPr sz="2100">
                <a:solidFill>
                  <a:schemeClr val="bg1"/>
                </a:solidFill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 dirty="0"/>
              <a:t>Attribute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89435D7E-AA41-2071-45B7-C30B29DCF5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2055" y="3126945"/>
            <a:ext cx="1573539" cy="60899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3300">
                <a:latin typeface="+mj-lt"/>
              </a:defRPr>
            </a:lvl1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0D6BF53D-2A43-BB5E-284A-BDE3286796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17177" y="3853952"/>
            <a:ext cx="923294" cy="685800"/>
          </a:xfrm>
        </p:spPr>
        <p:txBody>
          <a:bodyPr>
            <a:normAutofit/>
          </a:bodyPr>
          <a:lstStyle>
            <a:lvl1pPr algn="ctr">
              <a:defRPr sz="12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Detail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79898D-4398-32AB-6867-E210E64C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19B98C6-F092-40D1-34D4-B0F77A1702B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48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188720"/>
            <a:ext cx="4070160" cy="3417917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05540" y="1188720"/>
            <a:ext cx="4070160" cy="3417917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A309B5A-1F63-1CE5-382D-AD190361B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AF2404E-7607-B049-3395-564F0963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71820D11-61CD-BE19-6D62-899ADB3868C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1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/W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6494" y="351907"/>
            <a:ext cx="3835210" cy="473994"/>
          </a:xfrm>
        </p:spPr>
        <p:txBody>
          <a:bodyPr>
            <a:noAutofit/>
          </a:bodyPr>
          <a:lstStyle>
            <a:lvl1pPr>
              <a:defRPr sz="3300"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title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188720"/>
            <a:ext cx="3835210" cy="358902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AB4C02E-8D38-49A2-8468-4C52ACE255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0301" y="351906"/>
            <a:ext cx="3835400" cy="457048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3300" b="0" i="0" dirty="0" smtClean="0">
                <a:solidFill>
                  <a:schemeClr val="bg1"/>
                </a:solidFill>
                <a:latin typeface="+mj-lt"/>
                <a:ea typeface="+mj-ea"/>
                <a:cs typeface="Poppins Medium" panose="00000600000000000000" pitchFamily="2" charset="0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sz="1800" dirty="0" smtClean="0"/>
            </a:lvl4pPr>
            <a:lvl5pPr>
              <a:defRPr lang="en-US" sz="1800" dirty="0"/>
            </a:lvl5pPr>
          </a:lstStyle>
          <a:p>
            <a:pPr marL="114297" lvl="0" indent="-342892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560BD-FF7E-43D5-95BA-1D2D492F2E9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940302" y="1188720"/>
            <a:ext cx="3835208" cy="3477702"/>
          </a:xfrm>
        </p:spPr>
        <p:txBody>
          <a:bodyPr/>
          <a:lstStyle>
            <a:lvl1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buClr>
                <a:schemeClr val="bg2"/>
              </a:buCl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0E6A0DDB-FBA4-C224-4D4B-E0467F2A7FE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6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Pag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A418392-99DF-4D92-5299-0597BD7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39" y="1279614"/>
            <a:ext cx="4031062" cy="9941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02E2C1D-450C-919F-32A5-794D5170E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639" y="471488"/>
            <a:ext cx="2665571" cy="196400"/>
          </a:xfrm>
        </p:spPr>
        <p:txBody>
          <a:bodyPr>
            <a:noAutofit/>
          </a:bodyPr>
          <a:lstStyle>
            <a:lvl1pPr marL="0" indent="0">
              <a:buNone/>
              <a:defRPr sz="1050">
                <a:solidFill>
                  <a:schemeClr val="bg2"/>
                </a:solidFill>
              </a:defRPr>
            </a:lvl1pPr>
            <a:lvl2pPr marL="342900" indent="0">
              <a:buNone/>
              <a:defRPr sz="1050">
                <a:solidFill>
                  <a:schemeClr val="tx2"/>
                </a:solidFill>
              </a:defRPr>
            </a:lvl2pPr>
            <a:lvl3pPr marL="685800" indent="0">
              <a:buNone/>
              <a:defRPr sz="900">
                <a:solidFill>
                  <a:schemeClr val="tx2"/>
                </a:solidFill>
              </a:defRPr>
            </a:lvl3pPr>
            <a:lvl4pPr marL="1028700" indent="0">
              <a:buNone/>
              <a:defRPr sz="825">
                <a:solidFill>
                  <a:schemeClr val="tx2"/>
                </a:solidFill>
              </a:defRPr>
            </a:lvl4pPr>
            <a:lvl5pPr marL="1371600" indent="0">
              <a:buNone/>
              <a:defRPr sz="825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25EB669-9551-7B42-346B-8835CA72F1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3545" y="2420708"/>
            <a:ext cx="3576958" cy="161694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accent5"/>
                </a:solidFill>
              </a:defRPr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</a:lstStyle>
          <a:p>
            <a:pPr lvl="0"/>
            <a:r>
              <a:rPr lang="en-US"/>
              <a:t>Click to edit level</a:t>
            </a: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A1FE187-CF9C-3C59-D46C-39E9DF6AE51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9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:3 text image with f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50E62194-15A3-1C44-558D-2CCD97554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3320" y="0"/>
            <a:ext cx="5440680" cy="5143500"/>
          </a:xfr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DD5C10-AE48-47C2-C043-9412C855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17" y="1256619"/>
            <a:ext cx="3073479" cy="1245453"/>
          </a:xfrm>
        </p:spPr>
        <p:txBody>
          <a:bodyPr>
            <a:noAutofit/>
          </a:bodyPr>
          <a:lstStyle>
            <a:lvl1pPr>
              <a:defRPr sz="3150"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B5B239F-9433-2E79-7918-C6B1E6366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17" y="2679537"/>
            <a:ext cx="3073479" cy="1738303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 marL="342900" indent="0">
              <a:buNone/>
              <a:defRPr sz="15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685800" indent="0">
              <a:buNone/>
              <a:defRPr sz="135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028700" indent="0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1371600" indent="0"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4A61F839-F15B-A9AC-32D5-6D963FB2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2117" y="824570"/>
            <a:ext cx="2291530" cy="284968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85F2E6-4189-688E-A923-5F1AC075A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98A5B34-9B61-FB37-5F4C-93E47B8D6F0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17" y="162790"/>
            <a:ext cx="1536575" cy="360743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ACA8B22-1182-E22B-5B5A-3AD27B2D82F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5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3202" y="1135944"/>
            <a:ext cx="5513198" cy="398571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63202" y="1759528"/>
            <a:ext cx="5513198" cy="2927960"/>
          </a:xfrm>
        </p:spPr>
        <p:txBody>
          <a:bodyPr numCol="2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rgbClr val="6400B9"/>
              </a:buClr>
              <a:buSzPct val="100000"/>
              <a:buFont typeface="+mj-lt"/>
              <a:buNone/>
              <a:defRPr lang="en-US" sz="180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SzPct val="100000"/>
              <a:buFont typeface="+mj-lt"/>
              <a:buNone/>
              <a:defRPr lang="en-US" sz="15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SzPct val="100000"/>
              <a:buFont typeface="+mj-lt"/>
              <a:buNone/>
              <a:defRPr lang="en-US" sz="15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SzPct val="100000"/>
              <a:buFont typeface="+mj-lt"/>
              <a:buNone/>
              <a:defRPr lang="en-US" sz="15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4"/>
              </a:buClr>
              <a:buSzPct val="100000"/>
              <a:buFont typeface="+mj-lt"/>
              <a:buNone/>
              <a:defRPr lang="en-US" sz="150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 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2986087" cy="51435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9F6EF1-348A-9A4A-F8FA-F2DD47AB0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2C326CFA-FC4A-0FAF-CD64-36B4480A49A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3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2237" y="365761"/>
            <a:ext cx="5121436" cy="398571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 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2237" y="848044"/>
            <a:ext cx="5121436" cy="267766"/>
          </a:xfrm>
        </p:spPr>
        <p:txBody>
          <a:bodyPr wrap="square" tIns="0">
            <a:spAutoFit/>
          </a:bodyPr>
          <a:lstStyle>
            <a:lvl1pPr marL="0" indent="0">
              <a:buNone/>
              <a:defRPr sz="1600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2237" y="1188721"/>
            <a:ext cx="5121436" cy="3431771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3300473" cy="51435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5318E716-6564-DCF6-0ADF-1B5440B412B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7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3874859"/>
            <a:ext cx="8407020" cy="757409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D7B4829-A151-F160-74A7-953F2848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194548"/>
            <a:ext cx="7886700" cy="757409"/>
          </a:xfrm>
        </p:spPr>
        <p:txBody>
          <a:bodyPr/>
          <a:lstStyle>
            <a:lvl1pPr algn="ctr">
              <a:defRPr b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71281818-ACE8-D64A-3A09-12A458B23C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7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 Left 1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228" y="458050"/>
            <a:ext cx="3300473" cy="398571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229" y="1162044"/>
            <a:ext cx="3300473" cy="358902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64903" y="2768"/>
            <a:ext cx="5362770" cy="51435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09E7D38-1EB7-DC73-2C65-7FE6EAAAA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4B87D0-2616-6A9C-1E3A-C0A3AAF5858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5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Right 2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40" y="365761"/>
            <a:ext cx="5513198" cy="39857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9039" y="838462"/>
            <a:ext cx="5513198" cy="267766"/>
          </a:xfrm>
        </p:spPr>
        <p:txBody>
          <a:bodyPr wrap="square" tIns="0">
            <a:spAutoFit/>
          </a:bodyPr>
          <a:lstStyle>
            <a:lvl1pPr marL="0" indent="0">
              <a:buNone/>
              <a:defRPr sz="1600" b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1" y="1188720"/>
            <a:ext cx="5513198" cy="358902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57914" y="0"/>
            <a:ext cx="2986087" cy="51435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AB908FE8-D744-608D-FD9E-0C7CA108184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060" y="365761"/>
            <a:ext cx="4072636" cy="398571"/>
          </a:xfrm>
        </p:spPr>
        <p:txBody>
          <a:bodyPr/>
          <a:lstStyle>
            <a:lvl1pPr>
              <a:defRPr b="0" i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3060" y="872587"/>
            <a:ext cx="4072636" cy="267766"/>
          </a:xfrm>
        </p:spPr>
        <p:txBody>
          <a:bodyPr wrap="square" tIns="0">
            <a:spAutoFit/>
          </a:bodyPr>
          <a:lstStyle>
            <a:lvl1pPr marL="0" indent="0">
              <a:buNone/>
              <a:defRPr sz="1600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602" y="1188720"/>
            <a:ext cx="4072636" cy="358902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03763" y="0"/>
            <a:ext cx="4438650" cy="51435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121B95-703C-D55D-BF4F-3E6CF5965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1A7054F8-BAA4-0C19-4C22-F3ECEF48FAD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30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524391-095F-4CD4-BE48-73B089065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1205" y="365761"/>
            <a:ext cx="4072636" cy="39857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94BEB0-D61D-4A64-9596-8FB93E85A0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1205" y="882197"/>
            <a:ext cx="4072636" cy="267766"/>
          </a:xfrm>
        </p:spPr>
        <p:txBody>
          <a:bodyPr wrap="square" tIns="0">
            <a:spAutoFit/>
          </a:bodyPr>
          <a:lstStyle>
            <a:lvl1pPr marL="0" indent="0">
              <a:buNone/>
              <a:defRPr sz="1600" b="0">
                <a:solidFill>
                  <a:schemeClr val="accent5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Subtitle if needed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86A320-6B07-4EBA-AB8F-5A9D885F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1205" y="1188720"/>
            <a:ext cx="4072636" cy="3494117"/>
          </a:xfrm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 b="0"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0214854-A06E-40D3-B4BA-EB33E4C29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438650" cy="51435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39D744E6-E74A-1652-D0F5-7D889B7FAA6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7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Text, and intrud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188720"/>
            <a:ext cx="4070160" cy="3589020"/>
          </a:xfrm>
        </p:spPr>
        <p:txBody>
          <a:bodyPr/>
          <a:lstStyle>
            <a:lvl1pPr>
              <a:defRPr>
                <a:solidFill>
                  <a:schemeClr val="accent5"/>
                </a:solidFill>
                <a:latin typeface="+mn-lt"/>
              </a:defRPr>
            </a:lvl1pPr>
            <a:lvl2pPr>
              <a:defRPr>
                <a:solidFill>
                  <a:schemeClr val="accent5"/>
                </a:solidFill>
                <a:latin typeface="+mn-lt"/>
              </a:defRPr>
            </a:lvl2pPr>
            <a:lvl3pPr>
              <a:defRPr>
                <a:solidFill>
                  <a:schemeClr val="accent5"/>
                </a:solidFill>
                <a:latin typeface="+mn-lt"/>
              </a:defRPr>
            </a:lvl3pPr>
            <a:lvl4pPr>
              <a:defRPr>
                <a:solidFill>
                  <a:schemeClr val="accent5"/>
                </a:solidFill>
                <a:latin typeface="+mn-lt"/>
              </a:defRPr>
            </a:lvl4pPr>
            <a:lvl5pPr>
              <a:defRPr>
                <a:solidFill>
                  <a:schemeClr val="accent5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5AD3FD9-5B0C-46BE-A071-C012F798C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70741" y="671804"/>
            <a:ext cx="4769885" cy="3799892"/>
          </a:xfrm>
          <a:prstGeom prst="roundRect">
            <a:avLst>
              <a:gd name="adj" fmla="val 4059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EC94FC8-6A64-7AE0-4DCD-B2341FA7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194548"/>
            <a:ext cx="4137438" cy="757409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F5D34AB3-5594-6B43-43D4-8DDE60EF546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2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Content and Picture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65978C-1542-C937-848D-94F11105CB47}"/>
              </a:ext>
            </a:extLst>
          </p:cNvPr>
          <p:cNvSpPr txBox="1">
            <a:spLocks/>
          </p:cNvSpPr>
          <p:nvPr/>
        </p:nvSpPr>
        <p:spPr>
          <a:xfrm>
            <a:off x="4375703" y="3009142"/>
            <a:ext cx="2751720" cy="849977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Black" panose="020B0004020202020204" pitchFamily="34" charset="0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endParaRPr lang="en-US" sz="2700">
              <a:solidFill>
                <a:schemeClr val="bg1"/>
              </a:solidFill>
              <a:latin typeface="Aptos Black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AC0F2F-5A34-CBCF-1CE5-4C63B1B8E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261907"/>
            <a:ext cx="3886200" cy="3263504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 Medium" panose="000006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97C7A487-723C-8EAF-33A3-0E6CEF81F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9687" y="1261907"/>
            <a:ext cx="3806687" cy="3263504"/>
          </a:xfrm>
          <a:prstGeom prst="roundRect">
            <a:avLst>
              <a:gd name="adj" fmla="val 3294"/>
            </a:avLst>
          </a:prstGeom>
          <a:noFill/>
          <a:ln w="38100">
            <a:solidFill>
              <a:schemeClr val="accent1"/>
            </a:solidFill>
          </a:ln>
          <a:effectLst>
            <a:glow rad="38100">
              <a:schemeClr val="accent2"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FA0A056-05EC-1674-3BCD-A8417F38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B16157D1-CB4F-14E1-1727-2C40CD6B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CCC8CFF-2305-7F24-3972-0EC51013E3E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1826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2E5C3F4-3663-B0DA-D297-92566BFCD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A1374C-277A-2675-F8EB-3BEC0D00F3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353" y="1196579"/>
            <a:ext cx="7886546" cy="1268144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5"/>
                </a:solidFill>
              </a:defRPr>
            </a:lvl1pPr>
            <a:lvl2pPr>
              <a:defRPr sz="1500">
                <a:solidFill>
                  <a:schemeClr val="accent5"/>
                </a:solidFill>
              </a:defRPr>
            </a:lvl2pPr>
            <a:lvl3pPr>
              <a:defRPr sz="135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6A764E-8FF8-C8E5-6D39-B3477E7F86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9199" y="2678778"/>
            <a:ext cx="2530927" cy="1708942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FBC179B-4E5F-7167-606B-7404A31157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7086" y="2692770"/>
            <a:ext cx="2530927" cy="1708942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6AAC06FD-1B4F-E3AE-9911-96DD5380CE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1971" y="2699766"/>
            <a:ext cx="2530927" cy="1708942"/>
          </a:xfrm>
          <a:prstGeom prst="roundRect">
            <a:avLst>
              <a:gd name="adj" fmla="val 1025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727A32E-13A1-6D1E-5B43-8C3EA161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68C994E-DFBB-663A-C428-48666F0B9E2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801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415637" y="1634100"/>
            <a:ext cx="3947825" cy="1270747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4779098" y="1634100"/>
            <a:ext cx="3949266" cy="1270747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sz="quarter" idx="22" hasCustomPrompt="1"/>
          </p:nvPr>
        </p:nvSpPr>
        <p:spPr>
          <a:xfrm>
            <a:off x="415637" y="3349688"/>
            <a:ext cx="3948545" cy="1270747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214313" indent="-214313">
              <a:lnSpc>
                <a:spcPct val="100000"/>
              </a:lnSpc>
              <a:spcBef>
                <a:spcPts val="103"/>
              </a:spcBef>
              <a:buFont typeface="Arial" panose="020B0604020202020204" pitchFamily="34" charset="0"/>
              <a:buChar char="•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 marL="2057400" indent="0">
              <a:lnSpc>
                <a:spcPct val="100000"/>
              </a:lnSpc>
              <a:spcBef>
                <a:spcPts val="103"/>
              </a:spcBef>
              <a:buNone/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 5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4780540" y="3349688"/>
            <a:ext cx="3947825" cy="1270747"/>
          </a:xfrm>
          <a:prstGeom prst="rect">
            <a:avLst/>
          </a:prstGeom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214313" indent="-214313">
              <a:lnSpc>
                <a:spcPct val="100000"/>
              </a:lnSpc>
              <a:spcBef>
                <a:spcPts val="103"/>
              </a:spcBef>
              <a:buFont typeface="Arial" panose="020B0604020202020204" pitchFamily="34" charset="0"/>
              <a:buChar char="•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753667" indent="0">
              <a:lnSpc>
                <a:spcPct val="100000"/>
              </a:lnSpc>
              <a:spcBef>
                <a:spcPts val="103"/>
              </a:spcBef>
              <a:buFont typeface="Arial" panose="020B0604020202020204" pitchFamily="34" charset="0"/>
              <a:buNone/>
              <a:defRPr sz="927">
                <a:solidFill>
                  <a:schemeClr val="accent5"/>
                </a:solidFill>
              </a:defRPr>
            </a:lvl6pPr>
            <a:lvl7pPr marL="2057400" indent="0">
              <a:lnSpc>
                <a:spcPct val="100000"/>
              </a:lnSpc>
              <a:spcBef>
                <a:spcPts val="103"/>
              </a:spcBef>
              <a:buNone/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5" name="Content Placeholder 13"/>
          <p:cNvSpPr>
            <a:spLocks noGrp="1"/>
          </p:cNvSpPr>
          <p:nvPr>
            <p:ph sz="quarter" idx="17" hasCustomPrompt="1"/>
          </p:nvPr>
        </p:nvSpPr>
        <p:spPr>
          <a:xfrm>
            <a:off x="415636" y="877579"/>
            <a:ext cx="8312727" cy="205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1600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237375" indent="-235521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sp>
        <p:nvSpPr>
          <p:cNvPr id="7" name="shp_SDPTitle"/>
          <p:cNvSpPr>
            <a:spLocks noGrp="1"/>
          </p:cNvSpPr>
          <p:nvPr>
            <p:ph type="dt" sz="half" idx="10"/>
          </p:nvPr>
        </p:nvSpPr>
        <p:spPr>
          <a:xfrm>
            <a:off x="4572001" y="-340232"/>
            <a:ext cx="4156364" cy="121024"/>
          </a:xfrm>
          <a:prstGeom prst="rect">
            <a:avLst/>
          </a:prstGeom>
        </p:spPr>
        <p:txBody>
          <a:bodyPr vert="horz" wrap="square" lIns="45720" tIns="0" rIns="0" bIns="27432" rtlCol="0" anchor="b" anchorCtr="0"/>
          <a:lstStyle>
            <a:defPPr>
              <a:defRPr lang="en-US"/>
            </a:defPPr>
            <a:lvl1pPr marL="0" algn="r" defTabSz="685800" rtl="0" eaLnBrk="1" latinLnBrk="0" hangingPunct="1">
              <a:defRPr lang="en-US" sz="824" b="0" i="0" kern="1200" cap="all" spc="206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1EB5C9-1307-BA42-ABA2-0BC069CD8E7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shp_PresTitle"/>
          <p:cNvSpPr>
            <a:spLocks noGrp="1"/>
          </p:cNvSpPr>
          <p:nvPr>
            <p:ph type="ftr" sz="quarter" idx="11"/>
          </p:nvPr>
        </p:nvSpPr>
        <p:spPr>
          <a:xfrm>
            <a:off x="415637" y="-340232"/>
            <a:ext cx="6982691" cy="121024"/>
          </a:xfrm>
          <a:prstGeom prst="rect">
            <a:avLst/>
          </a:prstGeom>
        </p:spPr>
        <p:txBody>
          <a:bodyPr vert="horz" lIns="0" tIns="0" rIns="3291840" bIns="27432" rtlCol="0" anchor="b" anchorCtr="0"/>
          <a:lstStyle>
            <a:defPPr>
              <a:defRPr lang="en-US"/>
            </a:defPPr>
            <a:lvl1pPr marL="0" algn="l" defTabSz="685800" rtl="0" eaLnBrk="1" latinLnBrk="0" hangingPunct="1">
              <a:defRPr lang="en-US" sz="824" b="0" i="0" kern="1200" cap="all" spc="206" baseline="0" smtClean="0">
                <a:solidFill>
                  <a:srgbClr val="E6E6E6"/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637" y="1417567"/>
            <a:ext cx="3947825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4474897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4779098" y="1417567"/>
            <a:ext cx="3949266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4474897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3"/>
          </p:nvPr>
        </p:nvSpPr>
        <p:spPr>
          <a:xfrm>
            <a:off x="415636" y="3133154"/>
            <a:ext cx="3948545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4474897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25"/>
          </p:nvPr>
        </p:nvSpPr>
        <p:spPr>
          <a:xfrm>
            <a:off x="4780540" y="3133154"/>
            <a:ext cx="3947825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4474897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A254D8-B036-2190-97EF-02A52F3ED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A994474-C32F-F40E-FD59-6933F5C7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F3093AAD-750C-902E-D015-9D01ECEA599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to-a-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5" hasCustomPrompt="1"/>
          </p:nvPr>
        </p:nvSpPr>
        <p:spPr>
          <a:xfrm>
            <a:off x="415638" y="1634100"/>
            <a:ext cx="2493818" cy="1270747"/>
          </a:xfrm>
          <a:prstGeom prst="roundRect">
            <a:avLst>
              <a:gd name="adj" fmla="val 5764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6" name="Content Placeholder 13"/>
          <p:cNvSpPr>
            <a:spLocks noGrp="1"/>
          </p:cNvSpPr>
          <p:nvPr>
            <p:ph sz="quarter" idx="18" hasCustomPrompt="1"/>
          </p:nvPr>
        </p:nvSpPr>
        <p:spPr>
          <a:xfrm>
            <a:off x="3325092" y="1634100"/>
            <a:ext cx="2493818" cy="1270747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28" name="Content Placeholder 13"/>
          <p:cNvSpPr>
            <a:spLocks noGrp="1"/>
          </p:cNvSpPr>
          <p:nvPr>
            <p:ph sz="quarter" idx="20" hasCustomPrompt="1"/>
          </p:nvPr>
        </p:nvSpPr>
        <p:spPr>
          <a:xfrm>
            <a:off x="6234546" y="1634100"/>
            <a:ext cx="2493818" cy="1270747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24" hasCustomPrompt="1"/>
          </p:nvPr>
        </p:nvSpPr>
        <p:spPr>
          <a:xfrm>
            <a:off x="415638" y="3315047"/>
            <a:ext cx="2493818" cy="1270747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7" name="Content Placeholder 13"/>
          <p:cNvSpPr>
            <a:spLocks noGrp="1"/>
          </p:cNvSpPr>
          <p:nvPr>
            <p:ph sz="quarter" idx="26" hasCustomPrompt="1"/>
          </p:nvPr>
        </p:nvSpPr>
        <p:spPr>
          <a:xfrm>
            <a:off x="3325092" y="3315047"/>
            <a:ext cx="2493818" cy="1270747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sz="quarter" idx="28" hasCustomPrompt="1"/>
          </p:nvPr>
        </p:nvSpPr>
        <p:spPr>
          <a:xfrm>
            <a:off x="6234546" y="3315047"/>
            <a:ext cx="2493818" cy="1270747"/>
          </a:xfrm>
          <a:prstGeom prst="roundRect">
            <a:avLst>
              <a:gd name="adj" fmla="val 6855"/>
            </a:avLst>
          </a:prstGeom>
          <a:ln>
            <a:solidFill>
              <a:schemeClr val="tx2"/>
            </a:solidFill>
          </a:ln>
        </p:spPr>
        <p:txBody>
          <a:bodyPr lIns="73152" tIns="36576" rIns="73152">
            <a:noAutofit/>
          </a:bodyPr>
          <a:lstStyle>
            <a:lvl1pPr marL="0" indent="0">
              <a:lnSpc>
                <a:spcPct val="100000"/>
              </a:lnSpc>
              <a:spcBef>
                <a:spcPts val="103"/>
              </a:spcBef>
              <a:buNone/>
              <a:defRPr sz="927">
                <a:solidFill>
                  <a:schemeClr val="accent5"/>
                </a:solidFill>
                <a:latin typeface="+mn-lt"/>
              </a:defRPr>
            </a:lvl1pPr>
            <a:lvl2pPr marL="188417" indent="-188417">
              <a:lnSpc>
                <a:spcPct val="100000"/>
              </a:lnSpc>
              <a:spcBef>
                <a:spcPts val="103"/>
              </a:spcBef>
              <a:buFont typeface="Symbol" panose="05050102010706020507" pitchFamily="18" charset="2"/>
              <a:buChar char=""/>
              <a:defRPr sz="927">
                <a:solidFill>
                  <a:schemeClr val="accent5"/>
                </a:solidFill>
              </a:defRPr>
            </a:lvl2pPr>
            <a:lvl3pPr marL="376834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3pPr>
            <a:lvl4pPr marL="565250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4pPr>
            <a:lvl5pPr marL="753667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5pPr>
            <a:lvl6pPr marL="942083" indent="-188417">
              <a:lnSpc>
                <a:spcPct val="100000"/>
              </a:lnSpc>
              <a:spcBef>
                <a:spcPts val="103"/>
              </a:spcBef>
              <a:defRPr sz="927">
                <a:solidFill>
                  <a:schemeClr val="accent5"/>
                </a:solidFill>
              </a:defRPr>
            </a:lvl6pPr>
            <a:lvl7pPr>
              <a:lnSpc>
                <a:spcPct val="100000"/>
              </a:lnSpc>
              <a:spcBef>
                <a:spcPts val="103"/>
              </a:spcBef>
              <a:defRPr sz="927"/>
            </a:lvl7pPr>
          </a:lstStyle>
          <a:p>
            <a:pPr lvl="0"/>
            <a:r>
              <a:rPr lang="en-US" dirty="0"/>
              <a:t>Message Text</a:t>
            </a:r>
          </a:p>
          <a:p>
            <a:pPr lvl="1"/>
            <a:r>
              <a:rPr lang="en-US" dirty="0"/>
              <a:t>Bullet 1</a:t>
            </a:r>
          </a:p>
          <a:p>
            <a:pPr lvl="2"/>
            <a:r>
              <a:rPr lang="en-US" dirty="0"/>
              <a:t>Bullet 2</a:t>
            </a:r>
          </a:p>
          <a:p>
            <a:pPr lvl="3"/>
            <a:r>
              <a:rPr lang="en-US" dirty="0"/>
              <a:t>Bullet 3</a:t>
            </a:r>
          </a:p>
          <a:p>
            <a:pPr lvl="4"/>
            <a:r>
              <a:rPr lang="en-US" dirty="0"/>
              <a:t>Bullet 4</a:t>
            </a:r>
          </a:p>
          <a:p>
            <a:pPr lvl="5"/>
            <a:r>
              <a:rPr lang="en-US" dirty="0"/>
              <a:t>Bullet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638" y="1417567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19"/>
          </p:nvPr>
        </p:nvSpPr>
        <p:spPr>
          <a:xfrm>
            <a:off x="3325092" y="1417567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1"/>
          </p:nvPr>
        </p:nvSpPr>
        <p:spPr>
          <a:xfrm>
            <a:off x="6234546" y="1417567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5"/>
          </p:nvPr>
        </p:nvSpPr>
        <p:spPr>
          <a:xfrm>
            <a:off x="415638" y="3098514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Font typeface="Arial" panose="020B0604020202020204" pitchFamily="34" charset="0"/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27"/>
          </p:nvPr>
        </p:nvSpPr>
        <p:spPr>
          <a:xfrm>
            <a:off x="3325092" y="3098514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9"/>
          </p:nvPr>
        </p:nvSpPr>
        <p:spPr>
          <a:xfrm>
            <a:off x="6234546" y="3098514"/>
            <a:ext cx="2493818" cy="216534"/>
          </a:xfrm>
          <a:prstGeom prst="rect">
            <a:avLst/>
          </a:prstGeom>
          <a:noFill/>
        </p:spPr>
        <p:txBody>
          <a:bodyPr vert="horz" wrap="square" lIns="73152" tIns="36576" rIns="73152" bIns="36576" rtlCol="0" anchor="b">
            <a:spAutoFit/>
          </a:bodyPr>
          <a:lstStyle>
            <a:lvl1pPr marL="0" indent="0" algn="l">
              <a:buNone/>
              <a:tabLst>
                <a:tab pos="2826251" algn="r"/>
              </a:tabLst>
              <a:defRPr kumimoji="0" lang="en-US" sz="927" b="1" i="0" u="none" strike="noStrike" kern="1200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Poppins SemiBold" panose="00000700000000000000" pitchFamily="2" charset="0"/>
              </a:defRPr>
            </a:lvl1pPr>
          </a:lstStyle>
          <a:p>
            <a:pPr marL="171450" marR="0" lvl="0" indent="-171450" algn="l" defTabSz="98787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5A8F"/>
              </a:buClr>
              <a:buSzPct val="75000"/>
              <a:tabLst>
                <a:tab pos="4327696" algn="r"/>
              </a:tabLst>
            </a:pPr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7D634A0-0A20-7C31-9BDC-A2736DFE5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8ABB606A-3BC9-C46A-531A-091AFFBAC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3">
            <a:extLst>
              <a:ext uri="{FF2B5EF4-FFF2-40B4-BE49-F238E27FC236}">
                <a16:creationId xmlns:a16="http://schemas.microsoft.com/office/drawing/2014/main" id="{5B60BDF0-4865-7362-FB78-97D83DBB723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15636" y="877579"/>
            <a:ext cx="8312727" cy="2054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en-US" sz="1600" b="0" kern="1200" dirty="0">
                <a:solidFill>
                  <a:schemeClr val="accent5"/>
                </a:solidFill>
                <a:latin typeface="+mj-lt"/>
                <a:ea typeface="+mn-ea"/>
                <a:cs typeface="Poppins" panose="00000500000000000000" pitchFamily="2" charset="0"/>
              </a:defRPr>
            </a:lvl1pPr>
            <a:lvl2pPr marL="237375" indent="-235521">
              <a:buFont typeface="Symbol" panose="05050102010706020507" pitchFamily="18" charset="2"/>
              <a:buChar char=""/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dirty="0"/>
              <a:t>Message Text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EE3482-0A68-62CD-D7BA-14ABE350EA6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937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title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11" y="3743301"/>
            <a:ext cx="4118305" cy="929504"/>
          </a:xfrm>
        </p:spPr>
        <p:txBody>
          <a:bodyPr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8689" y="3748363"/>
            <a:ext cx="3704734" cy="929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CB23C0C-16C3-7820-3F2E-3F48329BE0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9143999" cy="354919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DDED3238-25EA-37B9-DE74-9FDEC0E3314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8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etails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E2212D-572D-48C4-8896-AB4425DE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22" y="168829"/>
            <a:ext cx="4118305" cy="9295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cs typeface="Poppins Medium" panose="00000600000000000000" pitchFamily="2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622C89-C81C-CCA3-78FF-ECEDDA9A6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0" y="173890"/>
            <a:ext cx="3704734" cy="929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A77F091-BCE5-0EB0-5EF1-F5F470757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52A6679B-5074-ADE1-D534-B2D3C05380C1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1" y="1385455"/>
            <a:ext cx="9143999" cy="3241964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6" name="Picture 5" descr="A black and grey logo&#10;&#10;AI-generated content may be incorrect.">
            <a:extLst>
              <a:ext uri="{FF2B5EF4-FFF2-40B4-BE49-F238E27FC236}">
                <a16:creationId xmlns:a16="http://schemas.microsoft.com/office/drawing/2014/main" id="{F2810511-1EC8-0082-7970-0F76BD869A9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1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9D21-9EC6-4E91-B725-D20183443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4" y="857504"/>
            <a:ext cx="8410574" cy="3432395"/>
          </a:xfrm>
        </p:spPr>
        <p:txBody>
          <a:bodyPr anchor="ctr">
            <a:normAutofit/>
          </a:bodyPr>
          <a:lstStyle>
            <a:lvl1pPr algn="ctr">
              <a:defRPr sz="6600" b="0" i="0">
                <a:latin typeface="+mj-lt"/>
                <a:cs typeface="Poppins" panose="00000500000000000000" pitchFamily="2" charset="0"/>
              </a:defRPr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C8E286B-1138-042A-695E-6D4C499DD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1521360-6FD0-3C73-C3F2-47061B669B2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41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F0D8A42-33CC-984C-7EDA-50BD05681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9142413" cy="51435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b="0" i="0" dirty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pPr lvl="0" algn="ctr">
              <a:spcBef>
                <a:spcPct val="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BE99269-A3E1-D985-57D1-3E765ED6D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473" y="4770612"/>
            <a:ext cx="1284919" cy="321647"/>
          </a:xfrm>
          <a:prstGeom prst="rect">
            <a:avLst/>
          </a:prstGeom>
        </p:spPr>
      </p:pic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65A7E109-C779-7004-007F-0260B1D2D24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9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15EF0F8-97CE-0E22-9B4D-F922AF8EA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910204"/>
            <a:ext cx="4314308" cy="1105633"/>
          </a:xfr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00" b="0" kern="1200" dirty="0">
                <a:solidFill>
                  <a:schemeClr val="bg1"/>
                </a:solidFill>
                <a:latin typeface="+mj-lt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2204333"/>
            <a:ext cx="4145973" cy="1000786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59BAD2A-8D2F-72F2-F057-19DA028AEE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74972" y="1061876"/>
            <a:ext cx="1885605" cy="635308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405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3429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6858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0287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3716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2900" y="493270"/>
            <a:ext cx="4145973" cy="34398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18F327C6-6FAD-E7BF-B7BF-6FAAC9946C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0781" y="706686"/>
            <a:ext cx="1753986" cy="343985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1" name="Text Placeholder 48">
            <a:extLst>
              <a:ext uri="{FF2B5EF4-FFF2-40B4-BE49-F238E27FC236}">
                <a16:creationId xmlns:a16="http://schemas.microsoft.com/office/drawing/2014/main" id="{725613CB-B711-BA66-79AB-72C08156FC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2513" y="1698183"/>
            <a:ext cx="1753986" cy="635307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3" name="Text Placeholder 48">
            <a:extLst>
              <a:ext uri="{FF2B5EF4-FFF2-40B4-BE49-F238E27FC236}">
                <a16:creationId xmlns:a16="http://schemas.microsoft.com/office/drawing/2014/main" id="{E50904DE-B040-6AA2-341D-BE1B13B8BB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59579" y="710319"/>
            <a:ext cx="1753986" cy="343985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E2970DCC-E00E-47AB-123B-5BF1AA1FC8E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64431" y="1705111"/>
            <a:ext cx="1753986" cy="635307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6" name="Text Placeholder 48">
            <a:extLst>
              <a:ext uri="{FF2B5EF4-FFF2-40B4-BE49-F238E27FC236}">
                <a16:creationId xmlns:a16="http://schemas.microsoft.com/office/drawing/2014/main" id="{F90B4A5C-A5AA-729F-D8A5-47B3DF11D68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67104" y="2891581"/>
            <a:ext cx="1753986" cy="343985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27" name="Text Placeholder 48">
            <a:extLst>
              <a:ext uri="{FF2B5EF4-FFF2-40B4-BE49-F238E27FC236}">
                <a16:creationId xmlns:a16="http://schemas.microsoft.com/office/drawing/2014/main" id="{A264AFBB-FABE-A1BA-CB7A-1BCAE1BC58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6593" y="3893284"/>
            <a:ext cx="1753986" cy="635307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29" name="Text Placeholder 48">
            <a:extLst>
              <a:ext uri="{FF2B5EF4-FFF2-40B4-BE49-F238E27FC236}">
                <a16:creationId xmlns:a16="http://schemas.microsoft.com/office/drawing/2014/main" id="{A92E53F5-F19E-0921-777B-9DF035F1EF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72045" y="2875248"/>
            <a:ext cx="1753986" cy="343985"/>
          </a:xfrm>
        </p:spPr>
        <p:txBody>
          <a:bodyPr anchor="b">
            <a:normAutofit/>
          </a:bodyPr>
          <a:lstStyle>
            <a:lvl1pPr marL="0" indent="0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Qualifier</a:t>
            </a:r>
          </a:p>
        </p:txBody>
      </p:sp>
      <p:sp>
        <p:nvSpPr>
          <p:cNvPr id="30" name="Text Placeholder 48">
            <a:extLst>
              <a:ext uri="{FF2B5EF4-FFF2-40B4-BE49-F238E27FC236}">
                <a16:creationId xmlns:a16="http://schemas.microsoft.com/office/drawing/2014/main" id="{027C6114-3E4E-0349-DB91-CEA0885B83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26776" y="3870873"/>
            <a:ext cx="1753986" cy="635307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0DF0EC1E-3522-50C3-E0ED-9BF15C62C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95157" y="1079282"/>
            <a:ext cx="1885605" cy="635308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405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3429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6858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0287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3716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2E971B52-39C8-95BC-D14D-309C3A1B059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53594" y="3235566"/>
            <a:ext cx="1885605" cy="635308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405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3429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6858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0287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3716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4A85916-F438-07AE-2207-3BF7500914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40784" y="3257976"/>
            <a:ext cx="1885605" cy="635308"/>
          </a:xfrm>
        </p:spPr>
        <p:txBody>
          <a:bodyPr>
            <a:noAutofit/>
            <a:scene3d>
              <a:camera prst="orthographicFront"/>
              <a:lightRig rig="threePt" dir="t">
                <a:rot lat="0" lon="0" rev="3000000"/>
              </a:lightRig>
            </a:scene3d>
            <a:sp3d extrusionH="57150" contourW="19050" prstMaterial="metal">
              <a:bevelT w="38100" h="38100"/>
              <a:bevelB w="38100" h="38100"/>
              <a:contourClr>
                <a:schemeClr val="accent6"/>
              </a:contourClr>
            </a:sp3d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4050" kern="1200" dirty="0">
                <a:solidFill>
                  <a:schemeClr val="accent5"/>
                </a:solidFill>
                <a:latin typeface="+mj-lt"/>
                <a:ea typeface="+mn-ea"/>
                <a:cs typeface="Poppins Medium" panose="00000600000000000000" pitchFamily="2" charset="0"/>
              </a:defRPr>
            </a:lvl1pPr>
            <a:lvl2pPr marL="3429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6858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0287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371600" indent="0">
              <a:buNone/>
              <a:defRPr sz="4500"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en-US" dirty="0"/>
              <a:t>Claim</a:t>
            </a: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6503C850-3AAD-D320-0010-6F524FBC4D1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52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55B569-D144-2B96-C2C6-1FA81130FA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877" y="3783614"/>
            <a:ext cx="2057400" cy="35196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365B4D-5860-D7E5-3D2B-C4CFFCA8C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0" y="4774955"/>
            <a:ext cx="1284919" cy="321647"/>
          </a:xfrm>
          <a:prstGeom prst="rect">
            <a:avLst/>
          </a:prstGeom>
        </p:spPr>
      </p:pic>
      <p:sp>
        <p:nvSpPr>
          <p:cNvPr id="19" name="Text Placeholder 48">
            <a:extLst>
              <a:ext uri="{FF2B5EF4-FFF2-40B4-BE49-F238E27FC236}">
                <a16:creationId xmlns:a16="http://schemas.microsoft.com/office/drawing/2014/main" id="{4C38F370-7D64-2116-AFC3-72C3AD901A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877" y="4148896"/>
            <a:ext cx="2051862" cy="343985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7570-45BC-C0CF-FBFC-BBB145CB2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1877" y="1621523"/>
            <a:ext cx="2057400" cy="20574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E36326-A118-E5BC-9E5E-22304EF81BE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394557" y="1621523"/>
            <a:ext cx="2057400" cy="20574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FA85F4-34AE-8A56-0AA0-FBE5B8C6A05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697238" y="1621523"/>
            <a:ext cx="2057400" cy="20574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668BA8-2E6B-3C76-B5D0-BB17181CE5D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99919" y="1621523"/>
            <a:ext cx="2057400" cy="2057400"/>
          </a:xfrm>
          <a:prstGeom prst="roundRect">
            <a:avLst>
              <a:gd name="adj" fmla="val 8586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8">
            <a:extLst>
              <a:ext uri="{FF2B5EF4-FFF2-40B4-BE49-F238E27FC236}">
                <a16:creationId xmlns:a16="http://schemas.microsoft.com/office/drawing/2014/main" id="{A06FAF7B-9D2A-3C23-00C2-2D72F7B894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394557" y="3783614"/>
            <a:ext cx="2057400" cy="35196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" name="Text Placeholder 48">
            <a:extLst>
              <a:ext uri="{FF2B5EF4-FFF2-40B4-BE49-F238E27FC236}">
                <a16:creationId xmlns:a16="http://schemas.microsoft.com/office/drawing/2014/main" id="{2B58A56D-6E57-AEC7-E2B6-6A3941CF048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394557" y="4148896"/>
            <a:ext cx="2051862" cy="343985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48">
            <a:extLst>
              <a:ext uri="{FF2B5EF4-FFF2-40B4-BE49-F238E27FC236}">
                <a16:creationId xmlns:a16="http://schemas.microsoft.com/office/drawing/2014/main" id="{7F85A46E-B8B4-3B66-12A0-8858F8D6B7E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97238" y="3783614"/>
            <a:ext cx="2057400" cy="35196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48">
            <a:extLst>
              <a:ext uri="{FF2B5EF4-FFF2-40B4-BE49-F238E27FC236}">
                <a16:creationId xmlns:a16="http://schemas.microsoft.com/office/drawing/2014/main" id="{9F3FB04C-DFDC-709F-6DA2-D5657B0EC7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97238" y="4148896"/>
            <a:ext cx="2051862" cy="343985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48">
            <a:extLst>
              <a:ext uri="{FF2B5EF4-FFF2-40B4-BE49-F238E27FC236}">
                <a16:creationId xmlns:a16="http://schemas.microsoft.com/office/drawing/2014/main" id="{AB3837D5-65F6-F26B-0AF0-B8CA2DB281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999919" y="3783614"/>
            <a:ext cx="2057400" cy="35196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1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" name="Text Placeholder 48">
            <a:extLst>
              <a:ext uri="{FF2B5EF4-FFF2-40B4-BE49-F238E27FC236}">
                <a16:creationId xmlns:a16="http://schemas.microsoft.com/office/drawing/2014/main" id="{0A621FDB-C09F-9882-464A-5252836BBE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999919" y="4148896"/>
            <a:ext cx="2051862" cy="343985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25" b="0" i="0" u="none" strike="noStrike" kern="1200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Akzidenz-Grotesk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457223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4913B24-FA82-ADBC-3F7F-917CAFFF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A8BC9970-7626-18ED-63C1-B5724033BCC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2472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A0704-507C-212E-4B19-9C94CCAD4F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9144000" cy="3280172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79BE282C-671B-7E01-8740-8A7F466EEB4C}"/>
              </a:ext>
            </a:extLst>
          </p:cNvPr>
          <p:cNvSpPr/>
          <p:nvPr/>
        </p:nvSpPr>
        <p:spPr>
          <a:xfrm>
            <a:off x="685801" y="1691279"/>
            <a:ext cx="507492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+mn-ea"/>
              <a:cs typeface="Poppins" pitchFamily="2" charset="77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61502A4-5F5D-65C0-03BE-1F72B2BD0B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1970537"/>
            <a:ext cx="4992033" cy="1289435"/>
          </a:xfrm>
        </p:spPr>
        <p:txBody>
          <a:bodyPr>
            <a:noAutofit/>
          </a:bodyPr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+mj-lt"/>
                <a:cs typeface="Poppins" pitchFamily="2" charset="77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</a:lstStyle>
          <a:p>
            <a:pPr lvl="0"/>
            <a:r>
              <a:rPr lang="en-US" dirty="0"/>
              <a:t>THANK YOU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9D372599-5F65-8CBA-1D98-016082E9633E}"/>
              </a:ext>
            </a:extLst>
          </p:cNvPr>
          <p:cNvGrpSpPr/>
          <p:nvPr/>
        </p:nvGrpSpPr>
        <p:grpSpPr>
          <a:xfrm flipV="1">
            <a:off x="470182" y="3704791"/>
            <a:ext cx="5437595" cy="573590"/>
            <a:chOff x="0" y="0"/>
            <a:chExt cx="1062419" cy="898977"/>
          </a:xfrm>
          <a:noFill/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9CD53BA2-7E44-56E6-D652-83A3A753C24F}"/>
                </a:ext>
              </a:extLst>
            </p:cNvPr>
            <p:cNvSpPr/>
            <p:nvPr/>
          </p:nvSpPr>
          <p:spPr>
            <a:xfrm>
              <a:off x="0" y="0"/>
              <a:ext cx="1062419" cy="898977"/>
            </a:xfrm>
            <a:custGeom>
              <a:avLst/>
              <a:gdLst/>
              <a:ahLst/>
              <a:cxnLst/>
              <a:rect l="l" t="t" r="r" b="b"/>
              <a:pathLst>
                <a:path w="1062419" h="898977">
                  <a:moveTo>
                    <a:pt x="46061" y="0"/>
                  </a:moveTo>
                  <a:lnTo>
                    <a:pt x="1016357" y="0"/>
                  </a:lnTo>
                  <a:cubicBezTo>
                    <a:pt x="1028573" y="0"/>
                    <a:pt x="1040289" y="4853"/>
                    <a:pt x="1048927" y="13491"/>
                  </a:cubicBezTo>
                  <a:cubicBezTo>
                    <a:pt x="1057566" y="22129"/>
                    <a:pt x="1062419" y="33845"/>
                    <a:pt x="1062419" y="46061"/>
                  </a:cubicBezTo>
                  <a:lnTo>
                    <a:pt x="1062419" y="852916"/>
                  </a:lnTo>
                  <a:cubicBezTo>
                    <a:pt x="1062419" y="878355"/>
                    <a:pt x="1041796" y="898977"/>
                    <a:pt x="1016357" y="898977"/>
                  </a:cubicBezTo>
                  <a:lnTo>
                    <a:pt x="46061" y="898977"/>
                  </a:lnTo>
                  <a:cubicBezTo>
                    <a:pt x="33845" y="898977"/>
                    <a:pt x="22129" y="894124"/>
                    <a:pt x="13491" y="885486"/>
                  </a:cubicBezTo>
                  <a:cubicBezTo>
                    <a:pt x="4853" y="876848"/>
                    <a:pt x="0" y="865132"/>
                    <a:pt x="0" y="852916"/>
                  </a:cubicBezTo>
                  <a:lnTo>
                    <a:pt x="0" y="46061"/>
                  </a:lnTo>
                  <a:cubicBezTo>
                    <a:pt x="0" y="33845"/>
                    <a:pt x="4853" y="22129"/>
                    <a:pt x="13491" y="13491"/>
                  </a:cubicBezTo>
                  <a:cubicBezTo>
                    <a:pt x="22129" y="4853"/>
                    <a:pt x="33845" y="0"/>
                    <a:pt x="46061" y="0"/>
                  </a:cubicBezTo>
                  <a:close/>
                </a:path>
              </a:pathLst>
            </a:custGeom>
            <a:grpFill/>
            <a:ln cap="rnd">
              <a:noFill/>
              <a:prstDash val="solid"/>
              <a:round/>
            </a:ln>
          </p:spPr>
          <p:txBody>
            <a:bodyPr/>
            <a:lstStyle/>
            <a:p>
              <a:pPr marL="0" marR="0" lvl="0" indent="0" algn="l" defTabSz="4572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88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639B46FF-1867-AD34-F177-B306F16BBDD8}"/>
                </a:ext>
              </a:extLst>
            </p:cNvPr>
            <p:cNvSpPr txBox="1"/>
            <p:nvPr/>
          </p:nvSpPr>
          <p:spPr>
            <a:xfrm>
              <a:off x="0" y="0"/>
              <a:ext cx="1062419" cy="898977"/>
            </a:xfrm>
            <a:prstGeom prst="rect">
              <a:avLst/>
            </a:prstGeom>
            <a:grpFill/>
            <a:ln cap="rnd">
              <a:noFill/>
              <a:prstDash val="solid"/>
              <a:round/>
            </a:ln>
          </p:spPr>
          <p:txBody>
            <a:bodyPr/>
            <a:lstStyle>
              <a:defPPr>
                <a:defRPr lang="en-US"/>
              </a:defPPr>
              <a:lvl1pPr defTabSz="609630">
                <a:defRPr sz="1050">
                  <a:solidFill>
                    <a:prstClr val="black"/>
                  </a:solidFill>
                  <a:latin typeface="Poppins" pitchFamily="2" charset="77"/>
                  <a:cs typeface="Poppins" pitchFamily="2" charset="77"/>
                </a:defRPr>
              </a:lvl1pPr>
            </a:lstStyle>
            <a:p>
              <a:pPr marL="0" marR="0" lvl="0" indent="0" algn="l" defTabSz="4572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788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Poppins" pitchFamily="2" charset="77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5B8FD09-F756-CB68-519C-C9F8F0E24D3D}"/>
              </a:ext>
            </a:extLst>
          </p:cNvPr>
          <p:cNvSpPr txBox="1"/>
          <p:nvPr/>
        </p:nvSpPr>
        <p:spPr>
          <a:xfrm>
            <a:off x="1009792" y="3791183"/>
            <a:ext cx="1302959" cy="195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23" rtl="0" eaLnBrk="1" fontAlgn="auto" latinLnBrk="0" hangingPunct="1">
              <a:lnSpc>
                <a:spcPts val="165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9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+1 (484) 497-9660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E630F4-0594-416D-EA76-B04F60909ADB}"/>
              </a:ext>
            </a:extLst>
          </p:cNvPr>
          <p:cNvSpPr txBox="1"/>
          <p:nvPr/>
        </p:nvSpPr>
        <p:spPr>
          <a:xfrm>
            <a:off x="2865674" y="3791183"/>
            <a:ext cx="2037248" cy="195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23" rtl="0" eaLnBrk="1" fontAlgn="auto" latinLnBrk="0" hangingPunct="1">
              <a:lnSpc>
                <a:spcPts val="165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9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ea typeface="Poppins"/>
                <a:cs typeface="Poppins" pitchFamily="2" charset="77"/>
                <a:sym typeface="Poppins"/>
              </a:rPr>
              <a:t>sales@cornelisnetworks.com</a:t>
            </a:r>
            <a:endParaRPr kumimoji="0" lang="en-US" sz="939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+mn-lt"/>
              <a:ea typeface="Poppins"/>
              <a:cs typeface="Poppins" pitchFamily="2" charset="77"/>
              <a:sym typeface="Poppins"/>
            </a:endParaRPr>
          </a:p>
        </p:txBody>
      </p:sp>
      <p:pic>
        <p:nvPicPr>
          <p:cNvPr id="6" name="Graphic 5" descr="Receiver outline">
            <a:extLst>
              <a:ext uri="{FF2B5EF4-FFF2-40B4-BE49-F238E27FC236}">
                <a16:creationId xmlns:a16="http://schemas.microsoft.com/office/drawing/2014/main" id="{DD310583-552B-910A-B31F-FE6E4FE39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1" y="3741298"/>
            <a:ext cx="274320" cy="274320"/>
          </a:xfrm>
          <a:prstGeom prst="rect">
            <a:avLst/>
          </a:prstGeom>
        </p:spPr>
      </p:pic>
      <p:pic>
        <p:nvPicPr>
          <p:cNvPr id="11" name="Graphic 10" descr="Envelope outline">
            <a:extLst>
              <a:ext uri="{FF2B5EF4-FFF2-40B4-BE49-F238E27FC236}">
                <a16:creationId xmlns:a16="http://schemas.microsoft.com/office/drawing/2014/main" id="{EE518D7A-270D-FD50-01D0-96118EBE06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1039" y="3741298"/>
            <a:ext cx="274320" cy="274320"/>
          </a:xfrm>
          <a:prstGeom prst="rect">
            <a:avLst/>
          </a:prstGeom>
        </p:spPr>
      </p:pic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08F5B4A2-B01E-622A-7F81-4BFFF331619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789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12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34288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2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1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0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9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4D6068FC-F282-E9CB-984C-7C16A98077C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069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" preserve="1">
  <p:cSld name="1_Cover B">
    <p:bg>
      <p:bgPr>
        <a:solidFill>
          <a:srgbClr val="FF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 txBox="1">
            <a:spLocks noGrp="1"/>
          </p:cNvSpPr>
          <p:nvPr>
            <p:ph type="title" hasCustomPrompt="1"/>
          </p:nvPr>
        </p:nvSpPr>
        <p:spPr>
          <a:xfrm>
            <a:off x="646605" y="1823771"/>
            <a:ext cx="8081759" cy="235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 sz="4050" b="0">
                <a:solidFill>
                  <a:schemeClr val="tx1"/>
                </a:solidFill>
                <a:latin typeface="+mj-lt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Poppins Medium"/>
              <a:buNone/>
              <a:tabLst/>
              <a:defRPr/>
            </a:pPr>
            <a:r>
              <a:rPr lang="en-US" dirty="0"/>
              <a:t>These slides are Top Secret</a:t>
            </a:r>
            <a:br>
              <a:rPr lang="en-US" dirty="0"/>
            </a:br>
            <a:r>
              <a:rPr lang="en-US" dirty="0"/>
              <a:t>Do not send or share without express legal clearance.</a:t>
            </a:r>
            <a:endParaRPr dirty="0"/>
          </a:p>
        </p:txBody>
      </p:sp>
      <p:pic>
        <p:nvPicPr>
          <p:cNvPr id="5" name="Picture 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EA7599D-FB87-D858-733C-BB481ABDB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393" y="409246"/>
            <a:ext cx="4742736" cy="1114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45567-26DF-8F31-9C21-0DCE9FDE40A1}"/>
              </a:ext>
            </a:extLst>
          </p:cNvPr>
          <p:cNvSpPr txBox="1"/>
          <p:nvPr/>
        </p:nvSpPr>
        <p:spPr>
          <a:xfrm>
            <a:off x="76200" y="4858945"/>
            <a:ext cx="2050473" cy="30008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tx1"/>
                </a:solidFill>
                <a:latin typeface="+mj-lt"/>
              </a:rPr>
              <a:t>Cornelis Top Secret</a:t>
            </a:r>
          </a:p>
        </p:txBody>
      </p:sp>
    </p:spTree>
    <p:extLst>
      <p:ext uri="{BB962C8B-B14F-4D97-AF65-F5344CB8AC3E}">
        <p14:creationId xmlns:p14="http://schemas.microsoft.com/office/powerpoint/2010/main" val="248970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F35BFC-45DA-41CB-B411-40026E11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188720"/>
            <a:ext cx="8407020" cy="3452553"/>
          </a:xfrm>
        </p:spPr>
        <p:txBody>
          <a:bodyPr/>
          <a:lstStyle>
            <a:lvl1pPr marL="0" indent="0">
              <a:buNone/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1pPr>
            <a:lvl2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2pPr>
            <a:lvl3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3pPr>
            <a:lvl4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4pPr>
            <a:lvl5pPr>
              <a:defRPr>
                <a:solidFill>
                  <a:schemeClr val="accent5"/>
                </a:solidFill>
                <a:latin typeface="+mn-lt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5E3FD-D4CE-0DDE-D573-F54AA61BA350}"/>
              </a:ext>
            </a:extLst>
          </p:cNvPr>
          <p:cNvSpPr txBox="1"/>
          <p:nvPr/>
        </p:nvSpPr>
        <p:spPr>
          <a:xfrm>
            <a:off x="0" y="0"/>
            <a:ext cx="9144000" cy="30008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tx1"/>
                </a:solidFill>
                <a:latin typeface="+mj-lt"/>
              </a:rPr>
              <a:t>Cornelis Top Secret – Do not share or send without express legal permission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8255B2B-A892-C2C2-8324-89495645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2" y="293248"/>
            <a:ext cx="8474298" cy="568822"/>
          </a:xfrm>
        </p:spPr>
        <p:txBody>
          <a:bodyPr anchor="t"/>
          <a:lstStyle>
            <a:lvl1pPr>
              <a:defRPr b="0">
                <a:latin typeface="+mj-lt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90DF7B73-6892-0651-ED46-D7D49E26078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291" y="4744137"/>
            <a:ext cx="1536575" cy="3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7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1512">
          <p15:clr>
            <a:srgbClr val="FDE53C"/>
          </p15:clr>
        </p15:guide>
        <p15:guide id="4" pos="2796">
          <p15:clr>
            <a:srgbClr val="FDE53C"/>
          </p15:clr>
        </p15:guide>
        <p15:guide id="5" pos="2963">
          <p15:clr>
            <a:srgbClr val="FDE53C"/>
          </p15:clr>
        </p15:guide>
        <p15:guide id="6" pos="4245">
          <p15:clr>
            <a:srgbClr val="FDE53C"/>
          </p15:clr>
        </p15:guide>
        <p15:guide id="12" pos="1967">
          <p15:clr>
            <a:srgbClr val="5ACBF0"/>
          </p15:clr>
        </p15:guide>
        <p15:guide id="16" pos="3792">
          <p15:clr>
            <a:srgbClr val="5ACBF0"/>
          </p15:clr>
        </p15:guide>
        <p15:guide id="19" pos="1880">
          <p15:clr>
            <a:srgbClr val="5ACBF0"/>
          </p15:clr>
        </p15:guide>
        <p15:guide id="20" pos="2054">
          <p15:clr>
            <a:srgbClr val="5ACBF0"/>
          </p15:clr>
        </p15:guide>
        <p15:guide id="21" pos="3879">
          <p15:clr>
            <a:srgbClr val="5ACBF0"/>
          </p15:clr>
        </p15:guide>
        <p15:guide id="22" pos="3705">
          <p15:clr>
            <a:srgbClr val="5ACBF0"/>
          </p15:clr>
        </p15:guide>
        <p15:guide id="23" pos="1599">
          <p15:clr>
            <a:srgbClr val="FDE53C"/>
          </p15:clr>
        </p15:guide>
        <p15:guide id="24" pos="1425">
          <p15:clr>
            <a:srgbClr val="FDE53C"/>
          </p15:clr>
        </p15:guide>
        <p15:guide id="25" pos="4334">
          <p15:clr>
            <a:srgbClr val="FDE53C"/>
          </p15:clr>
        </p15:guide>
        <p15:guide id="26" pos="4160">
          <p15:clr>
            <a:srgbClr val="FDE53C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ns2="http://schemas.microsoft.com/office/powerpoint/2010/main" xmlns:p="http://schemas.openxmlformats.org/presentationml/2006/main" type="obj">
  <p:cSld name="title and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1909314567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39" Target="../slideLayouts/slideLayout39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42" Target="../theme/theme1.xml" Type="http://schemas.openxmlformats.org/officeDocument/2006/relationships/theme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41" Target="../slideLayouts/slideLayout41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slideLayouts/slideLayout37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8" Target="../slideLayouts/slideLayout3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76BCA-AC88-72C1-BEDF-5F744A98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653" y="273844"/>
            <a:ext cx="7886700" cy="994172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19443-4A6B-1607-F5CB-613B96E28718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Copyright Line 5">
            <a:extLst>
              <a:ext uri="{FF2B5EF4-FFF2-40B4-BE49-F238E27FC236}">
                <a16:creationId xmlns:a16="http://schemas.microsoft.com/office/drawing/2014/main" id="{12448BE5-99DB-9E21-FBB8-3BEA3F2BDA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7727" y="4991100"/>
            <a:ext cx="4386263" cy="152400"/>
          </a:xfrm>
          <a:prstGeom prst="rect">
            <a:avLst/>
          </a:prstGeom>
          <a:noFill/>
        </p:spPr>
        <p:txBody>
          <a:bodyPr anchor="t" bIns="0" lIns="0" rIns="0" rtlCol="0" tIns="0" wrap="square">
            <a:noAutofit/>
          </a:bodyPr>
          <a:lstStyle/>
          <a:p>
            <a:pPr algn="l" defTabSz="685800" eaLnBrk="1" fontAlgn="auto" hangingPunct="1" indent="0" latinLnBrk="0" lvl="0" marL="0" marR="0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kern="1200" lang="en-US" smtClean="0" sz="675">
                <a:solidFill>
                  <a:schemeClr val="tx1"/>
                </a:solidFill>
                <a:latin charset="77" pitchFamily="2" typeface="Poppins"/>
                <a:ea typeface="+mn-ea"/>
                <a:cs charset="77" pitchFamily="2" typeface="Poppins"/>
              </a:rPr>
              <a:pPr algn="l" defTabSz="685800" eaLnBrk="1" fontAlgn="auto" hangingPunct="1" indent="0" latinLnBrk="0" lvl="0" marL="0" marR="0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dirty="0" kern="1200" lang="en-US" sz="675">
                <a:solidFill>
                  <a:schemeClr val="tx1"/>
                </a:solidFill>
                <a:latin charset="77" pitchFamily="2" typeface="Poppins"/>
                <a:ea typeface="+mn-ea"/>
                <a:cs charset="77" pitchFamily="2" typeface="Poppins"/>
              </a:rPr>
              <a:t>  |  C</a:t>
            </a:r>
            <a:r>
              <a:rPr dirty="0" lang="en-US" sz="675">
                <a:solidFill>
                  <a:schemeClr val="tx1"/>
                </a:solidFill>
                <a:latin charset="77" pitchFamily="2" typeface="Poppins"/>
                <a:cs charset="77" pitchFamily="2" typeface="Poppins"/>
              </a:rPr>
              <a:t>ornelis Networks  </a:t>
            </a:r>
            <a:r>
              <a:rPr dirty="0" kern="1200" lang="en-US" sz="675">
                <a:solidFill>
                  <a:schemeClr val="tx1"/>
                </a:solidFill>
                <a:latin charset="77" pitchFamily="2" typeface="Poppins"/>
                <a:ea typeface="+mn-ea"/>
                <a:cs charset="77" pitchFamily="2" typeface="Poppins"/>
              </a:rPr>
              <a:t> | </a:t>
            </a:r>
            <a:r>
              <a:rPr dirty="0" lang="en-US" sz="675">
                <a:solidFill>
                  <a:schemeClr val="tx1"/>
                </a:solidFill>
                <a:latin charset="77" pitchFamily="2" typeface="Poppins"/>
                <a:cs charset="77" pitchFamily="2" typeface="Poppins"/>
              </a:rPr>
              <a:t> Confidential  </a:t>
            </a:r>
            <a:endParaRPr dirty="0" kern="1200" lang="en-US" sz="675">
              <a:solidFill>
                <a:schemeClr val="tx1"/>
              </a:solidFill>
              <a:latin charset="77" pitchFamily="2" typeface="Poppins"/>
              <a:ea typeface="+mn-ea"/>
              <a:cs charset="77" pitchFamily="2" typeface="Poppins"/>
            </a:endParaRPr>
          </a:p>
        </p:txBody>
      </p:sp>
      <p:sp>
        <p:nvSpPr>
          <p:cNvPr id="5" name="Copyright Line 5">
            <a:extLst>
              <a:ext uri="{FF2B5EF4-FFF2-40B4-BE49-F238E27FC236}">
                <a16:creationId xmlns:a16="http://schemas.microsoft.com/office/drawing/2014/main" id="{2093A638-C302-AABC-69E2-1C3E3C3B3E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5439" y="4992624"/>
            <a:ext cx="4386263" cy="152400"/>
          </a:xfrm>
          <a:prstGeom prst="rect">
            <a:avLst/>
          </a:prstGeom>
          <a:noFill/>
        </p:spPr>
        <p:txBody>
          <a:bodyPr anchor="t" bIns="0" lIns="0" rIns="0" rtlCol="0" tIns="0" wrap="square">
            <a:noAutofit/>
          </a:bodyPr>
          <a:lstStyle/>
          <a:p>
            <a:pPr algn="l" defTabSz="685800" eaLnBrk="1" fontAlgn="auto" hangingPunct="1" indent="0" latinLnBrk="0" lvl="0" marL="0" marR="0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D11268-4A76-4FFC-A40C-2AB91E928D12}" type="slidenum">
              <a:rPr kern="1200" lang="en-US" smtClean="0" sz="675">
                <a:solidFill>
                  <a:schemeClr val="accent5"/>
                </a:solidFill>
                <a:latin charset="77" pitchFamily="2" typeface="Poppins"/>
                <a:ea typeface="+mn-ea"/>
                <a:cs charset="77" pitchFamily="2" typeface="Poppins"/>
              </a:rPr>
              <a:pPr algn="l" defTabSz="685800" eaLnBrk="1" fontAlgn="auto" hangingPunct="1" indent="0" latinLnBrk="0" lvl="0" marL="0" marR="0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dirty="0" kern="1200" lang="en-US" sz="675">
                <a:solidFill>
                  <a:schemeClr val="accent5"/>
                </a:solidFill>
                <a:latin charset="77" pitchFamily="2" typeface="Poppins"/>
                <a:ea typeface="+mn-ea"/>
                <a:cs charset="77" pitchFamily="2" typeface="Poppins"/>
              </a:rPr>
              <a:t>  |  C</a:t>
            </a:r>
            <a:r>
              <a:rPr dirty="0" lang="en-US" sz="675">
                <a:solidFill>
                  <a:schemeClr val="accent5"/>
                </a:solidFill>
                <a:latin charset="77" pitchFamily="2" typeface="Poppins"/>
                <a:cs charset="77" pitchFamily="2" typeface="Poppins"/>
              </a:rPr>
              <a:t>ornelis Networks | Confidential</a:t>
            </a:r>
            <a:endParaRPr dirty="0" kern="1200" lang="en-US" sz="675">
              <a:solidFill>
                <a:schemeClr val="accent5"/>
              </a:solidFill>
              <a:latin charset="77" pitchFamily="2" typeface="Poppins"/>
              <a:ea typeface="+mn-ea"/>
              <a:cs charset="77" pitchFamily="2"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29714497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685800" eaLnBrk="1" hangingPunct="1" latinLnBrk="0" rtl="0">
        <a:lnSpc>
          <a:spcPct val="90000"/>
        </a:lnSpc>
        <a:spcBef>
          <a:spcPct val="0"/>
        </a:spcBef>
        <a:buNone/>
        <a:defRPr b="0" kern="1200" sz="3300">
          <a:solidFill>
            <a:schemeClr val="bg1"/>
          </a:solidFill>
          <a:latin typeface="+mj-lt"/>
          <a:ea typeface="+mj-ea"/>
          <a:cs charset="0" panose="00000500000000000000" pitchFamily="2" typeface="Poppins"/>
        </a:defRPr>
      </a:lvl1pPr>
    </p:titleStyle>
    <p:bodyStyle>
      <a:lvl1pPr algn="l" defTabSz="685800" eaLnBrk="1" hangingPunct="1" indent="0" latinLnBrk="0" marL="0" rtl="0">
        <a:lnSpc>
          <a:spcPct val="90000"/>
        </a:lnSpc>
        <a:spcBef>
          <a:spcPts val="750"/>
        </a:spcBef>
        <a:buFont charset="0" panose="020B0604020202020204" pitchFamily="34" typeface="Arial"/>
        <a:buNone/>
        <a:defRPr kern="1200" sz="2100">
          <a:solidFill>
            <a:schemeClr val="accent5"/>
          </a:solidFill>
          <a:latin typeface="+mn-lt"/>
          <a:ea typeface="+mn-ea"/>
          <a:cs charset="0" panose="00000500000000000000" pitchFamily="2" typeface="Poppins"/>
        </a:defRPr>
      </a:lvl1pPr>
      <a:lvl2pPr algn="l" defTabSz="685800" eaLnBrk="1" hangingPunct="1" indent="-171450" latinLnBrk="0" marL="5143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800">
          <a:solidFill>
            <a:schemeClr val="accent5"/>
          </a:solidFill>
          <a:latin typeface="+mn-lt"/>
          <a:ea typeface="+mn-ea"/>
          <a:cs charset="0" panose="00000500000000000000" pitchFamily="2" typeface="Poppins"/>
        </a:defRPr>
      </a:lvl2pPr>
      <a:lvl3pPr algn="l" defTabSz="685800" eaLnBrk="1" hangingPunct="1" indent="-171450" latinLnBrk="0" marL="8572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500">
          <a:solidFill>
            <a:schemeClr val="accent5"/>
          </a:solidFill>
          <a:latin typeface="+mn-lt"/>
          <a:ea typeface="+mn-ea"/>
          <a:cs charset="0" panose="00000500000000000000" pitchFamily="2" typeface="Poppins"/>
        </a:defRPr>
      </a:lvl3pPr>
      <a:lvl4pPr algn="l" defTabSz="685800" eaLnBrk="1" hangingPunct="1" indent="-171450" latinLnBrk="0" marL="12001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accent5"/>
          </a:solidFill>
          <a:latin typeface="+mn-lt"/>
          <a:ea typeface="+mn-ea"/>
          <a:cs charset="0" panose="00000500000000000000" pitchFamily="2" typeface="Poppins"/>
        </a:defRPr>
      </a:lvl4pPr>
      <a:lvl5pPr algn="l" defTabSz="685800" eaLnBrk="1" hangingPunct="1" indent="-171450" latinLnBrk="0" marL="15430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accent5"/>
          </a:solidFill>
          <a:latin typeface="+mn-lt"/>
          <a:ea typeface="+mn-ea"/>
          <a:cs charset="0" panose="00000500000000000000" pitchFamily="2" typeface="Poppins"/>
        </a:defRPr>
      </a:lvl5pPr>
      <a:lvl6pPr algn="l" defTabSz="685800" eaLnBrk="1" hangingPunct="1" indent="-171450" latinLnBrk="0" marL="18859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indent="-171450" latinLnBrk="0" marL="22288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indent="-171450" latinLnBrk="0" marL="25717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indent="-171450" latinLnBrk="0" marL="2914650" rtl="0">
        <a:lnSpc>
          <a:spcPct val="90000"/>
        </a:lnSpc>
        <a:spcBef>
          <a:spcPts val="375"/>
        </a:spcBef>
        <a:buFont charset="0" panose="020B0604020202020204" pitchFamily="34"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6858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7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7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7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7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CN7000 Solution and Feature Matrices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Scale-Out Solutions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Scale-Out AI Workload Solutions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574800"/>
                <a:gridCol w="1574800"/>
                <a:gridCol w="1574800"/>
                <a:gridCol w="157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Small-Medium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Hyperscalar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UE+, UE, Ethernet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UE+, UE, Ethernet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UE+, UE, Ethernet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RoCE (interop)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RoCE (interop)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RoCE (interop)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Select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(UE+, UE, Ethernet, RoCE)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(UE+, UE, Ethernet, RoCE)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(UE+, UE, Ethernet, RoCE)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PDS Modes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RUDI, UUD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RUDI, UUD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RUDI, UUD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Atomic, Deferrable Send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Atomic, Deferrable Send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Atomic, Deferrable Send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≤10K (≤1.25K/rail)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10K-93K (1.25K-11.6K/rail)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100K-1.44M (12.5K-180K/rail)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Fat-Tree or Fat-Tree 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Fat-Tree 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Fat-Tree Rail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Interoperability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 or Heterogeneous (island)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Heterogeneous (island)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Ethernet Compat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standard compliant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standard compliant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standard compliant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Scale-Out AI Workload Solutions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574800"/>
                <a:gridCol w="1574800"/>
                <a:gridCol w="1574800"/>
                <a:gridCol w="157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Small-Medium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Hyperscalar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 Behavior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Message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 (hop)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≤250ns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≤250ns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≤250ns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SDR/Packet Spray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Route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Congestion 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(UE, Ethernet, RoCE)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(UE, Ethernet, RoCE)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(UE, Ethernet, RoCE)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(lossless, lossy)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(lossless, lossy)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(lossless, lossy)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CSIG/CSIG+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Collective Accel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(homogeneous/island)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(homogeneous/island)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(homogeneous/island)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Scale-Out HPC Workload Solutions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574800"/>
                <a:gridCol w="1574800"/>
                <a:gridCol w="1574800"/>
                <a:gridCol w="157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16B, UE+, 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16B, UE+, 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16B, UE+, 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Ethernet, RoCE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Ethernet, RoCE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Ethernet, RoCE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Select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(OPA, UE+, UE, Ethernet, RoCE)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(OPA, UE+, UE, Ethernet, RoCE)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(OPA, UE+, UE, Ethernet, RoCE)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PDS Modes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RUDI, UUD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RUDI, UUD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RUD, ROD, RUDI, UUD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Atomic, Deferrable Send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Atomic, Deferrable Send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Tagged Send, RMA, Atomic, Deferrable Send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NSCC, RCCC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≤5K (≤625/rail)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5K-10K (625-1.25K/rail)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10K-93K (1.25K-11.6K/rail)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Fat-Tree or Fat-Tree 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Fat-Tree or Fat-Tree 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Fat-Tree Rail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Interoperability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 or Heterogeneous (island)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Ethernet Compat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standard compliant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standard compliant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standard compliant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CN5000/CN6000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Scale-Out HPC Workload Solutions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574800"/>
                <a:gridCol w="1574800"/>
                <a:gridCol w="1574800"/>
                <a:gridCol w="157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 Behavior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Message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 (hop)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≤250ns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≤250ns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≤250ns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SDR/Packet Spray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Route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Congestion 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(UE, Ethernet, RoCE)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(UE, Ethernet, RoCE)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(UE, Ethernet, RoCE)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(lossless, lossy)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(lossless, lossy)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(lossless, lossy)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CSIG/CSIG+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Collective Accel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(homogeneous/island)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(homogeneous/island)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(homogeneous/island)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Scale-Out HPC Workload Solutions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574800"/>
                <a:gridCol w="1574800"/>
                <a:gridCol w="1574800"/>
                <a:gridCol w="157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Advanced Topo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Megafly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Dragonfly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Scale-Up Solutions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Scale-Up AI Workload Solutions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Pod/Rack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Multi-Rack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UALink 200G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UALink 200G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(ULN variant)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(ULN variant)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Select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(UALink)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Memory (load/store)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Memory (load/store)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DL/TL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680B payload, VC, LLR, CBFC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680B payload, VC, LLR, CBFC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Same-address ordering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Same-address ordering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(UE/ULN)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PDS Modes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ROD, RUD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ROD, RUD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≤1K accelerators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≤1K accelerators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Single-tier (1-hop)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Single-tier (1-4 racks)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Cable Length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&lt;4m per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&lt;4m per link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RTT 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&lt;1μs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&lt;1μs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Scale-Up AI Workload Solutions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Pod/Rack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Multi-Rack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Interoperability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UALink Consortium spec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UALink Consortium spec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Scale-Up AI Workload Solutions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Pod/Rack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Multi-Rack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 Behavior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 or PFC)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 or PFC)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Message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 (RTT)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Sub-μs 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Sub-μs target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Bandwidth/XPU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1.6T (8x200G lanes)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1.6T (8x200G lanes)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SDR/Packet Spray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Route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Congestion 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(UE/ULN)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(UE/ULN)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CSIG/CSIG+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Scale-Up AI Workload Solutions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Pod/Rack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Multi-Rack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Flow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PFC or CBFC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PFC or CBFC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Collective Accel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Advanced Topo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Megafly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Dragonfly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Cornelis does not currently have a scale-up NIC or embedded accelerator HFI. Scale-up solutions assume different endpoint vendors connecting to Cornelis switches.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Scale-Up HPC Workload Solutions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Pod/Rack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Multi-Rack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(ULN)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(ULN)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(homogeneous)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(homogeneous)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Select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(OPA, UE, Ethernet, RoCE)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(OPA, UE, Ethernet, RoCE)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(UE/ULN)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PDS Modes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ROD, RUD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ROD, RUD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RMA, Tagged Send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RMA, Tagged Send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RCCC, NSCC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RCCC, NSCC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≤1K compute nodes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≤1K compute nodes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Single-tier, all-to-all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Single-tier, 1-4 racks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Cable Length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&lt;4m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&lt;4m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RTT 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&lt;1μs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&lt;1μs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Interoperability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HPC profile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HPC profile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Scale-Up HPC Workload Solutions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Pod/Rack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Multi-Rack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 Behavior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Message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 (RTT)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Sub-μs target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Sub-μs target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Bandwidth/Node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1.6T (aggregated)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1.6T (aggregated)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SDR/Packet Spray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Route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Congestion 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(lossless, lossy)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(lossless, lossy)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CSIG/CSIG+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Scale-Up HPC Workload Solutions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968500"/>
                <a:gridCol w="1968500"/>
                <a:gridCol w="1968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Pod/Rack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Multi-Rack Scale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Collective Accel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(homogeneous/island)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(homogeneous/island)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Advanced Topo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Megafly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Dragonfly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Cornelis does not currently have a scale-up NIC or embedded accelerator HFI. Scale-up solutions assume different endpoint vendors connecting to Cornelis switches.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Feature Coexistence Rules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Scale-Out Mandatory Combinations: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UE+ Protocol</a:t>
            </a:r>
            <a:r>
              <a:rPr/>
              <a:t> → Requires: CBFC + LLR + (NSCC or RCCC) + CSIG capability</a:t>
            </a:r>
          </a:p>
          <a:p>
            <a:pPr lvl="0" indent="-342900" marL="342900">
              <a:buAutoNum type="arabicPeriod"/>
            </a:pPr>
            <a:r>
              <a:rPr b="1"/>
              <a:t>Large Scale Deployments</a:t>
            </a:r>
            <a:r>
              <a:rPr/>
              <a:t> → Requires: FGAR + CSIG+ + Fat-Tree Rail topology</a:t>
            </a:r>
          </a:p>
          <a:p>
            <a:pPr lvl="0" indent="-342900" marL="342900">
              <a:buAutoNum type="arabicPeriod"/>
            </a:pPr>
            <a:r>
              <a:rPr b="1"/>
              <a:t>Heterogeneous (island) Interop</a:t>
            </a:r>
            <a:r>
              <a:rPr/>
              <a:t> → Requires: Standard UE (not UE+) + UE-compliant congestion control</a:t>
            </a:r>
          </a:p>
          <a:p>
            <a:pPr lvl="0" indent="-342900" marL="342900">
              <a:buAutoNum type="arabicPeriod"/>
            </a:pPr>
            <a:r>
              <a:rPr b="1"/>
              <a:t>Dynamic Protocol Selection</a:t>
            </a:r>
            <a:r>
              <a:rPr/>
              <a:t> → Requires: Homogeneous Cornelis deployment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Scale-Up Mandatory Combinations: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UALink (Scale-Up AI)</a:t>
            </a:r>
            <a:r>
              <a:rPr/>
              <a:t> → Requires: CBFC (or PFC) + LLR + Single-tier topology + Memory semantics</a:t>
            </a:r>
          </a:p>
          <a:p>
            <a:pPr lvl="0" indent="-342900" marL="342900">
              <a:buAutoNum type="arabicPeriod"/>
            </a:pPr>
            <a:r>
              <a:rPr b="1"/>
              <a:t>UE/ULN (Scale-Up HPC)</a:t>
            </a:r>
            <a:r>
              <a:rPr/>
              <a:t> → Requires: RCCC + Sub-μs RTT + CBFC + Single-tier topology</a:t>
            </a:r>
          </a:p>
          <a:p>
            <a:pPr lvl="0" indent="-342900" marL="342900">
              <a:buAutoNum type="arabicPeriod"/>
            </a:pPr>
            <a:r>
              <a:rPr b="1"/>
              <a:t>Collective Acceleration</a:t>
            </a:r>
            <a:r>
              <a:rPr/>
              <a:t> → Requires: Homogeneous/island deployment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Mutually Exclusive Configurations: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Scale-Out</a:t>
            </a:r>
            <a:r>
              <a:rPr/>
              <a:t> ⊕ </a:t>
            </a:r>
            <a:r>
              <a:rPr b="1"/>
              <a:t>Scale-Up</a:t>
            </a:r>
            <a:r>
              <a:rPr/>
              <a:t> on same switch instance (different deployment models)</a:t>
            </a:r>
          </a:p>
          <a:p>
            <a:pPr lvl="0"/>
            <a:r>
              <a:rPr b="1"/>
              <a:t>Dynamic protocol selection</a:t>
            </a:r>
            <a:r>
              <a:rPr/>
              <a:t> ⊕ </a:t>
            </a:r>
            <a:r>
              <a:rPr b="1"/>
              <a:t>Heterogeneous (island)</a:t>
            </a:r>
            <a:r>
              <a:rPr/>
              <a:t> (dynamic selection only for homogeneous Cornelis)</a:t>
            </a:r>
          </a:p>
          <a:p>
            <a:pPr lvl="0"/>
            <a:r>
              <a:rPr b="1"/>
              <a:t>Advanced Topologies (Megafly/Dragonfly)</a:t>
            </a:r>
            <a:r>
              <a:rPr/>
              <a:t> ⊕ </a:t>
            </a:r>
            <a:r>
              <a:rPr b="1"/>
              <a:t>Scale-Up</a:t>
            </a:r>
            <a:r>
              <a:rPr/>
              <a:t> (Scale-Up uses single-tier only)</a:t>
            </a:r>
          </a:p>
          <a:p>
            <a:pPr lvl="0"/>
            <a:r>
              <a:rPr b="1"/>
              <a:t>Advanced Topologies (Megafly/Dragonfly)</a:t>
            </a:r>
            <a:r>
              <a:rPr/>
              <a:t> ⊕ </a:t>
            </a:r>
            <a:r>
              <a:rPr b="1"/>
              <a:t>Scale-Out AI</a:t>
            </a:r>
            <a:r>
              <a:rPr/>
              <a:t> (HPC only)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Feature Applicability by Solution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 Applicability by Solution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  <a:gridCol w="1308100"/>
                <a:gridCol w="1308100"/>
                <a:gridCol w="1308100"/>
                <a:gridCol w="1308100"/>
                <a:gridCol w="130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HPC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HPC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UE+, UE, Ethernet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(ULN)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16B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UALink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(interop)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(interop)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(interop)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Select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PDS Modes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(subset)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(subset)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(subset)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(RCCC)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Transports (UALink)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Memory Semantics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&gt;10K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≤1K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Multi-tier 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 Applicability by Solution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  <a:gridCol w="1308100"/>
                <a:gridCol w="1308100"/>
                <a:gridCol w="1308100"/>
                <a:gridCol w="1308100"/>
                <a:gridCol w="130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HPC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HPC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Single-tier 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Interoperability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Heterogeneous (island)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(Large+)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(Large)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 Applicability by Solution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  <a:gridCol w="1308100"/>
                <a:gridCol w="1308100"/>
                <a:gridCol w="1308100"/>
                <a:gridCol w="1308100"/>
                <a:gridCol w="130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HPC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HPC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Lossless (CBFC, LLR)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4B msgs/sec bidi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≤250ns hop latency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Sub-μs RTT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SDR/Packet Spray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Dynamic Route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Congestion 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CSIG/CSIG+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 Applicability by Solution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100"/>
                <a:gridCol w="1308100"/>
                <a:gridCol w="1308100"/>
                <a:gridCol w="1308100"/>
                <a:gridCol w="1308100"/>
                <a:gridCol w="130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Sub-Feature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HPC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HPC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Collective Accel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Value-Add: Advanced Topo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Megafly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Dragonfly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Differentiators by Solution Type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Differentiators by Solution Type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2300" y="1358900"/>
          <a:ext cx="7886700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574800"/>
                <a:gridCol w="1574800"/>
                <a:gridCol w="1574800"/>
                <a:gridCol w="157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Scale-Out HPC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Scale-Up HPC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Primary Goal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Maximize GPU utilization, collective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Balanced latency/bandwidth/message rate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Ultra-low latency, memory semantics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Low-latency RDMA within pod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Primary Protocol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UE+, UE, Ethernet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 16B, UE+, 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UALink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UE (ULN)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Packet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 MTU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 MTU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680B (UALink)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 MTU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Max 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1.44M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93K endpoints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≤1K accelerators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≤1K compute nodes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Topology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Fat-Tree, Fat-Tree 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Fat-Tree, Fat-Tree Rail, Megafly, Dragonfly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Single-tier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Single-tier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Routing 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(multi-tier, adaptive)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(multi-tier, adaptive)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 (single-tier)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 (single-tier)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Congestion Strategy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 + 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 + RCCC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RCCC (UE/ULN)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NSCC + RCCC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Telemetry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CSIG/CSIG+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CSIG/CSIG+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Collective Offload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(homogeneous/island)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(homogeneous/island)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(homogeneous/island)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Interoperability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 or Heterogeneous (island)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 or Heterogeneous (island)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Homogeneous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  <a:r>
              <a:rPr/>
              <a:t> - CN7000 Switch Requirements (Landing Zone) - CN7000 HFI Requirements (Landing Zone)</a:t>
            </a:r>
            <a:br/>
            <a:r>
              <a:rPr/>
              <a:t>- UEC Transport Specifications (PDS, SES, CMS) - UALink Consortium Specifications - CN7000 Features Documentation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/>
          <a:lstStyle/>
          <a:p>
            <a:pPr lvl="0" indent="0" marL="0">
              <a:buNone/>
            </a:pPr>
            <a:r>
              <a:rPr/>
              <a:t>Glossary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bidi</a:t>
            </a:r>
            <a:r>
              <a:rPr/>
              <a:t> - Bidirectional. Indicates that a metric (e.g., message rate) applies to both transmit and receive directions combined.</a:t>
            </a:r>
          </a:p>
          <a:p>
            <a:pPr lvl="0" indent="0" marL="0">
              <a:buNone/>
            </a:pPr>
            <a:r>
              <a:rPr b="1"/>
              <a:t>CBFC</a:t>
            </a:r>
            <a:r>
              <a:rPr/>
              <a:t> - Credit-Based Flow Control. A lossless flow control mechanism that uses credits to manage buffer space and prevent packet drops.</a:t>
            </a:r>
          </a:p>
          <a:p>
            <a:pPr lvl="0" indent="0" marL="0">
              <a:buNone/>
            </a:pPr>
            <a:r>
              <a:rPr b="1"/>
              <a:t>CMS</a:t>
            </a:r>
            <a:r>
              <a:rPr/>
              <a:t> - Congestion Management Service. UE transport layer service for congestion detection and response.</a:t>
            </a:r>
          </a:p>
          <a:p>
            <a:pPr lvl="0" indent="0" marL="0">
              <a:buNone/>
            </a:pPr>
            <a:r>
              <a:rPr b="1"/>
              <a:t>CSIG/CSIG+</a:t>
            </a:r>
            <a:r>
              <a:rPr/>
              <a:t> - Congestion Signaling. Telemetry mechanism for communicating congestion state (2B/4B/6B variants).</a:t>
            </a:r>
          </a:p>
          <a:p>
            <a:pPr lvl="0" indent="0" marL="0">
              <a:buNone/>
            </a:pPr>
            <a:r>
              <a:rPr b="1"/>
              <a:t>ECAR</a:t>
            </a:r>
            <a:r>
              <a:rPr/>
              <a:t> - Entropy Controlled Adaptive Routing. Routing algorithm that uses entropy-based path selection to balance load.</a:t>
            </a:r>
          </a:p>
          <a:p>
            <a:pPr lvl="0" indent="0" marL="0">
              <a:buNone/>
            </a:pPr>
            <a:r>
              <a:rPr b="1"/>
              <a:t>ECN</a:t>
            </a:r>
            <a:r>
              <a:rPr/>
              <a:t> - Explicit Congestion Notification. Standard mechanism for signaling network congestion to endpoints.</a:t>
            </a:r>
          </a:p>
          <a:p>
            <a:pPr lvl="0" indent="0" marL="0">
              <a:buNone/>
            </a:pPr>
            <a:r>
              <a:rPr b="1"/>
              <a:t>FGAR</a:t>
            </a:r>
            <a:r>
              <a:rPr/>
              <a:t> - Fine-Grained Adaptive Routing. Telemetry-based adaptive routing for optimal path selection.</a:t>
            </a:r>
          </a:p>
          <a:p>
            <a:pPr lvl="0" indent="0" marL="0">
              <a:buNone/>
            </a:pPr>
            <a:r>
              <a:rPr b="1"/>
              <a:t>LLR</a:t>
            </a:r>
            <a:r>
              <a:rPr/>
              <a:t> - Link-Level Retry. Mechanism for retransmitting corrupted or lost packets at the link layer.</a:t>
            </a:r>
          </a:p>
          <a:p>
            <a:pPr lvl="0" indent="0" marL="0">
              <a:buNone/>
            </a:pPr>
            <a:r>
              <a:rPr b="1"/>
              <a:t>NSCC</a:t>
            </a:r>
            <a:r>
              <a:rPr/>
              <a:t> - Network-Side Congestion Control. Congestion control mechanism supporting both lossless and lossy modes.</a:t>
            </a:r>
          </a:p>
          <a:p>
            <a:pPr lvl="0" indent="0" marL="0">
              <a:buNone/>
            </a:pPr>
            <a:r>
              <a:rPr b="1"/>
              <a:t>OPA</a:t>
            </a:r>
            <a:r>
              <a:rPr/>
              <a:t> - Omni-Path Architecture. Cornelis proprietary high-performance fabric protocol.</a:t>
            </a:r>
          </a:p>
          <a:p>
            <a:pPr lvl="0" indent="0" marL="0">
              <a:buNone/>
            </a:pPr>
            <a:r>
              <a:rPr b="1"/>
              <a:t>PDS</a:t>
            </a:r>
            <a:r>
              <a:rPr/>
              <a:t> - Packet Delivery Service. UE transport layer service defining delivery semantics (RUD, ROD, RUDI, UUD).</a:t>
            </a:r>
          </a:p>
          <a:p>
            <a:pPr lvl="0" indent="0" marL="0">
              <a:buNone/>
            </a:pPr>
            <a:r>
              <a:rPr b="1"/>
              <a:t>RCCC</a:t>
            </a:r>
            <a:r>
              <a:rPr/>
              <a:t> - Receiver Credit-based Congestion Control. Congestion control using receiver-side credit management.</a:t>
            </a:r>
          </a:p>
          <a:p>
            <a:pPr lvl="0" indent="0" marL="0">
              <a:buNone/>
            </a:pPr>
            <a:r>
              <a:rPr b="1"/>
              <a:t>RMA</a:t>
            </a:r>
            <a:r>
              <a:rPr/>
              <a:t> - Remote Memory Access. One-sided communication operations for direct memory access.</a:t>
            </a:r>
          </a:p>
          <a:p>
            <a:pPr lvl="0" indent="0" marL="0">
              <a:buNone/>
            </a:pPr>
            <a:r>
              <a:rPr b="1"/>
              <a:t>ROD</a:t>
            </a:r>
            <a:r>
              <a:rPr/>
              <a:t> - Reliable Ordered Delivery. PDS mode guaranteeing in-order packet delivery.</a:t>
            </a:r>
          </a:p>
          <a:p>
            <a:pPr lvl="0" indent="0" marL="0">
              <a:buNone/>
            </a:pPr>
            <a:r>
              <a:rPr b="1"/>
              <a:t>RoCE</a:t>
            </a:r>
            <a:r>
              <a:rPr/>
              <a:t> - RDMA over Converged Ethernet. Standard for RDMA operations over Ethernet networks.</a:t>
            </a:r>
          </a:p>
          <a:p>
            <a:pPr lvl="0" indent="0" marL="0">
              <a:buNone/>
            </a:pPr>
            <a:r>
              <a:rPr b="1"/>
              <a:t>RUD</a:t>
            </a:r>
            <a:r>
              <a:rPr/>
              <a:t> - Reliable Unordered Delivery. PDS mode guaranteeing delivery without ordering constraints.</a:t>
            </a:r>
          </a:p>
          <a:p>
            <a:pPr lvl="0" indent="0" marL="0">
              <a:buNone/>
            </a:pPr>
            <a:r>
              <a:rPr b="1"/>
              <a:t>RUDI</a:t>
            </a:r>
            <a:r>
              <a:rPr/>
              <a:t> - Reliable Unordered Delivery with Immediate data. RUD variant with immediate data support.</a:t>
            </a:r>
          </a:p>
          <a:p>
            <a:pPr lvl="0" indent="0" marL="0">
              <a:buNone/>
            </a:pPr>
            <a:r>
              <a:rPr b="1"/>
              <a:t>SDR</a:t>
            </a:r>
            <a:r>
              <a:rPr/>
              <a:t> - Source-based Deterministic Routing. Static routing determined at the source endpoint.</a:t>
            </a:r>
          </a:p>
          <a:p>
            <a:pPr lvl="0" indent="0" marL="0">
              <a:buNone/>
            </a:pPr>
            <a:r>
              <a:rPr b="1"/>
              <a:t>SES</a:t>
            </a:r>
            <a:r>
              <a:rPr/>
              <a:t> - Send/Event Service. UE transport layer service for messaging semantics (Tagged Send, RMA, Atomic).</a:t>
            </a:r>
          </a:p>
          <a:p>
            <a:pPr lvl="0" indent="0" marL="0">
              <a:buNone/>
            </a:pPr>
            <a:r>
              <a:rPr b="1"/>
              <a:t>UALink</a:t>
            </a:r>
            <a:r>
              <a:rPr/>
              <a:t> - Ultra Accelerator Link. Consortium-defined standard for accelerator interconnect with memory semantics.</a:t>
            </a:r>
          </a:p>
          <a:p>
            <a:pPr lvl="0" indent="0" marL="0">
              <a:buNone/>
            </a:pPr>
            <a:r>
              <a:rPr b="1"/>
              <a:t>UE</a:t>
            </a:r>
            <a:r>
              <a:rPr/>
              <a:t> - Ultra Ethernet. Industry-standard high-performance Ethernet protocol for HPC/AI workloads.</a:t>
            </a:r>
          </a:p>
          <a:p>
            <a:pPr lvl="0" indent="0" marL="0">
              <a:buNone/>
            </a:pPr>
            <a:r>
              <a:rPr b="1"/>
              <a:t>UE+</a:t>
            </a:r>
            <a:r>
              <a:rPr/>
              <a:t> - Ultra Ethernet Plus. Cornelis-enhanced UE with additional performance features.</a:t>
            </a:r>
          </a:p>
          <a:p>
            <a:pPr lvl="0" indent="0" marL="0">
              <a:buNone/>
            </a:pPr>
            <a:r>
              <a:rPr b="1"/>
              <a:t>ULN</a:t>
            </a:r>
            <a:r>
              <a:rPr/>
              <a:t> - Ultra Local Network. UE variant optimized for scale-up, low-latency deployments.</a:t>
            </a:r>
          </a:p>
          <a:p>
            <a:pPr lvl="0" indent="0" marL="0">
              <a:buNone/>
            </a:pPr>
            <a:r>
              <a:rPr b="1"/>
              <a:t>UUD</a:t>
            </a:r>
            <a:r>
              <a:rPr/>
              <a:t> - Unreliable Unordered Delivery. PDS mode with best-effort delivery semantics.</a:t>
            </a:r>
          </a:p>
        </p:txBody>
      </p:sp>
    </p:spTree>
  </p:cSld>
</p:sld>
</file>

<file path=ppt/theme/theme1.xml><?xml version="1.0" encoding="utf-8"?>
<a:theme xmlns:a="http://schemas.openxmlformats.org/drawingml/2006/main" name="5_Office Theme">
  <a:themeElements>
    <a:clrScheme name="New Cornelis Brand">
      <a:dk1>
        <a:srgbClr val="6400B9"/>
      </a:dk1>
      <a:lt1>
        <a:srgbClr val="FFFFFF"/>
      </a:lt1>
      <a:dk2>
        <a:srgbClr val="3D0070"/>
      </a:dk2>
      <a:lt2>
        <a:srgbClr val="991DFF"/>
      </a:lt2>
      <a:accent1>
        <a:srgbClr val="8B00FE"/>
      </a:accent1>
      <a:accent2>
        <a:srgbClr val="991DFF"/>
      </a:accent2>
      <a:accent3>
        <a:srgbClr val="AD53FD"/>
      </a:accent3>
      <a:accent4>
        <a:srgbClr val="35343C"/>
      </a:accent4>
      <a:accent5>
        <a:srgbClr val="4C4B57"/>
      </a:accent5>
      <a:accent6>
        <a:srgbClr val="9D9CAA"/>
      </a:accent6>
      <a:hlink>
        <a:srgbClr val="8B00FE"/>
      </a:hlink>
      <a:folHlink>
        <a:srgbClr val="6400B9"/>
      </a:folHlink>
    </a:clrScheme>
    <a:fontScheme name="Custom 2">
      <a:majorFont>
        <a:latin typeface="Saira Expanded SemiBold"/>
        <a:ea typeface=""/>
        <a:cs typeface=""/>
      </a:majorFont>
      <a:minorFont>
        <a:latin typeface="Saira"/>
        <a:ea typeface=""/>
        <a:cs typeface=""/>
      </a:minorFont>
    </a:fontScheme>
    <a:fmtScheme name="Inse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dard PPT Template_Light.potx" id="{21D915A3-CE6F-4140-A059-A795AC524F3F}" vid="{50EF0C8E-98F3-41D2-9A99-0785A92049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Standard PPT Template_Light</Template>
  <TotalTime>8</TotalTime>
  <Words>46</Words>
  <Application>Microsoft Office PowerPoint</Application>
  <PresentationFormat>On-screen Show (16:9)</PresentationFormat>
  <Paragraphs>14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Aptos Black</vt:lpstr>
      <vt:lpstr>Arial</vt:lpstr>
      <vt:lpstr>Arial Narrow</vt:lpstr>
      <vt:lpstr>Calibri</vt:lpstr>
      <vt:lpstr>Poppins</vt:lpstr>
      <vt:lpstr>Poppins Medium</vt:lpstr>
      <vt:lpstr>Saira</vt:lpstr>
      <vt:lpstr>Saira Expanded SemiBold</vt:lpstr>
      <vt:lpstr>Symbol</vt:lpstr>
      <vt:lpstr>5_Office Theme</vt:lpstr>
      <vt:lpstr>Presentation Title</vt:lpstr>
      <vt:lpstr>Slide Title</vt:lpstr>
      <vt:lpstr>Section header</vt:lpstr>
      <vt:lpstr>Slide Title for Two-Content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2026-02-06T18:11:49Z</dcterms:created>
  <dcterms:modified xsi:type="dcterms:W3CDTF">2026-02-06T18:11:49Z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ntsize">
    <vt:lpwstr>14pt</vt:lpwstr>
  </property>
</Properties>
</file>