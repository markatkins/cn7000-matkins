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0.svg" ContentType="image/svg+xml"/>
  <Override PartName="/ppt/media/image11.svg" ContentType="image/svg+xml"/>
  <Override PartName="/ppt/media/image13.svg" ContentType="image/svg+xml"/>
  <Override PartName="/ppt/media/image15.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9" r:id="rId5"/>
  </p:sldMasterIdLst>
  <p:notesMasterIdLst>
    <p:notesMasterId r:id="rId11"/>
  </p:notesMasterIdLst>
  <p:sldIdLst>
    <p:sldId id="256" r:id="rId6"/>
    <p:sldId id="2134096252" r:id="rId7"/>
    <p:sldId id="2134096253" r:id="rId8"/>
    <p:sldId id="2134096255" r:id="rId9"/>
    <p:sldId id="2134096254" r:id="rId10"/>
    <p:sldId id="2134096256" r:id="rId18"/>
    <p:sldId id="2134096257" r:id="rId19"/>
    <p:sldId id="2134096258" r:id="rId20"/>
    <p:sldId id="2134096259" r:id="rId21"/>
    <p:sldId id="2134096260" r:id="rId22"/>
    <p:sldId id="2134096261" r:id="rId23"/>
    <p:sldId id="2134096262" r:id="rId24"/>
    <p:sldId id="2134096263" r:id="rId25"/>
    <p:sldId id="2134096264" r:id="rId26"/>
    <p:sldId id="2134096265" r:id="rId27"/>
    <p:sldId id="2134096266" r:id="rId28"/>
    <p:sldId id="2134096267" r:id="rId29"/>
    <p:sldId id="2134096268" r:id="rId30"/>
    <p:sldId id="2134096269" r:id="rId31"/>
    <p:sldId id="2134096270" r:id="rId32"/>
    <p:sldId id="2134096271" r:id="rId33"/>
    <p:sldId id="2134096272" r:id="rId34"/>
    <p:sldId id="2134096273" r:id="rId35"/>
    <p:sldId id="2134096274" r:id="rId36"/>
    <p:sldId id="2134096275" r:id="rId37"/>
    <p:sldId id="2134096276" r:id="rId38"/>
    <p:sldId id="2134096277" r:id="rId39"/>
    <p:sldId id="2134096278" r:id="rId40"/>
    <p:sldId id="2134096279" r:id="rId41"/>
    <p:sldId id="2134096280" r:id="rId42"/>
    <p:sldId id="2134096281" r:id="rId4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5" roundtripDataSignature="AMtx7mhxDH5FARZnmGpYYgqGTRyKNkJVP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0A3A"/>
    <a:srgbClr val="AD53FD"/>
    <a:srgbClr val="3D0070"/>
    <a:srgbClr val="6400B9"/>
    <a:srgbClr val="8B00FE"/>
    <a:srgbClr val="000000"/>
    <a:srgbClr val="E5484D"/>
    <a:srgbClr val="D43DFD"/>
    <a:srgbClr val="12B76A"/>
    <a:srgbClr val="0006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548" autoAdjust="0"/>
    <p:restoredTop sz="94660"/>
  </p:normalViewPr>
  <p:slideViewPr>
    <p:cSldViewPr snapToGrid="0">
      <p:cViewPr varScale="1">
        <p:scale>
          <a:sx n="76" d="100"/>
          <a:sy n="76" d="100"/>
        </p:scale>
        <p:origin x="58"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notesMaster" Target="notesMasters/notesMaster1.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75" Type="http://customschemas.google.com/relationships/presentationmetadata" Target="meta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ynolds, Lauren" userId="66397cb7-f8a9-459a-a7ff-e9aef21b7c2e" providerId="ADAL" clId="{624EA300-9B27-4658-BDFA-1B9039D4E81A}"/>
    <pc:docChg chg="undo custSel addSld modSld">
      <pc:chgData name="Reynolds, Lauren" userId="66397cb7-f8a9-459a-a7ff-e9aef21b7c2e" providerId="ADAL" clId="{624EA300-9B27-4658-BDFA-1B9039D4E81A}" dt="2025-12-04T17:55:21.103" v="3" actId="680"/>
      <pc:docMkLst>
        <pc:docMk/>
      </pc:docMkLst>
      <pc:sldChg chg="addSp delSp modSp mod">
        <pc:chgData name="Reynolds, Lauren" userId="66397cb7-f8a9-459a-a7ff-e9aef21b7c2e" providerId="ADAL" clId="{624EA300-9B27-4658-BDFA-1B9039D4E81A}" dt="2025-12-03T02:26:35.212" v="1" actId="21"/>
        <pc:sldMkLst>
          <pc:docMk/>
          <pc:sldMk cId="2464625756" sldId="2134096252"/>
        </pc:sldMkLst>
        <pc:spChg chg="add del">
          <ac:chgData name="Reynolds, Lauren" userId="66397cb7-f8a9-459a-a7ff-e9aef21b7c2e" providerId="ADAL" clId="{624EA300-9B27-4658-BDFA-1B9039D4E81A}" dt="2025-12-03T02:26:35.212" v="1" actId="21"/>
          <ac:spMkLst>
            <pc:docMk/>
            <pc:sldMk cId="2464625756" sldId="2134096252"/>
            <ac:spMk id="2" creationId="{4C429181-572C-7DB8-0A49-42B7FBDA036B}"/>
          </ac:spMkLst>
        </pc:spChg>
        <pc:spChg chg="add del">
          <ac:chgData name="Reynolds, Lauren" userId="66397cb7-f8a9-459a-a7ff-e9aef21b7c2e" providerId="ADAL" clId="{624EA300-9B27-4658-BDFA-1B9039D4E81A}" dt="2025-12-03T02:26:35.212" v="1" actId="21"/>
          <ac:spMkLst>
            <pc:docMk/>
            <pc:sldMk cId="2464625756" sldId="2134096252"/>
            <ac:spMk id="4" creationId="{BE968582-26E2-4796-9EE0-5547FC371537}"/>
          </ac:spMkLst>
        </pc:spChg>
        <pc:spChg chg="add del mod">
          <ac:chgData name="Reynolds, Lauren" userId="66397cb7-f8a9-459a-a7ff-e9aef21b7c2e" providerId="ADAL" clId="{624EA300-9B27-4658-BDFA-1B9039D4E81A}" dt="2025-12-03T02:26:35.212" v="1" actId="21"/>
          <ac:spMkLst>
            <pc:docMk/>
            <pc:sldMk cId="2464625756" sldId="2134096252"/>
            <ac:spMk id="5" creationId="{DE10AA65-41E0-BC94-17F6-0407950E2C57}"/>
          </ac:spMkLst>
        </pc:spChg>
        <pc:spChg chg="add del mod">
          <ac:chgData name="Reynolds, Lauren" userId="66397cb7-f8a9-459a-a7ff-e9aef21b7c2e" providerId="ADAL" clId="{624EA300-9B27-4658-BDFA-1B9039D4E81A}" dt="2025-12-03T02:26:35.212" v="1" actId="21"/>
          <ac:spMkLst>
            <pc:docMk/>
            <pc:sldMk cId="2464625756" sldId="2134096252"/>
            <ac:spMk id="7" creationId="{365BC420-74A3-35A2-BDB1-545BB00D51E0}"/>
          </ac:spMkLst>
        </pc:spChg>
      </pc:sldChg>
      <pc:sldChg chg="new">
        <pc:chgData name="Reynolds, Lauren" userId="66397cb7-f8a9-459a-a7ff-e9aef21b7c2e" providerId="ADAL" clId="{624EA300-9B27-4658-BDFA-1B9039D4E81A}" dt="2025-12-03T02:49:36.174" v="2" actId="680"/>
        <pc:sldMkLst>
          <pc:docMk/>
          <pc:sldMk cId="3987434799" sldId="2134096254"/>
        </pc:sldMkLst>
      </pc:sldChg>
      <pc:sldChg chg="new">
        <pc:chgData name="Reynolds, Lauren" userId="66397cb7-f8a9-459a-a7ff-e9aef21b7c2e" providerId="ADAL" clId="{624EA300-9B27-4658-BDFA-1B9039D4E81A}" dt="2025-12-04T17:55:21.103" v="3" actId="680"/>
        <pc:sldMkLst>
          <pc:docMk/>
          <pc:sldMk cId="1504303918" sldId="21340962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mo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5357" y="3948803"/>
            <a:ext cx="9112295" cy="313163"/>
          </a:xfrm>
        </p:spPr>
        <p:txBody>
          <a:bodyPr vert="horz" wrap="square" lIns="0" tIns="0" rIns="0" bIns="0" rtlCol="0">
            <a:spAutoFit/>
          </a:bodyPr>
          <a:lstStyle>
            <a:lvl1pPr marL="0" indent="0">
              <a:buNone/>
              <a:defRPr lang="en-US" sz="2200" dirty="0">
                <a:solidFill>
                  <a:schemeClr val="bg1"/>
                </a:solidFill>
                <a:latin typeface="+mj-lt"/>
                <a:cs typeface="Poppins" pitchFamily="2" charset="77"/>
              </a:defRPr>
            </a:lvl1pPr>
          </a:lstStyle>
          <a:p>
            <a:pPr marL="304792" marR="0" lvl="0" indent="-304792" algn="l" defTabSz="914377" rtl="0" eaLnBrk="1" fontAlgn="auto" latinLnBrk="0" hangingPunct="1">
              <a:lnSpc>
                <a:spcPct val="90000"/>
              </a:lnSpc>
              <a:spcBef>
                <a:spcPts val="2667"/>
              </a:spcBef>
              <a:spcAft>
                <a:spcPts val="0"/>
              </a:spcAft>
              <a:buClr>
                <a:schemeClr val="tx2"/>
              </a:buClr>
              <a:buSzTx/>
              <a:tabLst/>
              <a:defRPr/>
            </a:pPr>
            <a:r>
              <a:rPr lang="en-US" dirty="0"/>
              <a:t>Click to edit Master subtitle style</a:t>
            </a:r>
          </a:p>
        </p:txBody>
      </p:sp>
      <p:sp>
        <p:nvSpPr>
          <p:cNvPr id="16" name="Title 1">
            <a:extLst>
              <a:ext uri="{FF2B5EF4-FFF2-40B4-BE49-F238E27FC236}">
                <a16:creationId xmlns:a16="http://schemas.microsoft.com/office/drawing/2014/main" id="{1874137C-A765-47B1-B0B1-10D06AF6D0AB}"/>
              </a:ext>
            </a:extLst>
          </p:cNvPr>
          <p:cNvSpPr>
            <a:spLocks noGrp="1"/>
          </p:cNvSpPr>
          <p:nvPr>
            <p:ph type="title" hasCustomPrompt="1"/>
          </p:nvPr>
        </p:nvSpPr>
        <p:spPr>
          <a:xfrm>
            <a:off x="853674" y="2437396"/>
            <a:ext cx="9112294" cy="1478400"/>
          </a:xfrm>
          <a:noFill/>
        </p:spPr>
        <p:txBody>
          <a:bodyPr anchor="t">
            <a:normAutofit/>
          </a:bodyPr>
          <a:lstStyle>
            <a:lvl1pPr>
              <a:lnSpc>
                <a:spcPct val="100000"/>
              </a:lnSpc>
              <a:defRPr lang="en-US" sz="40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6" name="Presenter Name 3">
            <a:extLst>
              <a:ext uri="{FF2B5EF4-FFF2-40B4-BE49-F238E27FC236}">
                <a16:creationId xmlns:a16="http://schemas.microsoft.com/office/drawing/2014/main" id="{C04F57AA-54B2-45D6-A733-72203FE0CF7A}"/>
              </a:ext>
            </a:extLst>
          </p:cNvPr>
          <p:cNvSpPr>
            <a:spLocks noGrp="1"/>
          </p:cNvSpPr>
          <p:nvPr>
            <p:ph type="body" sz="quarter" idx="11" hasCustomPrompt="1"/>
          </p:nvPr>
        </p:nvSpPr>
        <p:spPr>
          <a:xfrm>
            <a:off x="975358" y="4987395"/>
            <a:ext cx="5120643" cy="320088"/>
          </a:xfrm>
        </p:spPr>
        <p:txBody>
          <a:bodyPr wrap="square">
            <a:spAutoFit/>
          </a:bodyPr>
          <a:lstStyle>
            <a:lvl1pPr marL="0" indent="0" algn="l">
              <a:buNone/>
              <a:defRPr sz="1600">
                <a:solidFill>
                  <a:schemeClr val="bg2"/>
                </a:solidFill>
                <a:latin typeface="+mn-lt"/>
                <a:cs typeface="Poppins" pitchFamily="2" charset="77"/>
              </a:defRPr>
            </a:lvl1pPr>
          </a:lstStyle>
          <a:p>
            <a:pPr lvl="0"/>
            <a:r>
              <a:rPr lang="en-US"/>
              <a:t>Presenter Name</a:t>
            </a:r>
          </a:p>
        </p:txBody>
      </p:sp>
      <p:sp>
        <p:nvSpPr>
          <p:cNvPr id="8" name="Presenter Info 4">
            <a:extLst>
              <a:ext uri="{FF2B5EF4-FFF2-40B4-BE49-F238E27FC236}">
                <a16:creationId xmlns:a16="http://schemas.microsoft.com/office/drawing/2014/main" id="{C2103BC2-100F-4A8E-85B0-54037B4529E7}"/>
              </a:ext>
            </a:extLst>
          </p:cNvPr>
          <p:cNvSpPr>
            <a:spLocks noGrp="1"/>
          </p:cNvSpPr>
          <p:nvPr>
            <p:ph type="body" sz="quarter" idx="12" hasCustomPrompt="1"/>
          </p:nvPr>
        </p:nvSpPr>
        <p:spPr>
          <a:xfrm>
            <a:off x="975358" y="5271645"/>
            <a:ext cx="5120643" cy="248914"/>
          </a:xfrm>
        </p:spPr>
        <p:txBody>
          <a:bodyPr wrap="square">
            <a:spAutoFit/>
          </a:bodyPr>
          <a:lstStyle>
            <a:lvl1pPr marL="0" indent="0" algn="l">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7" name="Presenter Name 3">
            <a:extLst>
              <a:ext uri="{FF2B5EF4-FFF2-40B4-BE49-F238E27FC236}">
                <a16:creationId xmlns:a16="http://schemas.microsoft.com/office/drawing/2014/main" id="{F8232522-9A11-D612-56BC-CBE29D0D4599}"/>
              </a:ext>
            </a:extLst>
          </p:cNvPr>
          <p:cNvSpPr>
            <a:spLocks noGrp="1"/>
          </p:cNvSpPr>
          <p:nvPr>
            <p:ph type="body" sz="quarter" idx="13" hasCustomPrompt="1"/>
          </p:nvPr>
        </p:nvSpPr>
        <p:spPr>
          <a:xfrm>
            <a:off x="975357" y="4695684"/>
            <a:ext cx="5120643" cy="263149"/>
          </a:xfrm>
        </p:spPr>
        <p:txBody>
          <a:bodyPr wrap="square">
            <a:spAutoFit/>
          </a:bodyPr>
          <a:lstStyle>
            <a:lvl1pPr marL="0" indent="0" algn="l">
              <a:buNone/>
              <a:defRPr sz="1200">
                <a:solidFill>
                  <a:schemeClr val="bg2"/>
                </a:solidFill>
                <a:latin typeface="+mn-lt"/>
                <a:cs typeface="Poppins" pitchFamily="2" charset="77"/>
              </a:defRPr>
            </a:lvl1pPr>
          </a:lstStyle>
          <a:p>
            <a:pPr lvl="0"/>
            <a:r>
              <a:rPr lang="en-US"/>
              <a:t>Date</a:t>
            </a:r>
          </a:p>
        </p:txBody>
      </p:sp>
      <p:pic>
        <p:nvPicPr>
          <p:cNvPr id="2" name="Picture 1" descr="A black text on a white background&#10;&#10;AI-generated content may be incorrect.">
            <a:extLst>
              <a:ext uri="{FF2B5EF4-FFF2-40B4-BE49-F238E27FC236}">
                <a16:creationId xmlns:a16="http://schemas.microsoft.com/office/drawing/2014/main" id="{1C246593-E14B-CD45-D152-7A1767714E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828" y="525004"/>
            <a:ext cx="4741164" cy="1113086"/>
          </a:xfrm>
          <a:prstGeom prst="rect">
            <a:avLst/>
          </a:prstGeom>
        </p:spPr>
      </p:pic>
    </p:spTree>
    <p:extLst>
      <p:ext uri="{BB962C8B-B14F-4D97-AF65-F5344CB8AC3E}">
        <p14:creationId xmlns:p14="http://schemas.microsoft.com/office/powerpoint/2010/main" val="23320361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lain presenter on r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F7546-E356-2268-8B5F-0BB3552903C1}"/>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a:fillRect/>
          </a:stretch>
        </p:blipFill>
        <p:spPr>
          <a:xfrm>
            <a:off x="0" y="834836"/>
            <a:ext cx="12192000" cy="5912420"/>
          </a:xfrm>
          <a:prstGeom prst="rect">
            <a:avLst/>
          </a:prstGeom>
        </p:spPr>
      </p:pic>
      <p:pic>
        <p:nvPicPr>
          <p:cNvPr id="3" name="Picture 2" descr="A black text on a white background&#10;&#10;AI-generated content may be incorrect.">
            <a:extLst>
              <a:ext uri="{FF2B5EF4-FFF2-40B4-BE49-F238E27FC236}">
                <a16:creationId xmlns:a16="http://schemas.microsoft.com/office/drawing/2014/main" id="{F1B248D1-F52E-89C8-04D7-E864F2D998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4570" y="267246"/>
            <a:ext cx="4741164" cy="1113086"/>
          </a:xfrm>
          <a:prstGeom prst="rect">
            <a:avLst/>
          </a:prstGeom>
        </p:spPr>
      </p:pic>
      <p:sp>
        <p:nvSpPr>
          <p:cNvPr id="5" name="Rectangle 4">
            <a:extLst>
              <a:ext uri="{FF2B5EF4-FFF2-40B4-BE49-F238E27FC236}">
                <a16:creationId xmlns:a16="http://schemas.microsoft.com/office/drawing/2014/main" id="{98FE0A42-B2E3-955C-586B-72311E87C4C1}"/>
              </a:ext>
            </a:extLst>
          </p:cNvPr>
          <p:cNvSpPr/>
          <p:nvPr userDrawn="1"/>
        </p:nvSpPr>
        <p:spPr>
          <a:xfrm>
            <a:off x="-18853" y="18658"/>
            <a:ext cx="12192000" cy="6839342"/>
          </a:xfrm>
          <a:prstGeom prst="rect">
            <a:avLst/>
          </a:prstGeom>
          <a:gradFill flip="none" rotWithShape="1">
            <a:gsLst>
              <a:gs pos="100000">
                <a:schemeClr val="tx1"/>
              </a:gs>
              <a:gs pos="1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resenter Name 3">
            <a:extLst>
              <a:ext uri="{FF2B5EF4-FFF2-40B4-BE49-F238E27FC236}">
                <a16:creationId xmlns:a16="http://schemas.microsoft.com/office/drawing/2014/main" id="{8E7349B2-D534-09BC-2C1A-06C6CBBE60E3}"/>
              </a:ext>
            </a:extLst>
          </p:cNvPr>
          <p:cNvSpPr>
            <a:spLocks noGrp="1"/>
          </p:cNvSpPr>
          <p:nvPr>
            <p:ph type="body" sz="quarter" idx="11" hasCustomPrompt="1"/>
          </p:nvPr>
        </p:nvSpPr>
        <p:spPr>
          <a:xfrm>
            <a:off x="6670908" y="4990380"/>
            <a:ext cx="5120643" cy="320088"/>
          </a:xfrm>
        </p:spPr>
        <p:txBody>
          <a:bodyPr wrap="square">
            <a:spAutoFit/>
          </a:bodyPr>
          <a:lstStyle>
            <a:lvl1pPr marL="0" indent="0" algn="r">
              <a:buNone/>
              <a:defRPr sz="1600">
                <a:solidFill>
                  <a:schemeClr val="bg2"/>
                </a:solidFill>
                <a:latin typeface="+mn-lt"/>
                <a:cs typeface="Poppins" pitchFamily="2" charset="77"/>
              </a:defRPr>
            </a:lvl1pPr>
          </a:lstStyle>
          <a:p>
            <a:pPr lvl="0"/>
            <a:r>
              <a:rPr lang="en-US"/>
              <a:t>Presenter Name</a:t>
            </a:r>
          </a:p>
        </p:txBody>
      </p:sp>
      <p:sp>
        <p:nvSpPr>
          <p:cNvPr id="10" name="Presenter Info 4">
            <a:extLst>
              <a:ext uri="{FF2B5EF4-FFF2-40B4-BE49-F238E27FC236}">
                <a16:creationId xmlns:a16="http://schemas.microsoft.com/office/drawing/2014/main" id="{D6234BA8-878B-96B0-EE1A-FC8519E62193}"/>
              </a:ext>
            </a:extLst>
          </p:cNvPr>
          <p:cNvSpPr>
            <a:spLocks noGrp="1"/>
          </p:cNvSpPr>
          <p:nvPr>
            <p:ph type="body" sz="quarter" idx="12" hasCustomPrompt="1"/>
          </p:nvPr>
        </p:nvSpPr>
        <p:spPr>
          <a:xfrm>
            <a:off x="6670908" y="5274630"/>
            <a:ext cx="5120643" cy="248914"/>
          </a:xfrm>
        </p:spPr>
        <p:txBody>
          <a:bodyPr wrap="square">
            <a:spAutoFit/>
          </a:bodyPr>
          <a:lstStyle>
            <a:lvl1pPr marL="0" indent="0" algn="r">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3" name="Title 1">
            <a:extLst>
              <a:ext uri="{FF2B5EF4-FFF2-40B4-BE49-F238E27FC236}">
                <a16:creationId xmlns:a16="http://schemas.microsoft.com/office/drawing/2014/main" id="{8D17B96C-6973-BB7C-6E29-2B549A7F5EE8}"/>
              </a:ext>
            </a:extLst>
          </p:cNvPr>
          <p:cNvSpPr>
            <a:spLocks noGrp="1"/>
          </p:cNvSpPr>
          <p:nvPr>
            <p:ph type="title" hasCustomPrompt="1"/>
          </p:nvPr>
        </p:nvSpPr>
        <p:spPr>
          <a:xfrm>
            <a:off x="2679255" y="2128409"/>
            <a:ext cx="9112293" cy="1724171"/>
          </a:xfrm>
          <a:prstGeom prst="rect">
            <a:avLst/>
          </a:prstGeom>
        </p:spPr>
        <p:txBody>
          <a:bodyPr anchor="ctr">
            <a:noAutofit/>
          </a:bodyPr>
          <a:lstStyle>
            <a:lvl1pPr algn="r">
              <a:lnSpc>
                <a:spcPct val="100000"/>
              </a:lnSpc>
              <a:defRPr lang="en-US" sz="54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14" name="Presenter Name 3">
            <a:extLst>
              <a:ext uri="{FF2B5EF4-FFF2-40B4-BE49-F238E27FC236}">
                <a16:creationId xmlns:a16="http://schemas.microsoft.com/office/drawing/2014/main" id="{55F6CC15-A7D7-5710-411E-F98E50B0C875}"/>
              </a:ext>
            </a:extLst>
          </p:cNvPr>
          <p:cNvSpPr>
            <a:spLocks noGrp="1"/>
          </p:cNvSpPr>
          <p:nvPr>
            <p:ph type="body" sz="quarter" idx="13" hasCustomPrompt="1"/>
          </p:nvPr>
        </p:nvSpPr>
        <p:spPr>
          <a:xfrm>
            <a:off x="6670907" y="4698669"/>
            <a:ext cx="5120643" cy="263149"/>
          </a:xfrm>
        </p:spPr>
        <p:txBody>
          <a:bodyPr wrap="square">
            <a:spAutoFit/>
          </a:bodyPr>
          <a:lstStyle>
            <a:lvl1pPr marL="0" indent="0" algn="r">
              <a:buNone/>
              <a:defRPr sz="1200">
                <a:solidFill>
                  <a:schemeClr val="bg2"/>
                </a:solidFill>
                <a:latin typeface="+mn-lt"/>
                <a:cs typeface="Poppins" pitchFamily="2" charset="77"/>
              </a:defRPr>
            </a:lvl1pPr>
          </a:lstStyle>
          <a:p>
            <a:pPr lvl="0"/>
            <a:r>
              <a:rPr lang="en-US"/>
              <a:t>Date</a:t>
            </a:r>
          </a:p>
        </p:txBody>
      </p:sp>
      <p:sp>
        <p:nvSpPr>
          <p:cNvPr id="7" name="Text Placeholder 6">
            <a:extLst>
              <a:ext uri="{FF2B5EF4-FFF2-40B4-BE49-F238E27FC236}">
                <a16:creationId xmlns:a16="http://schemas.microsoft.com/office/drawing/2014/main" id="{E5C0FE2E-2057-6FFA-5C8E-31AEBA94C237}"/>
              </a:ext>
            </a:extLst>
          </p:cNvPr>
          <p:cNvSpPr>
            <a:spLocks noGrp="1"/>
          </p:cNvSpPr>
          <p:nvPr>
            <p:ph type="body" sz="quarter" idx="14" hasCustomPrompt="1"/>
          </p:nvPr>
        </p:nvSpPr>
        <p:spPr>
          <a:xfrm>
            <a:off x="2679255" y="3970780"/>
            <a:ext cx="9112293" cy="415077"/>
          </a:xfrm>
        </p:spPr>
        <p:txBody>
          <a:bodyPr/>
          <a:lstStyle>
            <a:lvl1pPr algn="r">
              <a:defRPr>
                <a:solidFill>
                  <a:schemeClr val="tx2"/>
                </a:solidFill>
                <a:latin typeface="+mj-lt"/>
              </a:defRPr>
            </a:lvl1pPr>
          </a:lstStyle>
          <a:p>
            <a:pPr lvl="0"/>
            <a:r>
              <a:rPr lang="en-US" dirty="0"/>
              <a:t>Click to add subtitle</a:t>
            </a:r>
          </a:p>
        </p:txBody>
      </p:sp>
    </p:spTree>
    <p:extLst>
      <p:ext uri="{BB962C8B-B14F-4D97-AF65-F5344CB8AC3E}">
        <p14:creationId xmlns:p14="http://schemas.microsoft.com/office/powerpoint/2010/main" val="3338485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Plain presenter on right">
    <p:bg>
      <p:bgPr>
        <a:solidFill>
          <a:schemeClr val="tx1"/>
        </a:solidFill>
        <a:effectLst/>
      </p:bgPr>
    </p:bg>
    <p:spTree>
      <p:nvGrpSpPr>
        <p:cNvPr id="1" name=""/>
        <p:cNvGrpSpPr/>
        <p:nvPr/>
      </p:nvGrpSpPr>
      <p:grpSpPr>
        <a:xfrm>
          <a:off x="0" y="0"/>
          <a:ext cx="0" cy="0"/>
          <a:chOff x="0" y="0"/>
          <a:chExt cx="0" cy="0"/>
        </a:xfrm>
      </p:grpSpPr>
      <p:pic>
        <p:nvPicPr>
          <p:cNvPr id="19" name="Picture 18" descr="A close-up of a grid&#10;&#10;AI-generated content may be incorrect.">
            <a:extLst>
              <a:ext uri="{FF2B5EF4-FFF2-40B4-BE49-F238E27FC236}">
                <a16:creationId xmlns:a16="http://schemas.microsoft.com/office/drawing/2014/main" id="{41BDF87A-2A4B-D8EF-55EB-BBA05805F8A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7932"/>
            <a:ext cx="12363089" cy="6865932"/>
          </a:xfrm>
          <a:prstGeom prst="rect">
            <a:avLst/>
          </a:prstGeom>
        </p:spPr>
      </p:pic>
      <p:pic>
        <p:nvPicPr>
          <p:cNvPr id="3" name="Picture 2">
            <a:extLst>
              <a:ext uri="{FF2B5EF4-FFF2-40B4-BE49-F238E27FC236}">
                <a16:creationId xmlns:a16="http://schemas.microsoft.com/office/drawing/2014/main" id="{F1B248D1-F52E-89C8-04D7-E864F2D9984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74571" y="267246"/>
            <a:ext cx="4741162" cy="1113086"/>
          </a:xfrm>
          <a:prstGeom prst="rect">
            <a:avLst/>
          </a:prstGeom>
        </p:spPr>
      </p:pic>
      <p:sp>
        <p:nvSpPr>
          <p:cNvPr id="9" name="Presenter Name 3">
            <a:extLst>
              <a:ext uri="{FF2B5EF4-FFF2-40B4-BE49-F238E27FC236}">
                <a16:creationId xmlns:a16="http://schemas.microsoft.com/office/drawing/2014/main" id="{8E7349B2-D534-09BC-2C1A-06C6CBBE60E3}"/>
              </a:ext>
            </a:extLst>
          </p:cNvPr>
          <p:cNvSpPr>
            <a:spLocks noGrp="1"/>
          </p:cNvSpPr>
          <p:nvPr>
            <p:ph type="body" sz="quarter" idx="11" hasCustomPrompt="1"/>
          </p:nvPr>
        </p:nvSpPr>
        <p:spPr>
          <a:xfrm>
            <a:off x="6670908" y="4990380"/>
            <a:ext cx="5120643" cy="320088"/>
          </a:xfrm>
          <a:gradFill>
            <a:gsLst>
              <a:gs pos="14000">
                <a:schemeClr val="tx1">
                  <a:alpha val="18000"/>
                </a:schemeClr>
              </a:gs>
              <a:gs pos="83000">
                <a:schemeClr val="tx1"/>
              </a:gs>
            </a:gsLst>
            <a:lin ang="18900000" scaled="1"/>
          </a:gradFill>
        </p:spPr>
        <p:txBody>
          <a:bodyPr wrap="square">
            <a:spAutoFit/>
          </a:bodyPr>
          <a:lstStyle>
            <a:lvl1pPr marL="0" indent="0" algn="r">
              <a:buNone/>
              <a:defRPr sz="1600">
                <a:solidFill>
                  <a:schemeClr val="bg2"/>
                </a:solidFill>
                <a:latin typeface="+mn-lt"/>
                <a:cs typeface="Poppins" pitchFamily="2" charset="77"/>
              </a:defRPr>
            </a:lvl1pPr>
          </a:lstStyle>
          <a:p>
            <a:pPr lvl="0"/>
            <a:r>
              <a:rPr lang="en-US"/>
              <a:t>Presenter Name</a:t>
            </a:r>
          </a:p>
        </p:txBody>
      </p:sp>
      <p:sp>
        <p:nvSpPr>
          <p:cNvPr id="10" name="Presenter Info 4">
            <a:extLst>
              <a:ext uri="{FF2B5EF4-FFF2-40B4-BE49-F238E27FC236}">
                <a16:creationId xmlns:a16="http://schemas.microsoft.com/office/drawing/2014/main" id="{D6234BA8-878B-96B0-EE1A-FC8519E62193}"/>
              </a:ext>
            </a:extLst>
          </p:cNvPr>
          <p:cNvSpPr>
            <a:spLocks noGrp="1"/>
          </p:cNvSpPr>
          <p:nvPr>
            <p:ph type="body" sz="quarter" idx="12" hasCustomPrompt="1"/>
          </p:nvPr>
        </p:nvSpPr>
        <p:spPr>
          <a:xfrm>
            <a:off x="6670908" y="5274630"/>
            <a:ext cx="5120643" cy="248914"/>
          </a:xfrm>
          <a:gradFill>
            <a:gsLst>
              <a:gs pos="14000">
                <a:schemeClr val="tx1">
                  <a:alpha val="18000"/>
                </a:schemeClr>
              </a:gs>
              <a:gs pos="83000">
                <a:schemeClr val="tx1"/>
              </a:gs>
            </a:gsLst>
            <a:lin ang="18900000" scaled="1"/>
          </a:gradFill>
        </p:spPr>
        <p:txBody>
          <a:bodyPr wrap="square">
            <a:spAutoFit/>
          </a:bodyPr>
          <a:lstStyle>
            <a:lvl1pPr marL="0" indent="0" algn="r">
              <a:buNone/>
              <a:defRPr sz="1100">
                <a:solidFill>
                  <a:schemeClr val="bg2"/>
                </a:solidFill>
                <a:latin typeface="+mn-lt"/>
                <a:cs typeface="Poppins" pitchFamily="2" charset="77"/>
              </a:defRPr>
            </a:lvl1pPr>
          </a:lstStyle>
          <a:p>
            <a:pPr lvl="0"/>
            <a:r>
              <a:rPr lang="en-US"/>
              <a:t>Presenter Title | @</a:t>
            </a:r>
            <a:r>
              <a:rPr lang="en-US" err="1"/>
              <a:t>socialmedia</a:t>
            </a:r>
            <a:endParaRPr lang="en-US"/>
          </a:p>
        </p:txBody>
      </p:sp>
      <p:sp>
        <p:nvSpPr>
          <p:cNvPr id="13" name="Title 1">
            <a:extLst>
              <a:ext uri="{FF2B5EF4-FFF2-40B4-BE49-F238E27FC236}">
                <a16:creationId xmlns:a16="http://schemas.microsoft.com/office/drawing/2014/main" id="{8D17B96C-6973-BB7C-6E29-2B549A7F5EE8}"/>
              </a:ext>
            </a:extLst>
          </p:cNvPr>
          <p:cNvSpPr>
            <a:spLocks noGrp="1"/>
          </p:cNvSpPr>
          <p:nvPr>
            <p:ph type="title" hasCustomPrompt="1"/>
          </p:nvPr>
        </p:nvSpPr>
        <p:spPr>
          <a:xfrm>
            <a:off x="2679255" y="2128409"/>
            <a:ext cx="9112293" cy="1724171"/>
          </a:xfrm>
          <a:prstGeom prst="rect">
            <a:avLst/>
          </a:prstGeom>
        </p:spPr>
        <p:txBody>
          <a:bodyPr anchor="ctr">
            <a:noAutofit/>
          </a:bodyPr>
          <a:lstStyle>
            <a:lvl1pPr algn="r">
              <a:lnSpc>
                <a:spcPct val="100000"/>
              </a:lnSpc>
              <a:defRPr lang="en-US" sz="5400" b="0" kern="1200" dirty="0">
                <a:solidFill>
                  <a:schemeClr val="bg2"/>
                </a:solidFill>
                <a:latin typeface="+mj-lt"/>
                <a:ea typeface="Poppins Medium" panose="00000600000000000000" pitchFamily="2" charset="0"/>
                <a:cs typeface="Poppins Medium" panose="00000600000000000000" pitchFamily="2" charset="0"/>
              </a:defRPr>
            </a:lvl1pPr>
          </a:lstStyle>
          <a:p>
            <a:r>
              <a:rPr lang="en-US" dirty="0"/>
              <a:t>Presentation title can </a:t>
            </a:r>
            <a:br>
              <a:rPr lang="en-US" dirty="0"/>
            </a:br>
            <a:r>
              <a:rPr lang="en-US" dirty="0"/>
              <a:t>extend to two lines</a:t>
            </a:r>
          </a:p>
        </p:txBody>
      </p:sp>
      <p:sp>
        <p:nvSpPr>
          <p:cNvPr id="14" name="Presenter Name 3">
            <a:extLst>
              <a:ext uri="{FF2B5EF4-FFF2-40B4-BE49-F238E27FC236}">
                <a16:creationId xmlns:a16="http://schemas.microsoft.com/office/drawing/2014/main" id="{55F6CC15-A7D7-5710-411E-F98E50B0C875}"/>
              </a:ext>
            </a:extLst>
          </p:cNvPr>
          <p:cNvSpPr>
            <a:spLocks noGrp="1"/>
          </p:cNvSpPr>
          <p:nvPr>
            <p:ph type="body" sz="quarter" idx="13" hasCustomPrompt="1"/>
          </p:nvPr>
        </p:nvSpPr>
        <p:spPr>
          <a:xfrm>
            <a:off x="6670907" y="4698669"/>
            <a:ext cx="5120643" cy="263149"/>
          </a:xfrm>
          <a:gradFill>
            <a:gsLst>
              <a:gs pos="14000">
                <a:schemeClr val="tx1">
                  <a:alpha val="18000"/>
                </a:schemeClr>
              </a:gs>
              <a:gs pos="83000">
                <a:schemeClr val="tx1"/>
              </a:gs>
            </a:gsLst>
            <a:lin ang="18900000" scaled="1"/>
          </a:gradFill>
        </p:spPr>
        <p:txBody>
          <a:bodyPr wrap="square">
            <a:spAutoFit/>
          </a:bodyPr>
          <a:lstStyle>
            <a:lvl1pPr marL="0" indent="0" algn="r">
              <a:buNone/>
              <a:defRPr sz="1200">
                <a:solidFill>
                  <a:schemeClr val="bg2"/>
                </a:solidFill>
                <a:latin typeface="+mn-lt"/>
                <a:cs typeface="Poppins" pitchFamily="2" charset="77"/>
              </a:defRPr>
            </a:lvl1pPr>
          </a:lstStyle>
          <a:p>
            <a:pPr lvl="0"/>
            <a:r>
              <a:rPr lang="en-US"/>
              <a:t>Date</a:t>
            </a:r>
          </a:p>
        </p:txBody>
      </p:sp>
      <p:sp>
        <p:nvSpPr>
          <p:cNvPr id="7" name="Text Placeholder 6">
            <a:extLst>
              <a:ext uri="{FF2B5EF4-FFF2-40B4-BE49-F238E27FC236}">
                <a16:creationId xmlns:a16="http://schemas.microsoft.com/office/drawing/2014/main" id="{E5C0FE2E-2057-6FFA-5C8E-31AEBA94C237}"/>
              </a:ext>
            </a:extLst>
          </p:cNvPr>
          <p:cNvSpPr>
            <a:spLocks noGrp="1"/>
          </p:cNvSpPr>
          <p:nvPr>
            <p:ph type="body" sz="quarter" idx="14" hasCustomPrompt="1"/>
          </p:nvPr>
        </p:nvSpPr>
        <p:spPr>
          <a:xfrm>
            <a:off x="2679255" y="3970780"/>
            <a:ext cx="9112293" cy="415077"/>
          </a:xfrm>
        </p:spPr>
        <p:txBody>
          <a:bodyPr/>
          <a:lstStyle>
            <a:lvl1pPr algn="r">
              <a:defRPr>
                <a:solidFill>
                  <a:schemeClr val="tx2"/>
                </a:solidFill>
                <a:latin typeface="+mj-lt"/>
              </a:defRPr>
            </a:lvl1pPr>
          </a:lstStyle>
          <a:p>
            <a:pPr lvl="0"/>
            <a:r>
              <a:rPr lang="en-US" dirty="0"/>
              <a:t>Click to add subtitle</a:t>
            </a:r>
          </a:p>
        </p:txBody>
      </p:sp>
    </p:spTree>
    <p:extLst>
      <p:ext uri="{BB962C8B-B14F-4D97-AF65-F5344CB8AC3E}">
        <p14:creationId xmlns:p14="http://schemas.microsoft.com/office/powerpoint/2010/main" val="282783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ver B" preserve="1">
  <p:cSld name="Cover B">
    <p:spTree>
      <p:nvGrpSpPr>
        <p:cNvPr id="1" name="Shape 14"/>
        <p:cNvGrpSpPr/>
        <p:nvPr/>
      </p:nvGrpSpPr>
      <p:grpSpPr>
        <a:xfrm>
          <a:off x="0" y="0"/>
          <a:ext cx="0" cy="0"/>
          <a:chOff x="0" y="0"/>
          <a:chExt cx="0" cy="0"/>
        </a:xfrm>
      </p:grpSpPr>
      <p:pic>
        <p:nvPicPr>
          <p:cNvPr id="15" name="Picture 14">
            <a:extLst>
              <a:ext uri="{FF2B5EF4-FFF2-40B4-BE49-F238E27FC236}">
                <a16:creationId xmlns:a16="http://schemas.microsoft.com/office/drawing/2014/main" id="{C54B4AA1-DBB2-526F-4E45-9B636FB468A0}"/>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a:xfrm>
            <a:off x="1" y="901917"/>
            <a:ext cx="12192000" cy="5956083"/>
          </a:xfrm>
          <a:prstGeom prst="rect">
            <a:avLst/>
          </a:prstGeom>
        </p:spPr>
      </p:pic>
      <p:sp>
        <p:nvSpPr>
          <p:cNvPr id="4" name="Rectangle 3">
            <a:extLst>
              <a:ext uri="{FF2B5EF4-FFF2-40B4-BE49-F238E27FC236}">
                <a16:creationId xmlns:a16="http://schemas.microsoft.com/office/drawing/2014/main" id="{495EB7E6-B8EC-0376-3C64-7F3C1990370D}"/>
              </a:ext>
            </a:extLst>
          </p:cNvPr>
          <p:cNvSpPr/>
          <p:nvPr userDrawn="1"/>
        </p:nvSpPr>
        <p:spPr>
          <a:xfrm>
            <a:off x="-1" y="0"/>
            <a:ext cx="12192000" cy="6858000"/>
          </a:xfrm>
          <a:prstGeom prst="rect">
            <a:avLst/>
          </a:prstGeom>
          <a:gradFill flip="none" rotWithShape="1">
            <a:gsLst>
              <a:gs pos="79000">
                <a:schemeClr val="tx1">
                  <a:alpha val="0"/>
                </a:schemeClr>
              </a:gs>
              <a:gs pos="13000">
                <a:schemeClr val="tx1"/>
              </a:gs>
            </a:gsLst>
            <a:lin ang="189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16;p40"/>
          <p:cNvSpPr txBox="1">
            <a:spLocks noGrp="1"/>
          </p:cNvSpPr>
          <p:nvPr>
            <p:ph type="subTitle" idx="1"/>
          </p:nvPr>
        </p:nvSpPr>
        <p:spPr>
          <a:xfrm>
            <a:off x="297642" y="4654332"/>
            <a:ext cx="9112295" cy="432939"/>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200"/>
              <a:buNone/>
              <a:defRPr sz="2200">
                <a:solidFill>
                  <a:schemeClr val="dk1"/>
                </a:solidFill>
                <a:latin typeface="+mj-lt"/>
                <a:ea typeface="Poppins"/>
                <a:cs typeface="Poppins"/>
                <a:sym typeface="Poppi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dirty="0"/>
          </a:p>
        </p:txBody>
      </p:sp>
      <p:sp>
        <p:nvSpPr>
          <p:cNvPr id="17" name="Google Shape;17;p40"/>
          <p:cNvSpPr txBox="1">
            <a:spLocks noGrp="1"/>
          </p:cNvSpPr>
          <p:nvPr>
            <p:ph type="body" idx="2"/>
          </p:nvPr>
        </p:nvSpPr>
        <p:spPr>
          <a:xfrm>
            <a:off x="297643" y="5731853"/>
            <a:ext cx="5120643" cy="4421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600"/>
              <a:buNone/>
              <a:defRPr sz="16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0"/>
          <p:cNvSpPr txBox="1">
            <a:spLocks noGrp="1"/>
          </p:cNvSpPr>
          <p:nvPr>
            <p:ph type="body" idx="3"/>
          </p:nvPr>
        </p:nvSpPr>
        <p:spPr>
          <a:xfrm>
            <a:off x="297643" y="6016103"/>
            <a:ext cx="5120643" cy="37288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100"/>
              <a:buNone/>
              <a:defRPr sz="11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40"/>
          <p:cNvSpPr txBox="1">
            <a:spLocks noGrp="1"/>
          </p:cNvSpPr>
          <p:nvPr>
            <p:ph type="title"/>
          </p:nvPr>
        </p:nvSpPr>
        <p:spPr>
          <a:xfrm>
            <a:off x="184425" y="2897379"/>
            <a:ext cx="9112293" cy="17241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5400"/>
              <a:buFont typeface="Poppins Medium"/>
              <a:buNone/>
              <a:defRPr sz="5400" b="0">
                <a:solidFill>
                  <a:schemeClr val="bg2"/>
                </a:solidFill>
                <a:latin typeface="+mj-lt"/>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40"/>
          <p:cNvSpPr txBox="1">
            <a:spLocks noGrp="1"/>
          </p:cNvSpPr>
          <p:nvPr>
            <p:ph type="body" idx="4"/>
          </p:nvPr>
        </p:nvSpPr>
        <p:spPr>
          <a:xfrm>
            <a:off x="297642" y="5440142"/>
            <a:ext cx="5120643" cy="386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1200"/>
              <a:buNone/>
              <a:defRPr sz="1200">
                <a:solidFill>
                  <a:schemeClr val="accent4"/>
                </a:solidFill>
                <a:latin typeface="+mn-lt"/>
                <a:ea typeface="Poppins"/>
                <a:cs typeface="Poppins"/>
                <a:sym typeface="Poppi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 name="Picture 1">
            <a:extLst>
              <a:ext uri="{FF2B5EF4-FFF2-40B4-BE49-F238E27FC236}">
                <a16:creationId xmlns:a16="http://schemas.microsoft.com/office/drawing/2014/main" id="{3C7666A5-14B2-3D36-3D70-88D79AD651A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7124" y="323230"/>
            <a:ext cx="4741162" cy="1113086"/>
          </a:xfrm>
          <a:prstGeom prst="rect">
            <a:avLst/>
          </a:prstGeom>
        </p:spPr>
      </p:pic>
    </p:spTree>
    <p:extLst>
      <p:ext uri="{BB962C8B-B14F-4D97-AF65-F5344CB8AC3E}">
        <p14:creationId xmlns:p14="http://schemas.microsoft.com/office/powerpoint/2010/main" val="4072778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7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Blank" type="blank" preserve="1">
  <p:cSld name="Blank with logo">
    <p:spTree>
      <p:nvGrpSpPr>
        <p:cNvPr id="1" name="Shape 131"/>
        <p:cNvGrpSpPr/>
        <p:nvPr/>
      </p:nvGrpSpPr>
      <p:grpSpPr>
        <a:xfrm>
          <a:off x="0" y="0"/>
          <a:ext cx="0" cy="0"/>
          <a:chOff x="0" y="0"/>
          <a:chExt cx="0" cy="0"/>
        </a:xfrm>
      </p:grpSpPr>
      <p:pic>
        <p:nvPicPr>
          <p:cNvPr id="2" name="Picture 1" descr="A black and grey logo&#10;&#10;AI-generated content may be incorrect.">
            <a:extLst>
              <a:ext uri="{FF2B5EF4-FFF2-40B4-BE49-F238E27FC236}">
                <a16:creationId xmlns:a16="http://schemas.microsoft.com/office/drawing/2014/main" id="{B23BF9F8-F92A-19BC-0132-AE69C7CB9D1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593130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Only" preserve="1" userDrawn="1">
  <p:cSld name="1_Title Only">
    <p:spTree>
      <p:nvGrpSpPr>
        <p:cNvPr id="1" name="Shape 135"/>
        <p:cNvGrpSpPr/>
        <p:nvPr/>
      </p:nvGrpSpPr>
      <p:grpSpPr>
        <a:xfrm>
          <a:off x="0" y="0"/>
          <a:ext cx="0" cy="0"/>
          <a:chOff x="0" y="0"/>
          <a:chExt cx="0" cy="0"/>
        </a:xfrm>
      </p:grpSpPr>
      <p:sp>
        <p:nvSpPr>
          <p:cNvPr id="3" name="Title 2">
            <a:extLst>
              <a:ext uri="{FF2B5EF4-FFF2-40B4-BE49-F238E27FC236}">
                <a16:creationId xmlns:a16="http://schemas.microsoft.com/office/drawing/2014/main" id="{A4EDC221-ECA4-C855-89A6-27A713E573D8}"/>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A8D2FC7B-FD75-9151-D953-0B8E32E9D82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2320469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557222"/>
          </a:xfrm>
        </p:spPr>
        <p:txBody>
          <a:bodyPr/>
          <a:lstStyle>
            <a:lvl1pPr marL="0" indent="0">
              <a:buNone/>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2">
            <a:extLst>
              <a:ext uri="{FF2B5EF4-FFF2-40B4-BE49-F238E27FC236}">
                <a16:creationId xmlns:a16="http://schemas.microsoft.com/office/drawing/2014/main" id="{71522497-B421-1DC0-7E36-7571DBE484B2}"/>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8593E28C-D816-D562-4029-9FA87B3EA6C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6942036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solidFill>
          <a:schemeClr val="tx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09302-A0C4-445D-BF16-53CD11E35311}"/>
              </a:ext>
            </a:extLst>
          </p:cNvPr>
          <p:cNvSpPr>
            <a:spLocks noGrp="1"/>
          </p:cNvSpPr>
          <p:nvPr>
            <p:ph type="body" sz="quarter" idx="13" hasCustomPrompt="1"/>
          </p:nvPr>
        </p:nvSpPr>
        <p:spPr>
          <a:xfrm>
            <a:off x="491320" y="1167898"/>
            <a:ext cx="11209360" cy="349776"/>
          </a:xfrm>
        </p:spPr>
        <p:txBody>
          <a:bodyPr wrap="square" tIns="0">
            <a:spAutoFit/>
          </a:bodyPr>
          <a:lstStyle>
            <a:lvl1pPr marL="0" indent="0">
              <a:buNone/>
              <a:defRPr sz="2133" b="0">
                <a:solidFill>
                  <a:schemeClr val="accent5"/>
                </a:solidFill>
                <a:latin typeface="+mj-lt"/>
              </a:defRPr>
            </a:lvl1pPr>
          </a:lstStyle>
          <a:p>
            <a:pPr lvl="0"/>
            <a:r>
              <a:rPr lang="en-US" dirty="0"/>
              <a:t>Subtitle if needed</a:t>
            </a:r>
          </a:p>
        </p:txBody>
      </p:sp>
      <p:sp>
        <p:nvSpPr>
          <p:cNvPr id="5" name="Content Placeholder 2">
            <a:extLst>
              <a:ext uri="{FF2B5EF4-FFF2-40B4-BE49-F238E27FC236}">
                <a16:creationId xmlns:a16="http://schemas.microsoft.com/office/drawing/2014/main" id="{36D2746D-0340-4A15-96B1-30ACF62C6B8F}"/>
              </a:ext>
            </a:extLst>
          </p:cNvPr>
          <p:cNvSpPr>
            <a:spLocks noGrp="1"/>
          </p:cNvSpPr>
          <p:nvPr>
            <p:ph idx="1"/>
          </p:nvPr>
        </p:nvSpPr>
        <p:spPr>
          <a:xfrm>
            <a:off x="491320" y="1856234"/>
            <a:ext cx="11209360" cy="4324775"/>
          </a:xfrm>
        </p:spPr>
        <p:txBody>
          <a:bodyPr/>
          <a:lstStyle>
            <a:lvl1pPr>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2">
            <a:extLst>
              <a:ext uri="{FF2B5EF4-FFF2-40B4-BE49-F238E27FC236}">
                <a16:creationId xmlns:a16="http://schemas.microsoft.com/office/drawing/2014/main" id="{6A1E53DC-9DD3-543C-149A-D9E0AB76641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CF7E27DE-8E32-FA75-0126-0DA79B80E61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57684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 Content + background">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5E6ABB56-9B5C-4A36-6FC3-F4794D69BFEF}"/>
              </a:ext>
            </a:extLst>
          </p:cNvPr>
          <p:cNvPicPr>
            <a:picLocks noChangeAspect="1" noChangeArrowheads="1"/>
          </p:cNvPicPr>
          <p:nvPr userDrawn="1"/>
        </p:nvPicPr>
        <p:blipFill rotWithShape="1">
          <a:blip r:embed="rId2" cstate="hqprint">
            <a:alphaModFix amt="10000"/>
            <a:extLst>
              <a:ext uri="{28A0092B-C50C-407E-A947-70E740481C1C}">
                <a14:useLocalDpi xmlns:a14="http://schemas.microsoft.com/office/drawing/2010/main" val="0"/>
              </a:ext>
            </a:extLst>
          </a:blip>
          <a:srcRect/>
          <a:stretch>
            <a:fillRect/>
          </a:stretch>
        </p:blipFill>
        <p:spPr bwMode="auto">
          <a:xfrm flipH="1">
            <a:off x="0" y="3173705"/>
            <a:ext cx="12192000" cy="3684295"/>
          </a:xfrm>
          <a:prstGeom prst="rect">
            <a:avLst/>
          </a:prstGeom>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01616" y="1584960"/>
            <a:ext cx="11299064" cy="4621876"/>
          </a:xfrm>
        </p:spPr>
        <p:txBody>
          <a:bodyPr/>
          <a:lstStyle>
            <a:lvl1pPr marL="0" indent="0">
              <a:buNone/>
              <a:defRPr b="0" i="0">
                <a:latin typeface="+mn-lt"/>
                <a:cs typeface="Poppins" pitchFamily="2" charset="77"/>
              </a:defRPr>
            </a:lvl1pPr>
            <a:lvl2pPr>
              <a:defRPr b="0" i="0">
                <a:latin typeface="+mn-lt"/>
                <a:cs typeface="Poppins" pitchFamily="2" charset="77"/>
              </a:defRPr>
            </a:lvl2pPr>
            <a:lvl3pPr>
              <a:defRPr b="0" i="0">
                <a:latin typeface="+mn-lt"/>
                <a:cs typeface="Poppins" pitchFamily="2" charset="77"/>
              </a:defRPr>
            </a:lvl3pPr>
            <a:lvl4pPr>
              <a:defRPr b="0" i="0">
                <a:latin typeface="+mn-lt"/>
                <a:cs typeface="Poppins" pitchFamily="2" charset="77"/>
              </a:defRPr>
            </a:lvl4pPr>
            <a:lvl5pPr>
              <a:defRPr b="0" i="0">
                <a:latin typeface="+mn-lt"/>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2">
            <a:extLst>
              <a:ext uri="{FF2B5EF4-FFF2-40B4-BE49-F238E27FC236}">
                <a16:creationId xmlns:a16="http://schemas.microsoft.com/office/drawing/2014/main" id="{B521BFDF-A407-85B7-CE50-A0AC570A1364}"/>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97A2920D-D205-397E-67AE-B0189C0E4BB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821980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 Content +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320152-06BD-632D-C7F1-BB20919BDC9C}"/>
              </a:ext>
            </a:extLst>
          </p:cNvPr>
          <p:cNvPicPr>
            <a:picLocks noChangeAspect="1"/>
          </p:cNvPicPr>
          <p:nvPr userDrawn="1"/>
        </p:nvPicPr>
        <p:blipFill>
          <a:blip r:embed="rId2" cstate="hqprint">
            <a:alphaModFix amt="35000"/>
            <a:extLst>
              <a:ext uri="{28A0092B-C50C-407E-A947-70E740481C1C}">
                <a14:useLocalDpi xmlns:a14="http://schemas.microsoft.com/office/drawing/2010/main" val="0"/>
              </a:ext>
            </a:extLst>
          </a:blip>
          <a:srcRect/>
          <a:stretch>
            <a:fillRect/>
          </a:stretch>
        </p:blipFill>
        <p:spPr>
          <a:xfrm flipV="1">
            <a:off x="0" y="3799002"/>
            <a:ext cx="12192000" cy="3412503"/>
          </a:xfrm>
          <a:prstGeom prst="rect">
            <a:avLst/>
          </a:prstGeom>
        </p:spPr>
      </p:pic>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46468" y="1549392"/>
            <a:ext cx="11299064" cy="4611263"/>
          </a:xfrm>
        </p:spPr>
        <p:txBody>
          <a:bodyPr/>
          <a:lstStyle>
            <a:lvl1pPr marL="0" indent="0">
              <a:buNone/>
              <a:defRPr b="0" i="0">
                <a:latin typeface="+mn-lt"/>
                <a:cs typeface="Poppins" pitchFamily="2" charset="77"/>
              </a:defRPr>
            </a:lvl1pPr>
            <a:lvl2pPr>
              <a:defRPr b="0" i="0">
                <a:latin typeface="+mn-lt"/>
                <a:cs typeface="Poppins" pitchFamily="2" charset="77"/>
              </a:defRPr>
            </a:lvl2pPr>
            <a:lvl3pPr>
              <a:defRPr b="0" i="0">
                <a:latin typeface="+mn-lt"/>
                <a:cs typeface="Poppins" pitchFamily="2" charset="77"/>
              </a:defRPr>
            </a:lvl3pPr>
            <a:lvl4pPr>
              <a:defRPr b="0" i="0">
                <a:latin typeface="+mn-lt"/>
                <a:cs typeface="Poppins" pitchFamily="2" charset="77"/>
              </a:defRPr>
            </a:lvl4pPr>
            <a:lvl5pPr>
              <a:defRPr b="0" i="0">
                <a:latin typeface="+mn-lt"/>
                <a:cs typeface="Poppi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2">
            <a:extLst>
              <a:ext uri="{FF2B5EF4-FFF2-40B4-BE49-F238E27FC236}">
                <a16:creationId xmlns:a16="http://schemas.microsoft.com/office/drawing/2014/main" id="{AC12A23A-9F4B-B60F-C6F2-6A8BA708B6C6}"/>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704FAB98-94B7-993A-1312-2A89FECD390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9597404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reserve="1" userDrawn="1">
  <p:cSld name="Title and 3 Claims">
    <p:spTree>
      <p:nvGrpSpPr>
        <p:cNvPr id="1" name="Shape 36"/>
        <p:cNvGrpSpPr/>
        <p:nvPr/>
      </p:nvGrpSpPr>
      <p:grpSpPr>
        <a:xfrm>
          <a:off x="0" y="0"/>
          <a:ext cx="0" cy="0"/>
          <a:chOff x="0" y="0"/>
          <a:chExt cx="0" cy="0"/>
        </a:xfrm>
      </p:grpSpPr>
      <p:sp>
        <p:nvSpPr>
          <p:cNvPr id="24" name="Content Placeholder 23">
            <a:extLst>
              <a:ext uri="{FF2B5EF4-FFF2-40B4-BE49-F238E27FC236}">
                <a16:creationId xmlns:a16="http://schemas.microsoft.com/office/drawing/2014/main" id="{32C0FC5C-2F52-714C-CEAC-4C76258CFDCC}"/>
              </a:ext>
            </a:extLst>
          </p:cNvPr>
          <p:cNvSpPr>
            <a:spLocks noGrp="1"/>
          </p:cNvSpPr>
          <p:nvPr>
            <p:ph sz="quarter" idx="10" hasCustomPrompt="1"/>
          </p:nvPr>
        </p:nvSpPr>
        <p:spPr>
          <a:xfrm>
            <a:off x="1089748" y="2272154"/>
            <a:ext cx="2331720" cy="2174840"/>
          </a:xfrm>
          <a:prstGeom prst="roundRect">
            <a:avLst>
              <a:gd name="adj" fmla="val 8516"/>
            </a:avLst>
          </a:prstGeom>
          <a:ln>
            <a:solidFill>
              <a:schemeClr val="bg2"/>
            </a:solidFill>
          </a:ln>
        </p:spPr>
        <p:style>
          <a:lnRef idx="2">
            <a:schemeClr val="dk1"/>
          </a:lnRef>
          <a:fillRef idx="1">
            <a:schemeClr val="lt1"/>
          </a:fillRef>
          <a:effectRef idx="0">
            <a:schemeClr val="dk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28" name="Text Placeholder 27">
            <a:extLst>
              <a:ext uri="{FF2B5EF4-FFF2-40B4-BE49-F238E27FC236}">
                <a16:creationId xmlns:a16="http://schemas.microsoft.com/office/drawing/2014/main" id="{E4646FCE-385C-976D-77FC-ED24EDBC7309}"/>
              </a:ext>
            </a:extLst>
          </p:cNvPr>
          <p:cNvSpPr>
            <a:spLocks noGrp="1"/>
          </p:cNvSpPr>
          <p:nvPr>
            <p:ph type="body" sz="quarter" idx="11" hasCustomPrompt="1"/>
          </p:nvPr>
        </p:nvSpPr>
        <p:spPr>
          <a:xfrm>
            <a:off x="1203954" y="4169260"/>
            <a:ext cx="2098052" cy="811988"/>
          </a:xfrm>
          <a:prstGeom prst="roundRect">
            <a:avLst/>
          </a:prstGeom>
          <a:solidFill>
            <a:schemeClr val="bg2"/>
          </a:solidFill>
        </p:spPr>
        <p:style>
          <a:lnRef idx="1">
            <a:schemeClr val="dk1"/>
          </a:lnRef>
          <a:fillRef idx="3">
            <a:schemeClr val="dk1"/>
          </a:fillRef>
          <a:effectRef idx="2">
            <a:schemeClr val="dk1"/>
          </a:effectRef>
          <a:fontRef idx="minor">
            <a:schemeClr val="lt1"/>
          </a:fontRef>
        </p:style>
        <p:txBody>
          <a:bodyPr>
            <a:noAutofit/>
          </a:bodyPr>
          <a:lstStyle>
            <a:lvl1pPr algn="ctr">
              <a:defRPr sz="4400">
                <a:latin typeface="+mj-lt"/>
              </a:defRPr>
            </a:lvl1pPr>
          </a:lstStyle>
          <a:p>
            <a:pPr lvl="0"/>
            <a:r>
              <a:rPr lang="en-US" dirty="0"/>
              <a:t>Claim</a:t>
            </a:r>
          </a:p>
        </p:txBody>
      </p:sp>
      <p:sp>
        <p:nvSpPr>
          <p:cNvPr id="30" name="Text Placeholder 29">
            <a:extLst>
              <a:ext uri="{FF2B5EF4-FFF2-40B4-BE49-F238E27FC236}">
                <a16:creationId xmlns:a16="http://schemas.microsoft.com/office/drawing/2014/main" id="{B4734D29-D59F-92B4-9390-44755DB51E43}"/>
              </a:ext>
            </a:extLst>
          </p:cNvPr>
          <p:cNvSpPr>
            <a:spLocks noGrp="1"/>
          </p:cNvSpPr>
          <p:nvPr>
            <p:ph type="body" sz="quarter" idx="12" hasCustomPrompt="1"/>
          </p:nvPr>
        </p:nvSpPr>
        <p:spPr>
          <a:xfrm>
            <a:off x="1637451"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1" name="Content Placeholder 23">
            <a:extLst>
              <a:ext uri="{FF2B5EF4-FFF2-40B4-BE49-F238E27FC236}">
                <a16:creationId xmlns:a16="http://schemas.microsoft.com/office/drawing/2014/main" id="{62E08B65-0577-AB1D-420D-BFB6E04E2F15}"/>
              </a:ext>
            </a:extLst>
          </p:cNvPr>
          <p:cNvSpPr>
            <a:spLocks noGrp="1"/>
          </p:cNvSpPr>
          <p:nvPr>
            <p:ph sz="quarter" idx="13" hasCustomPrompt="1"/>
          </p:nvPr>
        </p:nvSpPr>
        <p:spPr>
          <a:xfrm>
            <a:off x="4879846" y="2272154"/>
            <a:ext cx="2331720" cy="2174840"/>
          </a:xfrm>
          <a:prstGeom prst="roundRect">
            <a:avLst>
              <a:gd name="adj" fmla="val 8516"/>
            </a:avLst>
          </a:prstGeom>
          <a:ln>
            <a:solidFill>
              <a:schemeClr val="bg1"/>
            </a:solidFill>
          </a:ln>
        </p:spPr>
        <p:style>
          <a:lnRef idx="2">
            <a:schemeClr val="accent1"/>
          </a:lnRef>
          <a:fillRef idx="1">
            <a:schemeClr val="lt1"/>
          </a:fillRef>
          <a:effectRef idx="0">
            <a:schemeClr val="accent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32" name="Text Placeholder 27">
            <a:extLst>
              <a:ext uri="{FF2B5EF4-FFF2-40B4-BE49-F238E27FC236}">
                <a16:creationId xmlns:a16="http://schemas.microsoft.com/office/drawing/2014/main" id="{BD25B02D-A96A-C7A3-CC43-0D4A2A0C8EDC}"/>
              </a:ext>
            </a:extLst>
          </p:cNvPr>
          <p:cNvSpPr>
            <a:spLocks noGrp="1"/>
          </p:cNvSpPr>
          <p:nvPr>
            <p:ph type="body" sz="quarter" idx="14" hasCustomPrompt="1"/>
          </p:nvPr>
        </p:nvSpPr>
        <p:spPr>
          <a:xfrm>
            <a:off x="4994052" y="4169260"/>
            <a:ext cx="2098052" cy="811988"/>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lvl1pPr algn="ctr">
              <a:defRPr sz="4400">
                <a:solidFill>
                  <a:schemeClr val="tx1"/>
                </a:solidFill>
                <a:latin typeface="+mj-lt"/>
              </a:defRPr>
            </a:lvl1pPr>
          </a:lstStyle>
          <a:p>
            <a:pPr lvl="0"/>
            <a:r>
              <a:rPr lang="en-US" dirty="0"/>
              <a:t>Claim</a:t>
            </a:r>
          </a:p>
        </p:txBody>
      </p:sp>
      <p:sp>
        <p:nvSpPr>
          <p:cNvPr id="33" name="Text Placeholder 29">
            <a:extLst>
              <a:ext uri="{FF2B5EF4-FFF2-40B4-BE49-F238E27FC236}">
                <a16:creationId xmlns:a16="http://schemas.microsoft.com/office/drawing/2014/main" id="{E10583AA-9FA5-C03C-B239-E32B4AB99FCD}"/>
              </a:ext>
            </a:extLst>
          </p:cNvPr>
          <p:cNvSpPr>
            <a:spLocks noGrp="1"/>
          </p:cNvSpPr>
          <p:nvPr>
            <p:ph type="body" sz="quarter" idx="15" hasCustomPrompt="1"/>
          </p:nvPr>
        </p:nvSpPr>
        <p:spPr>
          <a:xfrm>
            <a:off x="5427549"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4" name="Content Placeholder 23">
            <a:extLst>
              <a:ext uri="{FF2B5EF4-FFF2-40B4-BE49-F238E27FC236}">
                <a16:creationId xmlns:a16="http://schemas.microsoft.com/office/drawing/2014/main" id="{9F20930C-2297-EA9B-3951-6E76707AFD27}"/>
              </a:ext>
            </a:extLst>
          </p:cNvPr>
          <p:cNvSpPr>
            <a:spLocks noGrp="1"/>
          </p:cNvSpPr>
          <p:nvPr>
            <p:ph sz="quarter" idx="16" hasCustomPrompt="1"/>
          </p:nvPr>
        </p:nvSpPr>
        <p:spPr>
          <a:xfrm>
            <a:off x="8675200" y="2272154"/>
            <a:ext cx="2331720" cy="2174840"/>
          </a:xfrm>
          <a:prstGeom prst="roundRect">
            <a:avLst>
              <a:gd name="adj" fmla="val 8516"/>
            </a:avLst>
          </a:prstGeom>
          <a:ln>
            <a:solidFill>
              <a:schemeClr val="accent1"/>
            </a:solidFill>
          </a:ln>
        </p:spPr>
        <p:style>
          <a:lnRef idx="2">
            <a:schemeClr val="dk1"/>
          </a:lnRef>
          <a:fillRef idx="1">
            <a:schemeClr val="lt1"/>
          </a:fillRef>
          <a:effectRef idx="0">
            <a:schemeClr val="dk1"/>
          </a:effectRef>
          <a:fontRef idx="minor">
            <a:schemeClr val="dk1"/>
          </a:fontRef>
        </p:style>
        <p:txBody>
          <a:bodyPr anchor="ctr">
            <a:noAutofit/>
          </a:bodyPr>
          <a:lstStyle>
            <a:lvl1pPr algn="ctr">
              <a:defRPr sz="2800">
                <a:solidFill>
                  <a:schemeClr val="bg1"/>
                </a:solidFill>
                <a:latin typeface="+mj-lt"/>
              </a:defRPr>
            </a:lvl1pPr>
            <a:lvl2pPr>
              <a:defRPr>
                <a:latin typeface="+mj-lt"/>
              </a:defRPr>
            </a:lvl2pPr>
          </a:lstStyle>
          <a:p>
            <a:pPr lvl="0"/>
            <a:r>
              <a:rPr lang="en-US" dirty="0"/>
              <a:t>Attribute</a:t>
            </a:r>
          </a:p>
        </p:txBody>
      </p:sp>
      <p:sp>
        <p:nvSpPr>
          <p:cNvPr id="35" name="Text Placeholder 27">
            <a:extLst>
              <a:ext uri="{FF2B5EF4-FFF2-40B4-BE49-F238E27FC236}">
                <a16:creationId xmlns:a16="http://schemas.microsoft.com/office/drawing/2014/main" id="{89435D7E-AA41-2071-45B7-C30B29DCF5DB}"/>
              </a:ext>
            </a:extLst>
          </p:cNvPr>
          <p:cNvSpPr>
            <a:spLocks noGrp="1"/>
          </p:cNvSpPr>
          <p:nvPr>
            <p:ph type="body" sz="quarter" idx="17" hasCustomPrompt="1"/>
          </p:nvPr>
        </p:nvSpPr>
        <p:spPr>
          <a:xfrm>
            <a:off x="8789406" y="4169260"/>
            <a:ext cx="2098052" cy="811988"/>
          </a:xfrm>
          <a:prstGeom prst="roundRect">
            <a:avLst/>
          </a:prstGeom>
          <a:solidFill>
            <a:schemeClr val="accent1"/>
          </a:solidFill>
        </p:spPr>
        <p:style>
          <a:lnRef idx="1">
            <a:schemeClr val="dk1"/>
          </a:lnRef>
          <a:fillRef idx="3">
            <a:schemeClr val="dk1"/>
          </a:fillRef>
          <a:effectRef idx="2">
            <a:schemeClr val="dk1"/>
          </a:effectRef>
          <a:fontRef idx="minor">
            <a:schemeClr val="lt1"/>
          </a:fontRef>
        </p:style>
        <p:txBody>
          <a:bodyPr>
            <a:noAutofit/>
          </a:bodyPr>
          <a:lstStyle>
            <a:lvl1pPr algn="ctr">
              <a:defRPr sz="4400">
                <a:latin typeface="+mj-lt"/>
              </a:defRPr>
            </a:lvl1pPr>
          </a:lstStyle>
          <a:p>
            <a:pPr lvl="0"/>
            <a:r>
              <a:rPr lang="en-US" dirty="0"/>
              <a:t>Claim</a:t>
            </a:r>
          </a:p>
        </p:txBody>
      </p:sp>
      <p:sp>
        <p:nvSpPr>
          <p:cNvPr id="36" name="Text Placeholder 29">
            <a:extLst>
              <a:ext uri="{FF2B5EF4-FFF2-40B4-BE49-F238E27FC236}">
                <a16:creationId xmlns:a16="http://schemas.microsoft.com/office/drawing/2014/main" id="{0D6BF53D-2A43-BB5E-284A-BDE32867968E}"/>
              </a:ext>
            </a:extLst>
          </p:cNvPr>
          <p:cNvSpPr>
            <a:spLocks noGrp="1"/>
          </p:cNvSpPr>
          <p:nvPr>
            <p:ph type="body" sz="quarter" idx="18" hasCustomPrompt="1"/>
          </p:nvPr>
        </p:nvSpPr>
        <p:spPr>
          <a:xfrm>
            <a:off x="9222903" y="5138602"/>
            <a:ext cx="1231058" cy="914400"/>
          </a:xfrm>
        </p:spPr>
        <p:txBody>
          <a:bodyPr>
            <a:normAutofit/>
          </a:bodyPr>
          <a:lstStyle>
            <a:lvl1pPr algn="ctr">
              <a:defRPr sz="1600">
                <a:solidFill>
                  <a:schemeClr val="accent5"/>
                </a:solidFill>
                <a:latin typeface="+mj-lt"/>
              </a:defRPr>
            </a:lvl1pPr>
          </a:lstStyle>
          <a:p>
            <a:pPr lvl="0"/>
            <a:r>
              <a:rPr lang="en-US" dirty="0"/>
              <a:t>Detail </a:t>
            </a:r>
          </a:p>
        </p:txBody>
      </p:sp>
      <p:sp>
        <p:nvSpPr>
          <p:cNvPr id="3" name="Title 2">
            <a:extLst>
              <a:ext uri="{FF2B5EF4-FFF2-40B4-BE49-F238E27FC236}">
                <a16:creationId xmlns:a16="http://schemas.microsoft.com/office/drawing/2014/main" id="{3479898D-4398-32AB-6867-E210E64CCE90}"/>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E19B98C6-F092-40D1-34D4-B0F77A1702B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206181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557222"/>
          </a:xfrm>
        </p:spPr>
        <p:txBody>
          <a:bodyPr/>
          <a:lstStyle>
            <a:lvl1pPr marL="0" indent="0">
              <a:buNone/>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274053" y="1584960"/>
            <a:ext cx="5426880" cy="4557222"/>
          </a:xfrm>
        </p:spPr>
        <p:txBody>
          <a:bodyPr/>
          <a:lstStyle>
            <a:lvl1pPr marL="0" indent="0">
              <a:buNone/>
              <a:defRPr>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EA309B5A-1F63-1CE5-382D-AD190361BE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2" name="Title 2">
            <a:extLst>
              <a:ext uri="{FF2B5EF4-FFF2-40B4-BE49-F238E27FC236}">
                <a16:creationId xmlns:a16="http://schemas.microsoft.com/office/drawing/2014/main" id="{AAF2404E-7607-B049-3395-564F0963EA2F}"/>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71820D11-61CD-BE19-6D62-899ADB3868C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434057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W Hal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991" y="469209"/>
            <a:ext cx="5113613" cy="631992"/>
          </a:xfrm>
        </p:spPr>
        <p:txBody>
          <a:bodyPr>
            <a:noAutofit/>
          </a:bodyPr>
          <a:lstStyle>
            <a:lvl1pPr>
              <a:defRPr sz="4400" b="0" i="0">
                <a:latin typeface="+mj-lt"/>
                <a:cs typeface="Poppins Medium" panose="00000600000000000000" pitchFamily="2" charset="0"/>
              </a:defRPr>
            </a:lvl1pPr>
          </a:lstStyle>
          <a:p>
            <a:r>
              <a:rPr lang="en-US"/>
              <a:t>Click to edit title </a:t>
            </a:r>
          </a:p>
        </p:txBody>
      </p:sp>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113613"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AB4C02E-8D38-49A2-8468-4C52ACE25582}"/>
              </a:ext>
            </a:extLst>
          </p:cNvPr>
          <p:cNvSpPr>
            <a:spLocks noGrp="1"/>
          </p:cNvSpPr>
          <p:nvPr>
            <p:ph type="body" sz="quarter" idx="12" hasCustomPrompt="1"/>
          </p:nvPr>
        </p:nvSpPr>
        <p:spPr>
          <a:xfrm>
            <a:off x="6587067" y="469208"/>
            <a:ext cx="5113867" cy="626325"/>
          </a:xfrm>
        </p:spPr>
        <p:txBody>
          <a:bodyPr vert="horz" wrap="square" lIns="0" tIns="0" rIns="0" bIns="0" rtlCol="0" anchor="t" anchorCtr="0">
            <a:spAutoFit/>
          </a:bodyPr>
          <a:lstStyle>
            <a:lvl1pPr marL="0" indent="0">
              <a:buNone/>
              <a:defRPr lang="en-US" sz="4400" b="0" i="0" dirty="0" smtClean="0">
                <a:solidFill>
                  <a:schemeClr val="bg1"/>
                </a:solidFill>
                <a:latin typeface="+mj-lt"/>
                <a:ea typeface="+mj-ea"/>
                <a:cs typeface="Poppins Medium" panose="00000600000000000000" pitchFamily="2" charset="0"/>
              </a:defRPr>
            </a:lvl1pPr>
            <a:lvl2pPr>
              <a:defRPr lang="en-US" sz="2400" dirty="0" smtClean="0"/>
            </a:lvl2pPr>
            <a:lvl3pPr>
              <a:defRPr lang="en-US" sz="2400" dirty="0" smtClean="0"/>
            </a:lvl3pPr>
            <a:lvl4pPr>
              <a:defRPr lang="en-US" sz="2400" dirty="0" smtClean="0"/>
            </a:lvl4pPr>
            <a:lvl5pPr>
              <a:defRPr lang="en-US" sz="2400" dirty="0"/>
            </a:lvl5pPr>
          </a:lstStyle>
          <a:p>
            <a:pPr marL="152396" lvl="0" indent="-457189">
              <a:lnSpc>
                <a:spcPct val="90000"/>
              </a:lnSpc>
              <a:spcBef>
                <a:spcPct val="0"/>
              </a:spcBef>
            </a:pPr>
            <a:r>
              <a:rPr lang="en-US"/>
              <a:t>Click to add title</a:t>
            </a:r>
          </a:p>
        </p:txBody>
      </p:sp>
      <p:sp>
        <p:nvSpPr>
          <p:cNvPr id="7" name="Content Placeholder 2">
            <a:extLst>
              <a:ext uri="{FF2B5EF4-FFF2-40B4-BE49-F238E27FC236}">
                <a16:creationId xmlns:a16="http://schemas.microsoft.com/office/drawing/2014/main" id="{B02560BD-FF7E-43D5-95BA-1D2D492F2E93}"/>
              </a:ext>
            </a:extLst>
          </p:cNvPr>
          <p:cNvSpPr>
            <a:spLocks noGrp="1"/>
          </p:cNvSpPr>
          <p:nvPr>
            <p:ph idx="11"/>
          </p:nvPr>
        </p:nvSpPr>
        <p:spPr>
          <a:xfrm>
            <a:off x="6587069" y="1584960"/>
            <a:ext cx="5113611" cy="4636936"/>
          </a:xfrm>
        </p:spPr>
        <p:txBody>
          <a:bodyPr/>
          <a:lstStyle>
            <a:lvl1pPr>
              <a:buClr>
                <a:schemeClr val="bg2"/>
              </a:buClr>
              <a:defRPr b="0">
                <a:solidFill>
                  <a:schemeClr val="accent5"/>
                </a:solidFill>
                <a:latin typeface="+mn-lt"/>
                <a:cs typeface="Poppins" panose="00000500000000000000" pitchFamily="2" charset="0"/>
              </a:defRPr>
            </a:lvl1pPr>
            <a:lvl2pPr>
              <a:buClr>
                <a:schemeClr val="bg2"/>
              </a:buClr>
              <a:defRPr b="0">
                <a:solidFill>
                  <a:schemeClr val="accent5"/>
                </a:solidFill>
                <a:latin typeface="+mn-lt"/>
                <a:cs typeface="Poppins" panose="00000500000000000000" pitchFamily="2" charset="0"/>
              </a:defRPr>
            </a:lvl2pPr>
            <a:lvl3pPr>
              <a:buClr>
                <a:schemeClr val="bg2"/>
              </a:buClr>
              <a:defRPr b="0">
                <a:solidFill>
                  <a:schemeClr val="accent5"/>
                </a:solidFill>
                <a:latin typeface="+mn-lt"/>
                <a:cs typeface="Poppins" panose="00000500000000000000" pitchFamily="2" charset="0"/>
              </a:defRPr>
            </a:lvl3pPr>
            <a:lvl4pPr>
              <a:buClr>
                <a:schemeClr val="bg2"/>
              </a:buClr>
              <a:defRPr b="0">
                <a:solidFill>
                  <a:schemeClr val="accent5"/>
                </a:solidFill>
                <a:latin typeface="+mn-lt"/>
                <a:cs typeface="Poppins" panose="00000500000000000000" pitchFamily="2" charset="0"/>
              </a:defRPr>
            </a:lvl4pPr>
            <a:lvl5pPr>
              <a:buClr>
                <a:schemeClr val="bg2"/>
              </a:buClr>
              <a:defRPr b="0">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black and grey logo&#10;&#10;AI-generated content may be incorrect.">
            <a:extLst>
              <a:ext uri="{FF2B5EF4-FFF2-40B4-BE49-F238E27FC236}">
                <a16:creationId xmlns:a16="http://schemas.microsoft.com/office/drawing/2014/main" id="{0E6A0DDB-FBA4-C224-4D4B-E0467F2A7FE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176413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Page Titl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A418392-99DF-4D92-5299-0597BD71931B}"/>
              </a:ext>
            </a:extLst>
          </p:cNvPr>
          <p:cNvSpPr>
            <a:spLocks noGrp="1"/>
          </p:cNvSpPr>
          <p:nvPr>
            <p:ph type="title"/>
          </p:nvPr>
        </p:nvSpPr>
        <p:spPr>
          <a:xfrm>
            <a:off x="568851" y="1706151"/>
            <a:ext cx="5374749" cy="1325563"/>
          </a:xfrm>
        </p:spPr>
        <p:txBody>
          <a:bodyPr/>
          <a:lstStyle>
            <a:lvl1pPr>
              <a:defRPr>
                <a:solidFill>
                  <a:schemeClr val="bg1"/>
                </a:solidFill>
              </a:defRPr>
            </a:lvl1pPr>
          </a:lstStyle>
          <a:p>
            <a:r>
              <a:rPr lang="en-US" dirty="0"/>
              <a:t>Click to edit Master</a:t>
            </a:r>
          </a:p>
        </p:txBody>
      </p:sp>
      <p:sp>
        <p:nvSpPr>
          <p:cNvPr id="12" name="Text Placeholder 11">
            <a:extLst>
              <a:ext uri="{FF2B5EF4-FFF2-40B4-BE49-F238E27FC236}">
                <a16:creationId xmlns:a16="http://schemas.microsoft.com/office/drawing/2014/main" id="{602E2C1D-450C-919F-32A5-794D5170E247}"/>
              </a:ext>
            </a:extLst>
          </p:cNvPr>
          <p:cNvSpPr>
            <a:spLocks noGrp="1"/>
          </p:cNvSpPr>
          <p:nvPr>
            <p:ph type="body" sz="quarter" idx="10"/>
          </p:nvPr>
        </p:nvSpPr>
        <p:spPr>
          <a:xfrm>
            <a:off x="568851" y="628650"/>
            <a:ext cx="3554095" cy="261867"/>
          </a:xfrm>
        </p:spPr>
        <p:txBody>
          <a:bodyPr>
            <a:noAutofit/>
          </a:bodyPr>
          <a:lstStyle>
            <a:lvl1pPr marL="0" indent="0">
              <a:buNone/>
              <a:defRPr sz="1400">
                <a:solidFill>
                  <a:schemeClr val="bg2"/>
                </a:solidFill>
              </a:defRPr>
            </a:lvl1pPr>
            <a:lvl2pPr marL="457200" indent="0">
              <a:buNone/>
              <a:defRPr sz="1400">
                <a:solidFill>
                  <a:schemeClr val="tx2"/>
                </a:solidFill>
              </a:defRPr>
            </a:lvl2pPr>
            <a:lvl3pPr marL="914400" indent="0">
              <a:buNone/>
              <a:defRPr sz="1200">
                <a:solidFill>
                  <a:schemeClr val="tx2"/>
                </a:solidFill>
              </a:defRPr>
            </a:lvl3pPr>
            <a:lvl4pPr marL="1371600" indent="0">
              <a:buNone/>
              <a:defRPr sz="1100">
                <a:solidFill>
                  <a:schemeClr val="tx2"/>
                </a:solidFill>
              </a:defRPr>
            </a:lvl4pPr>
            <a:lvl5pPr marL="1828800" indent="0">
              <a:buNone/>
              <a:defRPr sz="1100">
                <a:solidFill>
                  <a:schemeClr val="tx2"/>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525EB669-9551-7B42-346B-8835CA72F1E5}"/>
              </a:ext>
            </a:extLst>
          </p:cNvPr>
          <p:cNvSpPr>
            <a:spLocks noGrp="1"/>
          </p:cNvSpPr>
          <p:nvPr>
            <p:ph type="body" sz="quarter" idx="11" hasCustomPrompt="1"/>
          </p:nvPr>
        </p:nvSpPr>
        <p:spPr>
          <a:xfrm>
            <a:off x="591393" y="3227610"/>
            <a:ext cx="4769277" cy="2155920"/>
          </a:xfrm>
        </p:spPr>
        <p:txBody>
          <a:bodyPr>
            <a:noAutofit/>
          </a:bodyPr>
          <a:lstStyle>
            <a:lvl1pPr marL="0" indent="0">
              <a:buNone/>
              <a:defRPr sz="1600">
                <a:solidFill>
                  <a:schemeClr val="accent5"/>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level</a:t>
            </a:r>
          </a:p>
        </p:txBody>
      </p:sp>
      <p:pic>
        <p:nvPicPr>
          <p:cNvPr id="3" name="Picture 2" descr="A black and grey logo&#10;&#10;AI-generated content may be incorrect.">
            <a:extLst>
              <a:ext uri="{FF2B5EF4-FFF2-40B4-BE49-F238E27FC236}">
                <a16:creationId xmlns:a16="http://schemas.microsoft.com/office/drawing/2014/main" id="{6A1FE187-CF9C-3C59-D46C-39E9DF6AE51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463687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 text image with fad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50E62194-15A3-1C44-558D-2CCD975549C9}"/>
              </a:ext>
              <a:ext uri="{C183D7F6-B498-43B3-948B-1728B52AA6E4}">
                <adec:decorative xmlns:adec="http://schemas.microsoft.com/office/drawing/2017/decorative" val="1"/>
              </a:ext>
            </a:extLst>
          </p:cNvPr>
          <p:cNvSpPr>
            <a:spLocks noGrp="1"/>
          </p:cNvSpPr>
          <p:nvPr>
            <p:ph type="pic" sz="quarter" idx="13"/>
          </p:nvPr>
        </p:nvSpPr>
        <p:spPr>
          <a:xfrm>
            <a:off x="4937760" y="0"/>
            <a:ext cx="7254240" cy="6858000"/>
          </a:xfrm>
          <a:noFill/>
        </p:spPr>
        <p:txBody>
          <a:bodyPr/>
          <a:lstStyle/>
          <a:p>
            <a:r>
              <a:rPr lang="en-US" dirty="0"/>
              <a:t>Click icon to add picture</a:t>
            </a:r>
          </a:p>
        </p:txBody>
      </p:sp>
      <p:sp>
        <p:nvSpPr>
          <p:cNvPr id="13" name="Title 1">
            <a:extLst>
              <a:ext uri="{FF2B5EF4-FFF2-40B4-BE49-F238E27FC236}">
                <a16:creationId xmlns:a16="http://schemas.microsoft.com/office/drawing/2014/main" id="{18DD5C10-AE48-47C2-C043-9412C85525AF}"/>
              </a:ext>
            </a:extLst>
          </p:cNvPr>
          <p:cNvSpPr>
            <a:spLocks noGrp="1"/>
          </p:cNvSpPr>
          <p:nvPr>
            <p:ph type="title"/>
          </p:nvPr>
        </p:nvSpPr>
        <p:spPr>
          <a:xfrm>
            <a:off x="229489" y="1675492"/>
            <a:ext cx="4097972" cy="1660604"/>
          </a:xfrm>
        </p:spPr>
        <p:txBody>
          <a:bodyPr>
            <a:noAutofit/>
          </a:bodyPr>
          <a:lstStyle>
            <a:lvl1pPr>
              <a:defRPr sz="4200" b="0">
                <a:latin typeface="+mj-lt"/>
                <a:cs typeface="Poppins Medium" panose="00000600000000000000" pitchFamily="2" charset="0"/>
              </a:defRPr>
            </a:lvl1pPr>
          </a:lstStyle>
          <a:p>
            <a:r>
              <a:rPr lang="en-US" dirty="0"/>
              <a:t>Click to edit Master title style</a:t>
            </a:r>
          </a:p>
        </p:txBody>
      </p:sp>
      <p:sp>
        <p:nvSpPr>
          <p:cNvPr id="14" name="Content Placeholder 2">
            <a:extLst>
              <a:ext uri="{FF2B5EF4-FFF2-40B4-BE49-F238E27FC236}">
                <a16:creationId xmlns:a16="http://schemas.microsoft.com/office/drawing/2014/main" id="{3B5B239F-9433-2E79-7918-C6B1E6366F99}"/>
              </a:ext>
            </a:extLst>
          </p:cNvPr>
          <p:cNvSpPr>
            <a:spLocks noGrp="1"/>
          </p:cNvSpPr>
          <p:nvPr>
            <p:ph idx="1"/>
          </p:nvPr>
        </p:nvSpPr>
        <p:spPr>
          <a:xfrm>
            <a:off x="229490" y="3572715"/>
            <a:ext cx="4097972" cy="2317737"/>
          </a:xfrm>
        </p:spPr>
        <p:txBody>
          <a:bodyPr>
            <a:normAutofit/>
          </a:bodyPr>
          <a:lstStyle>
            <a:lvl1pPr marL="0" indent="0">
              <a:buNone/>
              <a:defRPr sz="1600">
                <a:solidFill>
                  <a:schemeClr val="accent5"/>
                </a:solidFill>
                <a:latin typeface="+mn-lt"/>
                <a:cs typeface="Poppins" panose="00000500000000000000" pitchFamily="2" charset="0"/>
              </a:defRPr>
            </a:lvl1pPr>
            <a:lvl2pPr marL="457200" indent="0">
              <a:buNone/>
              <a:defRPr sz="2000">
                <a:latin typeface="Poppins" panose="00000500000000000000" pitchFamily="2" charset="0"/>
                <a:cs typeface="Poppins" panose="00000500000000000000" pitchFamily="2" charset="0"/>
              </a:defRPr>
            </a:lvl2pPr>
            <a:lvl3pPr marL="914400" indent="0">
              <a:buNone/>
              <a:defRPr sz="1800">
                <a:latin typeface="Poppins" panose="00000500000000000000" pitchFamily="2" charset="0"/>
                <a:cs typeface="Poppins" panose="00000500000000000000" pitchFamily="2" charset="0"/>
              </a:defRPr>
            </a:lvl3pPr>
            <a:lvl4pPr marL="1371600" indent="0">
              <a:buNone/>
              <a:defRPr sz="1600">
                <a:latin typeface="Poppins" panose="00000500000000000000" pitchFamily="2" charset="0"/>
                <a:cs typeface="Poppins" panose="00000500000000000000" pitchFamily="2" charset="0"/>
              </a:defRPr>
            </a:lvl4pPr>
            <a:lvl5pPr marL="1828800" indent="0">
              <a:buNone/>
              <a:defRPr sz="1600">
                <a:latin typeface="Poppins" panose="00000500000000000000" pitchFamily="2" charset="0"/>
                <a:cs typeface="Poppins" panose="00000500000000000000" pitchFamily="2" charset="0"/>
              </a:defRPr>
            </a:lvl5pPr>
          </a:lstStyle>
          <a:p>
            <a:pPr lvl="0"/>
            <a:r>
              <a:rPr lang="en-US"/>
              <a:t>Click to edit Master text styles</a:t>
            </a:r>
          </a:p>
        </p:txBody>
      </p:sp>
      <p:sp>
        <p:nvSpPr>
          <p:cNvPr id="15" name="Footer Placeholder 7">
            <a:extLst>
              <a:ext uri="{FF2B5EF4-FFF2-40B4-BE49-F238E27FC236}">
                <a16:creationId xmlns:a16="http://schemas.microsoft.com/office/drawing/2014/main" id="{4A61F839-F15B-A9AC-32D5-6D963FB2B483}"/>
              </a:ext>
            </a:extLst>
          </p:cNvPr>
          <p:cNvSpPr>
            <a:spLocks noGrp="1"/>
          </p:cNvSpPr>
          <p:nvPr>
            <p:ph type="ftr" sz="quarter" idx="11"/>
          </p:nvPr>
        </p:nvSpPr>
        <p:spPr>
          <a:xfrm>
            <a:off x="229489" y="1099426"/>
            <a:ext cx="3055373" cy="379957"/>
          </a:xfrm>
          <a:prstGeom prst="rect">
            <a:avLst/>
          </a:prstGeom>
        </p:spPr>
        <p:txBody>
          <a:bodyPr/>
          <a:lstStyle>
            <a:lvl1pPr algn="l">
              <a:defRPr>
                <a:solidFill>
                  <a:schemeClr val="bg1"/>
                </a:solidFill>
                <a:latin typeface="+mj-lt"/>
                <a:cs typeface="Poppins" panose="00000500000000000000" pitchFamily="2" charset="0"/>
              </a:defRPr>
            </a:lvl1pPr>
          </a:lstStyle>
          <a:p>
            <a:endParaRPr lang="en-US" dirty="0"/>
          </a:p>
        </p:txBody>
      </p:sp>
      <p:pic>
        <p:nvPicPr>
          <p:cNvPr id="3" name="Graphic 2">
            <a:extLst>
              <a:ext uri="{FF2B5EF4-FFF2-40B4-BE49-F238E27FC236}">
                <a16:creationId xmlns:a16="http://schemas.microsoft.com/office/drawing/2014/main" id="{8F85F2E6-4189-688E-A923-5F1AC075A0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598A5B34-9B61-FB37-5F4C-93E47B8D6F0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229489" y="217054"/>
            <a:ext cx="2048766" cy="480990"/>
          </a:xfrm>
          <a:prstGeom prst="rect">
            <a:avLst/>
          </a:prstGeom>
        </p:spPr>
      </p:pic>
      <p:pic>
        <p:nvPicPr>
          <p:cNvPr id="5" name="Picture 4" descr="A black and grey logo&#10;&#10;AI-generated content may be incorrect.">
            <a:extLst>
              <a:ext uri="{FF2B5EF4-FFF2-40B4-BE49-F238E27FC236}">
                <a16:creationId xmlns:a16="http://schemas.microsoft.com/office/drawing/2014/main" id="{AACA8B22-1182-E22B-5B5A-3AD27B2D82F7}"/>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01322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350935" y="1514592"/>
            <a:ext cx="7350931" cy="531428"/>
          </a:xfrm>
        </p:spPr>
        <p:txBody>
          <a:bodyPr/>
          <a:lstStyle>
            <a:lvl1pPr>
              <a:defRPr b="0" i="0">
                <a:latin typeface="+mj-lt"/>
                <a:cs typeface="Poppins Medium" panose="00000600000000000000" pitchFamily="2" charset="0"/>
              </a:defRPr>
            </a:lvl1pPr>
          </a:lstStyle>
          <a:p>
            <a:r>
              <a:rPr lang="en-US" dirty="0"/>
              <a:t>Click to edit title </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hasCustomPrompt="1"/>
          </p:nvPr>
        </p:nvSpPr>
        <p:spPr>
          <a:xfrm>
            <a:off x="4350936" y="2346036"/>
            <a:ext cx="7350930" cy="3903947"/>
          </a:xfrm>
        </p:spPr>
        <p:txBody>
          <a:bodyPr numCol="2">
            <a:normAutofit/>
          </a:bodyPr>
          <a:lstStyle>
            <a:lvl1pPr marL="0" indent="0" algn="l" defTabSz="914400" rtl="0" eaLnBrk="1" latinLnBrk="0" hangingPunct="1">
              <a:lnSpc>
                <a:spcPct val="100000"/>
              </a:lnSpc>
              <a:spcBef>
                <a:spcPts val="500"/>
              </a:spcBef>
              <a:buClr>
                <a:srgbClr val="6400B9"/>
              </a:buClr>
              <a:buSzPct val="100000"/>
              <a:buFont typeface="+mj-lt"/>
              <a:buNone/>
              <a:defRPr lang="en-US" sz="2400" kern="1200" dirty="0">
                <a:solidFill>
                  <a:schemeClr val="accent5"/>
                </a:solidFill>
                <a:latin typeface="+mj-lt"/>
                <a:ea typeface="+mn-ea"/>
                <a:cs typeface="Poppins" panose="00000500000000000000" pitchFamily="2" charset="0"/>
              </a:defRPr>
            </a:lvl1pPr>
            <a:lvl2pPr marL="4572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2pPr>
            <a:lvl3pPr marL="9144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3pPr>
            <a:lvl4pPr marL="13716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4pPr>
            <a:lvl5pPr marL="1828800" indent="0" algn="l" defTabSz="914400" rtl="0" eaLnBrk="1" latinLnBrk="0" hangingPunct="1">
              <a:lnSpc>
                <a:spcPct val="90000"/>
              </a:lnSpc>
              <a:spcBef>
                <a:spcPts val="500"/>
              </a:spcBef>
              <a:buClr>
                <a:schemeClr val="accent4"/>
              </a:buClr>
              <a:buSzPct val="100000"/>
              <a:buFont typeface="+mj-lt"/>
              <a:buNone/>
              <a:defRPr lang="en-US" sz="2000" kern="1200" dirty="0">
                <a:solidFill>
                  <a:schemeClr val="tx1"/>
                </a:solidFill>
                <a:latin typeface="Poppins" panose="00000500000000000000" pitchFamily="2" charset="0"/>
                <a:ea typeface="+mn-ea"/>
                <a:cs typeface="Poppins" panose="00000500000000000000" pitchFamily="2" charset="0"/>
              </a:defRPr>
            </a:lvl5pPr>
          </a:lstStyle>
          <a:p>
            <a:pPr lvl="0"/>
            <a:r>
              <a:rPr lang="en-US" dirty="0"/>
              <a:t>Click to edit Master text styles  </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3981449" cy="6858000"/>
          </a:xfrm>
          <a:solidFill>
            <a:schemeClr val="bg1"/>
          </a:solidFill>
        </p:spPr>
        <p:txBody>
          <a:bodyPr anchor="ctr"/>
          <a:lstStyle>
            <a:lvl1pPr marL="0" indent="0" algn="ctr">
              <a:buNone/>
              <a:defRPr/>
            </a:lvl1pPr>
          </a:lstStyle>
          <a:p>
            <a:r>
              <a:rPr lang="en-US" dirty="0"/>
              <a:t>Click icon to add picture</a:t>
            </a:r>
          </a:p>
        </p:txBody>
      </p:sp>
      <p:pic>
        <p:nvPicPr>
          <p:cNvPr id="2" name="Graphic 1">
            <a:extLst>
              <a:ext uri="{FF2B5EF4-FFF2-40B4-BE49-F238E27FC236}">
                <a16:creationId xmlns:a16="http://schemas.microsoft.com/office/drawing/2014/main" id="{E89F6EF1-348A-9A4A-F8FA-F2DD47AB0D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4" name="Picture 3" descr="A black and grey logo&#10;&#10;AI-generated content may be incorrect.">
            <a:extLst>
              <a:ext uri="{FF2B5EF4-FFF2-40B4-BE49-F238E27FC236}">
                <a16:creationId xmlns:a16="http://schemas.microsoft.com/office/drawing/2014/main" id="{2C326CFA-FC4A-0FAF-CD64-36B4480A49A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3091033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Left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4922982" y="487681"/>
            <a:ext cx="6828581" cy="531428"/>
          </a:xfrm>
        </p:spPr>
        <p:txBody>
          <a:bodyPr/>
          <a:lstStyle>
            <a:lvl1pPr>
              <a:defRPr b="0" i="0">
                <a:latin typeface="+mj-lt"/>
                <a:cs typeface="Poppins Medium" panose="00000600000000000000" pitchFamily="2" charset="0"/>
              </a:defRPr>
            </a:lvl1pPr>
          </a:lstStyle>
          <a:p>
            <a:r>
              <a:rPr lang="en-US" dirty="0"/>
              <a:t>Click to edit title </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4922982" y="1130725"/>
            <a:ext cx="68285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22982" y="1584960"/>
            <a:ext cx="6828581" cy="4575695"/>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1" y="0"/>
            <a:ext cx="4400631"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A09E7D38-1EB7-DC73-2C65-7FE6EAAAA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5318E716-6564-DCF6-0ADF-1B5440B412BA}"/>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645599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5166479"/>
            <a:ext cx="11209360" cy="1009878"/>
          </a:xfrm>
        </p:spPr>
        <p:txBody>
          <a:bodyPr>
            <a:normAutofit/>
          </a:bodyPr>
          <a:lstStyle>
            <a:lvl1pPr marL="0" indent="0" algn="ctr">
              <a:buNone/>
              <a:defRPr sz="2400">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p:txBody>
      </p:sp>
      <p:sp>
        <p:nvSpPr>
          <p:cNvPr id="2" name="Title 2">
            <a:extLst>
              <a:ext uri="{FF2B5EF4-FFF2-40B4-BE49-F238E27FC236}">
                <a16:creationId xmlns:a16="http://schemas.microsoft.com/office/drawing/2014/main" id="{9D7B4829-A151-F160-74A7-953F2848A700}"/>
              </a:ext>
            </a:extLst>
          </p:cNvPr>
          <p:cNvSpPr>
            <a:spLocks noGrp="1"/>
          </p:cNvSpPr>
          <p:nvPr>
            <p:ph type="title"/>
          </p:nvPr>
        </p:nvSpPr>
        <p:spPr>
          <a:xfrm>
            <a:off x="401616" y="259398"/>
            <a:ext cx="10515600" cy="1009878"/>
          </a:xfrm>
        </p:spPr>
        <p:txBody>
          <a:bodyPr/>
          <a:lstStyle>
            <a:lvl1pPr algn="ctr">
              <a:defRPr b="0">
                <a:solidFill>
                  <a:schemeClr val="bg1"/>
                </a:solidFill>
                <a:latin typeface="+mj-lt"/>
                <a:cs typeface="Poppins Medium" panose="00000600000000000000" pitchFamily="2" charset="0"/>
              </a:defRPr>
            </a:lvl1pPr>
          </a:lstStyle>
          <a:p>
            <a:r>
              <a:rPr lang="en-US"/>
              <a:t>Click to edit Master title style</a:t>
            </a:r>
          </a:p>
        </p:txBody>
      </p:sp>
      <p:pic>
        <p:nvPicPr>
          <p:cNvPr id="4" name="Picture 3" descr="A black and grey logo&#10;&#10;AI-generated content may be incorrect.">
            <a:extLst>
              <a:ext uri="{FF2B5EF4-FFF2-40B4-BE49-F238E27FC236}">
                <a16:creationId xmlns:a16="http://schemas.microsoft.com/office/drawing/2014/main" id="{71281818-ACE8-D64A-3A09-12A458B23C9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734065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 Left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88303" y="610733"/>
            <a:ext cx="4400631" cy="531428"/>
          </a:xfrm>
        </p:spPr>
        <p:txBody>
          <a:bodyPr/>
          <a:lstStyle>
            <a:lvl1pPr>
              <a:defRPr b="0" i="0">
                <a:latin typeface="+mj-lt"/>
                <a:cs typeface="Poppins Medium" panose="00000600000000000000" pitchFamily="2" charset="0"/>
              </a:defRPr>
            </a:lvl1pPr>
          </a:lstStyle>
          <a:p>
            <a:r>
              <a:rPr lang="en-US" dirty="0"/>
              <a:t>Click to edit </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388304" y="1549392"/>
            <a:ext cx="4400631"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5019870" y="3691"/>
            <a:ext cx="7150360"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A09E7D38-1EB7-DC73-2C65-7FE6EAAAA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904B87D0-2616-6A9C-1E3A-C0A3AAF585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046510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Right 2: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p:nvPr>
        </p:nvSpPr>
        <p:spPr>
          <a:xfrm>
            <a:off x="372052" y="487681"/>
            <a:ext cx="7350931" cy="531428"/>
          </a:xfrm>
        </p:spPr>
        <p:txBody>
          <a:bodyPr/>
          <a:lstStyle>
            <a:lvl1pPr>
              <a:defRPr b="0" i="0">
                <a:solidFill>
                  <a:schemeClr val="bg1"/>
                </a:solidFill>
                <a:latin typeface="+mj-lt"/>
                <a:cs typeface="Poppins Medium" panose="00000600000000000000" pitchFamily="2" charset="0"/>
              </a:defRPr>
            </a:lvl1pPr>
          </a:lstStyle>
          <a:p>
            <a:r>
              <a:rPr lang="en-US" dirty="0"/>
              <a:t>Click to edit Master title </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72051" y="1117949"/>
            <a:ext cx="7350931" cy="349776"/>
          </a:xfrm>
        </p:spPr>
        <p:txBody>
          <a:bodyPr wrap="square" tIns="0">
            <a:spAutoFit/>
          </a:bodyPr>
          <a:lstStyle>
            <a:lvl1pPr marL="0" indent="0">
              <a:buNone/>
              <a:defRPr sz="2133" b="0">
                <a:solidFill>
                  <a:schemeClr val="accent5"/>
                </a:solidFill>
                <a:latin typeface="+mj-lt"/>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1320" y="1584960"/>
            <a:ext cx="7350931" cy="4785360"/>
          </a:xfrm>
        </p:spPr>
        <p:txBody>
          <a:bodyPr/>
          <a:lstStyle>
            <a:lvl1pPr>
              <a:defRPr>
                <a:solidFill>
                  <a:schemeClr val="accent5"/>
                </a:solidFill>
                <a:latin typeface="+mn-lt"/>
              </a:defRPr>
            </a:lvl1pPr>
            <a:lvl2pPr>
              <a:defRPr>
                <a:solidFill>
                  <a:schemeClr val="accent5"/>
                </a:solidFill>
                <a:latin typeface="+mn-lt"/>
              </a:defRPr>
            </a:lvl2pPr>
            <a:lvl3pPr>
              <a:defRPr>
                <a:solidFill>
                  <a:schemeClr val="accent5"/>
                </a:solidFill>
                <a:latin typeface="+mn-lt"/>
              </a:defRPr>
            </a:lvl3pPr>
            <a:lvl4pPr>
              <a:defRPr>
                <a:solidFill>
                  <a:schemeClr val="accent5"/>
                </a:solidFill>
                <a:latin typeface="+mn-lt"/>
              </a:defRPr>
            </a:lvl4pPr>
            <a:lvl5pPr>
              <a:defRPr>
                <a:solidFill>
                  <a:schemeClr val="accent5"/>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8210552" y="0"/>
            <a:ext cx="3981449" cy="6858000"/>
          </a:xfrm>
          <a:noFill/>
        </p:spPr>
        <p:txBody>
          <a:bodyPr anchor="ctr"/>
          <a:lstStyle>
            <a:lvl1pPr marL="0" indent="0" algn="ctr">
              <a:buNone/>
              <a:defRPr/>
            </a:lvl1pPr>
          </a:lstStyle>
          <a:p>
            <a:r>
              <a:rPr lang="en-US"/>
              <a:t>Click icon to add picture</a:t>
            </a:r>
          </a:p>
        </p:txBody>
      </p:sp>
      <p:pic>
        <p:nvPicPr>
          <p:cNvPr id="5" name="Picture 4" descr="A black and grey logo&#10;&#10;AI-generated content may be incorrect.">
            <a:extLst>
              <a:ext uri="{FF2B5EF4-FFF2-40B4-BE49-F238E27FC236}">
                <a16:creationId xmlns:a16="http://schemas.microsoft.com/office/drawing/2014/main" id="{AB908FE8-D744-608D-FD9E-0C7CA108184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6957191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Image Righ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390746" y="487681"/>
            <a:ext cx="5430181" cy="531428"/>
          </a:xfrm>
        </p:spPr>
        <p:txBody>
          <a:bodyPr/>
          <a:lstStyle>
            <a:lvl1pPr>
              <a:defRPr b="0" i="0">
                <a:latin typeface="+mj-lt"/>
                <a:cs typeface="Poppins Medium" panose="00000600000000000000" pitchFamily="2" charset="0"/>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390746" y="1163449"/>
            <a:ext cx="54301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490136" y="1584960"/>
            <a:ext cx="5430181" cy="4785360"/>
          </a:xfrm>
        </p:spPr>
        <p:txBody>
          <a:bodyPr/>
          <a:lstStyle>
            <a:lvl1pPr>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6271684" y="0"/>
            <a:ext cx="5918200" cy="6858000"/>
          </a:xfrm>
          <a:noFill/>
        </p:spPr>
        <p:txBody>
          <a:bodyPr anchor="ctr"/>
          <a:lstStyle>
            <a:lvl1pPr marL="0" indent="0" algn="ctr">
              <a:buNone/>
              <a:defRPr/>
            </a:lvl1pPr>
          </a:lstStyle>
          <a:p>
            <a:r>
              <a:rPr lang="en-US"/>
              <a:t>Click icon to add picture</a:t>
            </a:r>
          </a:p>
        </p:txBody>
      </p:sp>
      <p:pic>
        <p:nvPicPr>
          <p:cNvPr id="3" name="Graphic 2">
            <a:extLst>
              <a:ext uri="{FF2B5EF4-FFF2-40B4-BE49-F238E27FC236}">
                <a16:creationId xmlns:a16="http://schemas.microsoft.com/office/drawing/2014/main" id="{B8121B95-703C-D55D-BF4F-3E6CF59654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2" name="Picture 1" descr="A black and grey logo&#10;&#10;AI-generated content may be incorrect.">
            <a:extLst>
              <a:ext uri="{FF2B5EF4-FFF2-40B4-BE49-F238E27FC236}">
                <a16:creationId xmlns:a16="http://schemas.microsoft.com/office/drawing/2014/main" id="{1A7054F8-BAA4-0C19-4C22-F3ECEF48FADD}"/>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9489797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Lef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9524391-095F-4CD4-BE48-73B0890652AF}"/>
              </a:ext>
            </a:extLst>
          </p:cNvPr>
          <p:cNvSpPr>
            <a:spLocks noGrp="1"/>
          </p:cNvSpPr>
          <p:nvPr>
            <p:ph type="title" hasCustomPrompt="1"/>
          </p:nvPr>
        </p:nvSpPr>
        <p:spPr>
          <a:xfrm>
            <a:off x="6268273" y="487681"/>
            <a:ext cx="5430181" cy="531428"/>
          </a:xfrm>
        </p:spPr>
        <p:txBody>
          <a:bodyPr/>
          <a:lstStyle>
            <a:lvl1pPr>
              <a:defRPr b="0" i="0">
                <a:solidFill>
                  <a:schemeClr val="bg1"/>
                </a:solidFill>
                <a:latin typeface="+mj-lt"/>
                <a:cs typeface="Poppins" panose="00000500000000000000" pitchFamily="2" charset="0"/>
              </a:defRPr>
            </a:lvl1pPr>
          </a:lstStyle>
          <a:p>
            <a:r>
              <a:rPr lang="en-US" dirty="0"/>
              <a:t>Click to edit title</a:t>
            </a:r>
          </a:p>
        </p:txBody>
      </p:sp>
      <p:sp>
        <p:nvSpPr>
          <p:cNvPr id="10" name="Subtitle 2">
            <a:extLst>
              <a:ext uri="{FF2B5EF4-FFF2-40B4-BE49-F238E27FC236}">
                <a16:creationId xmlns:a16="http://schemas.microsoft.com/office/drawing/2014/main" id="{2894BEB0-D61D-4A64-9596-8FB93E85A09C}"/>
              </a:ext>
            </a:extLst>
          </p:cNvPr>
          <p:cNvSpPr>
            <a:spLocks noGrp="1"/>
          </p:cNvSpPr>
          <p:nvPr>
            <p:ph type="body" sz="quarter" idx="13" hasCustomPrompt="1"/>
          </p:nvPr>
        </p:nvSpPr>
        <p:spPr>
          <a:xfrm>
            <a:off x="6268273" y="1176262"/>
            <a:ext cx="5430181" cy="349776"/>
          </a:xfrm>
        </p:spPr>
        <p:txBody>
          <a:bodyPr wrap="square" tIns="0">
            <a:spAutoFit/>
          </a:bodyPr>
          <a:lstStyle>
            <a:lvl1pPr marL="0" indent="0">
              <a:buNone/>
              <a:defRPr sz="2133" b="0">
                <a:solidFill>
                  <a:schemeClr val="accent5"/>
                </a:solidFill>
                <a:latin typeface="+mj-lt"/>
                <a:cs typeface="Poppins" panose="00000500000000000000" pitchFamily="2" charset="0"/>
              </a:defRPr>
            </a:lvl1pPr>
          </a:lstStyle>
          <a:p>
            <a:pPr lvl="0"/>
            <a:r>
              <a:rPr lang="en-US" dirty="0"/>
              <a:t>Subtitle if needed</a:t>
            </a:r>
          </a:p>
        </p:txBody>
      </p:sp>
      <p:sp>
        <p:nvSpPr>
          <p:cNvPr id="12" name="Content Placeholder 2">
            <a:extLst>
              <a:ext uri="{FF2B5EF4-FFF2-40B4-BE49-F238E27FC236}">
                <a16:creationId xmlns:a16="http://schemas.microsoft.com/office/drawing/2014/main" id="{D986A320-6B07-4EBA-AB8F-5A9D885F7A07}"/>
              </a:ext>
            </a:extLst>
          </p:cNvPr>
          <p:cNvSpPr>
            <a:spLocks noGrp="1"/>
          </p:cNvSpPr>
          <p:nvPr>
            <p:ph idx="1"/>
          </p:nvPr>
        </p:nvSpPr>
        <p:spPr>
          <a:xfrm>
            <a:off x="6268273" y="1584960"/>
            <a:ext cx="5430181" cy="4658822"/>
          </a:xfrm>
        </p:spPr>
        <p:txBody>
          <a:bodyPr/>
          <a:lstStyle>
            <a:lvl1pPr>
              <a:defRPr b="0">
                <a:solidFill>
                  <a:schemeClr val="accent5"/>
                </a:solidFill>
                <a:latin typeface="+mn-lt"/>
                <a:cs typeface="Poppins" panose="00000500000000000000" pitchFamily="2" charset="0"/>
              </a:defRPr>
            </a:lvl1pPr>
            <a:lvl2pPr>
              <a:defRPr b="0">
                <a:solidFill>
                  <a:schemeClr val="accent5"/>
                </a:solidFill>
                <a:latin typeface="+mn-lt"/>
                <a:cs typeface="Poppins" panose="00000500000000000000" pitchFamily="2" charset="0"/>
              </a:defRPr>
            </a:lvl2pPr>
            <a:lvl3pPr>
              <a:defRPr b="0">
                <a:solidFill>
                  <a:schemeClr val="accent5"/>
                </a:solidFill>
                <a:latin typeface="+mn-lt"/>
                <a:cs typeface="Poppins" panose="00000500000000000000" pitchFamily="2" charset="0"/>
              </a:defRPr>
            </a:lvl3pPr>
            <a:lvl4pPr>
              <a:defRPr b="0">
                <a:solidFill>
                  <a:schemeClr val="accent5"/>
                </a:solidFill>
                <a:latin typeface="+mn-lt"/>
                <a:cs typeface="Poppins" panose="00000500000000000000" pitchFamily="2" charset="0"/>
              </a:defRPr>
            </a:lvl4pPr>
            <a:lvl5pPr>
              <a:defRPr b="0">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3">
            <a:extLst>
              <a:ext uri="{FF2B5EF4-FFF2-40B4-BE49-F238E27FC236}">
                <a16:creationId xmlns:a16="http://schemas.microsoft.com/office/drawing/2014/main" id="{C0214854-A06E-40D3-B4BA-EB33E4C2924C}"/>
              </a:ext>
              <a:ext uri="{C183D7F6-B498-43B3-948B-1728B52AA6E4}">
                <adec:decorative xmlns:adec="http://schemas.microsoft.com/office/drawing/2017/decorative" val="1"/>
              </a:ext>
            </a:extLst>
          </p:cNvPr>
          <p:cNvSpPr>
            <a:spLocks noGrp="1"/>
          </p:cNvSpPr>
          <p:nvPr>
            <p:ph type="pic" sz="quarter" idx="15"/>
          </p:nvPr>
        </p:nvSpPr>
        <p:spPr>
          <a:xfrm>
            <a:off x="0" y="0"/>
            <a:ext cx="5918200" cy="6858000"/>
          </a:xfrm>
          <a:noFill/>
        </p:spPr>
        <p:txBody>
          <a:bodyPr anchor="ctr"/>
          <a:lstStyle>
            <a:lvl1pPr marL="0" indent="0" algn="ctr">
              <a:buNone/>
              <a:defRPr/>
            </a:lvl1pPr>
          </a:lstStyle>
          <a:p>
            <a:r>
              <a:rPr lang="en-US"/>
              <a:t>Click icon to add picture</a:t>
            </a:r>
          </a:p>
        </p:txBody>
      </p:sp>
      <p:pic>
        <p:nvPicPr>
          <p:cNvPr id="2" name="Picture 1" descr="A black and grey logo&#10;&#10;AI-generated content may be incorrect.">
            <a:extLst>
              <a:ext uri="{FF2B5EF4-FFF2-40B4-BE49-F238E27FC236}">
                <a16:creationId xmlns:a16="http://schemas.microsoft.com/office/drawing/2014/main" id="{39D744E6-E74A-1652-D0F5-7D889B7FAA6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1874420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Text, and intruding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5426880" cy="4785360"/>
          </a:xfrm>
        </p:spPr>
        <p:txBody>
          <a:bodyPr/>
          <a:lstStyle>
            <a:lvl1pPr>
              <a:defRPr>
                <a:solidFill>
                  <a:schemeClr val="accent5"/>
                </a:solidFill>
                <a:latin typeface="+mn-lt"/>
              </a:defRPr>
            </a:lvl1pPr>
            <a:lvl2pPr>
              <a:defRPr>
                <a:solidFill>
                  <a:schemeClr val="accent5"/>
                </a:solidFill>
                <a:latin typeface="+mn-lt"/>
              </a:defRPr>
            </a:lvl2pPr>
            <a:lvl3pPr>
              <a:defRPr>
                <a:solidFill>
                  <a:schemeClr val="accent5"/>
                </a:solidFill>
                <a:latin typeface="+mn-lt"/>
              </a:defRPr>
            </a:lvl3pPr>
            <a:lvl4pPr>
              <a:defRPr>
                <a:solidFill>
                  <a:schemeClr val="accent5"/>
                </a:solidFill>
                <a:latin typeface="+mn-lt"/>
              </a:defRPr>
            </a:lvl4pPr>
            <a:lvl5pPr>
              <a:defRPr>
                <a:solidFill>
                  <a:schemeClr val="accent5"/>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3">
            <a:extLst>
              <a:ext uri="{FF2B5EF4-FFF2-40B4-BE49-F238E27FC236}">
                <a16:creationId xmlns:a16="http://schemas.microsoft.com/office/drawing/2014/main" id="{E5AD3FD9-5B0C-46BE-A071-C012F798CB75}"/>
              </a:ext>
              <a:ext uri="{C183D7F6-B498-43B3-948B-1728B52AA6E4}">
                <adec:decorative xmlns:adec="http://schemas.microsoft.com/office/drawing/2017/decorative" val="1"/>
              </a:ext>
            </a:extLst>
          </p:cNvPr>
          <p:cNvSpPr>
            <a:spLocks noGrp="1"/>
          </p:cNvSpPr>
          <p:nvPr>
            <p:ph type="pic" sz="quarter" idx="11"/>
          </p:nvPr>
        </p:nvSpPr>
        <p:spPr>
          <a:xfrm>
            <a:off x="6360987" y="895738"/>
            <a:ext cx="6359847" cy="5066523"/>
          </a:xfrm>
          <a:prstGeom prst="roundRect">
            <a:avLst>
              <a:gd name="adj" fmla="val 4059"/>
            </a:avLst>
          </a:prstGeom>
          <a:ln/>
        </p:spPr>
        <p:style>
          <a:lnRef idx="0">
            <a:schemeClr val="dk1"/>
          </a:lnRef>
          <a:fillRef idx="3">
            <a:schemeClr val="dk1"/>
          </a:fillRef>
          <a:effectRef idx="3">
            <a:schemeClr val="dk1"/>
          </a:effectRef>
          <a:fontRef idx="minor">
            <a:schemeClr val="lt1"/>
          </a:fontRef>
        </p:style>
        <p:txBody>
          <a:bodyPr anchor="ctr"/>
          <a:lstStyle>
            <a:lvl1pPr marL="0" indent="0" algn="ctr">
              <a:buNone/>
              <a:defRPr>
                <a:latin typeface="+mn-lt"/>
              </a:defRPr>
            </a:lvl1pPr>
          </a:lstStyle>
          <a:p>
            <a:r>
              <a:rPr lang="en-US"/>
              <a:t>Click icon to add picture</a:t>
            </a:r>
          </a:p>
        </p:txBody>
      </p:sp>
      <p:sp>
        <p:nvSpPr>
          <p:cNvPr id="4" name="Title 2">
            <a:extLst>
              <a:ext uri="{FF2B5EF4-FFF2-40B4-BE49-F238E27FC236}">
                <a16:creationId xmlns:a16="http://schemas.microsoft.com/office/drawing/2014/main" id="{0EC94FC8-6A64-7AE0-4DCD-B2341FA7828F}"/>
              </a:ext>
            </a:extLst>
          </p:cNvPr>
          <p:cNvSpPr>
            <a:spLocks noGrp="1"/>
          </p:cNvSpPr>
          <p:nvPr>
            <p:ph type="title"/>
          </p:nvPr>
        </p:nvSpPr>
        <p:spPr>
          <a:xfrm>
            <a:off x="401616" y="259398"/>
            <a:ext cx="5516584" cy="1009878"/>
          </a:xfrm>
        </p:spPr>
        <p:txBody>
          <a:bodyPr/>
          <a:lstStyle>
            <a:lvl1pPr>
              <a:defRPr b="0">
                <a:latin typeface="+mj-lt"/>
                <a:cs typeface="Poppins Medium" panose="00000600000000000000" pitchFamily="2" charset="0"/>
              </a:defRPr>
            </a:lvl1pPr>
          </a:lstStyle>
          <a:p>
            <a:r>
              <a:rPr lang="en-US" dirty="0"/>
              <a:t>Click to edit Master title style</a:t>
            </a:r>
          </a:p>
        </p:txBody>
      </p:sp>
      <p:pic>
        <p:nvPicPr>
          <p:cNvPr id="3" name="Picture 2" descr="A black and grey logo&#10;&#10;AI-generated content may be incorrect.">
            <a:extLst>
              <a:ext uri="{FF2B5EF4-FFF2-40B4-BE49-F238E27FC236}">
                <a16:creationId xmlns:a16="http://schemas.microsoft.com/office/drawing/2014/main" id="{F5D34AB3-5594-6B43-43D4-8DDE60EF546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803328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 Content and Picture Inser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65978C-1542-C937-848D-94F11105CB47}"/>
              </a:ext>
            </a:extLst>
          </p:cNvPr>
          <p:cNvSpPr txBox="1">
            <a:spLocks/>
          </p:cNvSpPr>
          <p:nvPr userDrawn="1"/>
        </p:nvSpPr>
        <p:spPr>
          <a:xfrm>
            <a:off x="5834270" y="4012189"/>
            <a:ext cx="3668960" cy="113330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Aptos Black" panose="020B0004020202020204" pitchFamily="34" charset="0"/>
                <a:ea typeface="+mj-ea"/>
                <a:cs typeface="+mj-cs"/>
              </a:defRPr>
            </a:lvl1pPr>
          </a:lstStyle>
          <a:p>
            <a:pPr algn="r">
              <a:lnSpc>
                <a:spcPct val="100000"/>
              </a:lnSpc>
            </a:pPr>
            <a:endParaRPr lang="en-US" sz="3600">
              <a:solidFill>
                <a:schemeClr val="bg1"/>
              </a:solidFill>
              <a:latin typeface="Aptos Black"/>
            </a:endParaRPr>
          </a:p>
        </p:txBody>
      </p:sp>
      <p:sp>
        <p:nvSpPr>
          <p:cNvPr id="6" name="Content Placeholder 2">
            <a:extLst>
              <a:ext uri="{FF2B5EF4-FFF2-40B4-BE49-F238E27FC236}">
                <a16:creationId xmlns:a16="http://schemas.microsoft.com/office/drawing/2014/main" id="{7EAC0F2F-5A34-CBCF-1CE5-4C63B1B8EC2B}"/>
              </a:ext>
            </a:extLst>
          </p:cNvPr>
          <p:cNvSpPr>
            <a:spLocks noGrp="1"/>
          </p:cNvSpPr>
          <p:nvPr>
            <p:ph sz="half" idx="1"/>
          </p:nvPr>
        </p:nvSpPr>
        <p:spPr>
          <a:xfrm>
            <a:off x="838200" y="1682543"/>
            <a:ext cx="5181600" cy="4351338"/>
          </a:xfrm>
        </p:spPr>
        <p:txBody>
          <a:bodyPr/>
          <a:lstStyle>
            <a:lvl1pPr marL="0" indent="0">
              <a:buNone/>
              <a:defRPr>
                <a:solidFill>
                  <a:schemeClr val="accent5"/>
                </a:solidFill>
                <a:latin typeface="+mn-lt"/>
                <a:cs typeface="Poppins Medium" panose="000006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dirty="0"/>
              <a:t>Click to edit Master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Picture Placeholder 1">
            <a:extLst>
              <a:ext uri="{FF2B5EF4-FFF2-40B4-BE49-F238E27FC236}">
                <a16:creationId xmlns:a16="http://schemas.microsoft.com/office/drawing/2014/main" id="{97C7A487-723C-8EAF-33A3-0E6CEF81F4E5}"/>
              </a:ext>
              <a:ext uri="{C183D7F6-B498-43B3-948B-1728B52AA6E4}">
                <adec:decorative xmlns:adec="http://schemas.microsoft.com/office/drawing/2017/decorative" val="1"/>
              </a:ext>
            </a:extLst>
          </p:cNvPr>
          <p:cNvSpPr>
            <a:spLocks noGrp="1"/>
          </p:cNvSpPr>
          <p:nvPr>
            <p:ph type="pic" sz="quarter" idx="13"/>
          </p:nvPr>
        </p:nvSpPr>
        <p:spPr>
          <a:xfrm>
            <a:off x="6599583" y="1682543"/>
            <a:ext cx="5075582" cy="4351338"/>
          </a:xfrm>
          <a:prstGeom prst="roundRect">
            <a:avLst>
              <a:gd name="adj" fmla="val 3294"/>
            </a:avLst>
          </a:prstGeom>
          <a:noFill/>
          <a:ln w="38100">
            <a:solidFill>
              <a:schemeClr val="accent1"/>
            </a:solidFill>
          </a:ln>
          <a:effectLst>
            <a:glow rad="38100">
              <a:schemeClr val="accent2">
                <a:alpha val="40000"/>
              </a:schemeClr>
            </a:glow>
          </a:effectLst>
        </p:spPr>
        <p:style>
          <a:lnRef idx="2">
            <a:schemeClr val="accent1"/>
          </a:lnRef>
          <a:fillRef idx="1">
            <a:schemeClr val="lt1"/>
          </a:fillRef>
          <a:effectRef idx="0">
            <a:schemeClr val="accent1"/>
          </a:effectRef>
          <a:fontRef idx="minor">
            <a:schemeClr val="dk1"/>
          </a:fontRef>
        </p:style>
        <p:txBody>
          <a:bodyPr/>
          <a:lstStyle>
            <a:lvl1pPr>
              <a:defRPr>
                <a:solidFill>
                  <a:schemeClr val="accent3"/>
                </a:solidFill>
              </a:defRPr>
            </a:lvl1pPr>
          </a:lstStyle>
          <a:p>
            <a:r>
              <a:rPr lang="en-US"/>
              <a:t>Click icon to add picture</a:t>
            </a:r>
          </a:p>
        </p:txBody>
      </p:sp>
      <p:pic>
        <p:nvPicPr>
          <p:cNvPr id="3" name="Graphic 2">
            <a:extLst>
              <a:ext uri="{FF2B5EF4-FFF2-40B4-BE49-F238E27FC236}">
                <a16:creationId xmlns:a16="http://schemas.microsoft.com/office/drawing/2014/main" id="{DFA0A056-05EC-1674-3BCD-A8417F38D2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9" name="Title 2">
            <a:extLst>
              <a:ext uri="{FF2B5EF4-FFF2-40B4-BE49-F238E27FC236}">
                <a16:creationId xmlns:a16="http://schemas.microsoft.com/office/drawing/2014/main" id="{B16157D1-CB4F-14E1-1727-2C40CD6B74FE}"/>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ECCC8CFF-2305-7F24-3972-0EC51013E3E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203306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and 3 Images">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2E5C3F4-3663-B0DA-D297-92566BFCDF2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7" name="Text Placeholder 6">
            <a:extLst>
              <a:ext uri="{FF2B5EF4-FFF2-40B4-BE49-F238E27FC236}">
                <a16:creationId xmlns:a16="http://schemas.microsoft.com/office/drawing/2014/main" id="{E5A1374C-277A-2675-F8EB-3BEC0D00F3C6}"/>
              </a:ext>
            </a:extLst>
          </p:cNvPr>
          <p:cNvSpPr>
            <a:spLocks noGrp="1"/>
          </p:cNvSpPr>
          <p:nvPr>
            <p:ph type="body" sz="quarter" idx="10"/>
          </p:nvPr>
        </p:nvSpPr>
        <p:spPr>
          <a:xfrm>
            <a:off x="719138" y="1595438"/>
            <a:ext cx="10515394" cy="1690859"/>
          </a:xfrm>
        </p:spPr>
        <p:txBody>
          <a:bodyPr>
            <a:normAutofit/>
          </a:bodyPr>
          <a:lstStyle>
            <a:lvl1pPr>
              <a:defRPr sz="2400">
                <a:solidFill>
                  <a:schemeClr val="accent5"/>
                </a:solidFill>
              </a:defRPr>
            </a:lvl1pPr>
            <a:lvl2pPr>
              <a:defRPr sz="2000">
                <a:solidFill>
                  <a:schemeClr val="accent5"/>
                </a:solidFill>
              </a:defRPr>
            </a:lvl2pPr>
            <a:lvl3pPr>
              <a:defRPr sz="1800">
                <a:solidFill>
                  <a:schemeClr val="accent5"/>
                </a:solidFill>
              </a:defRPr>
            </a:lvl3pPr>
            <a:lvl4pPr>
              <a:defRPr sz="1600">
                <a:solidFill>
                  <a:schemeClr val="accent5"/>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8">
            <a:extLst>
              <a:ext uri="{FF2B5EF4-FFF2-40B4-BE49-F238E27FC236}">
                <a16:creationId xmlns:a16="http://schemas.microsoft.com/office/drawing/2014/main" id="{CD6A764E-8FF8-C8E5-6D39-B3477E7F8616}"/>
              </a:ext>
            </a:extLst>
          </p:cNvPr>
          <p:cNvSpPr>
            <a:spLocks noGrp="1"/>
          </p:cNvSpPr>
          <p:nvPr>
            <p:ph type="pic" sz="quarter" idx="11"/>
          </p:nvPr>
        </p:nvSpPr>
        <p:spPr>
          <a:xfrm>
            <a:off x="718932" y="3571703"/>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10" name="Picture Placeholder 8">
            <a:extLst>
              <a:ext uri="{FF2B5EF4-FFF2-40B4-BE49-F238E27FC236}">
                <a16:creationId xmlns:a16="http://schemas.microsoft.com/office/drawing/2014/main" id="{7FBC179B-4E5F-7167-606B-7404A311574D}"/>
              </a:ext>
            </a:extLst>
          </p:cNvPr>
          <p:cNvSpPr>
            <a:spLocks noGrp="1"/>
          </p:cNvSpPr>
          <p:nvPr>
            <p:ph type="pic" sz="quarter" idx="12"/>
          </p:nvPr>
        </p:nvSpPr>
        <p:spPr>
          <a:xfrm>
            <a:off x="4289447" y="3590360"/>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11" name="Picture Placeholder 8">
            <a:extLst>
              <a:ext uri="{FF2B5EF4-FFF2-40B4-BE49-F238E27FC236}">
                <a16:creationId xmlns:a16="http://schemas.microsoft.com/office/drawing/2014/main" id="{6AAC06FD-1B4F-E3AE-9911-96DD5380CED6}"/>
              </a:ext>
            </a:extLst>
          </p:cNvPr>
          <p:cNvSpPr>
            <a:spLocks noGrp="1"/>
          </p:cNvSpPr>
          <p:nvPr>
            <p:ph type="pic" sz="quarter" idx="13"/>
          </p:nvPr>
        </p:nvSpPr>
        <p:spPr>
          <a:xfrm>
            <a:off x="7869294" y="3599688"/>
            <a:ext cx="3374569" cy="2278589"/>
          </a:xfrm>
          <a:prstGeom prst="roundRect">
            <a:avLst>
              <a:gd name="adj" fmla="val 10259"/>
            </a:avLst>
          </a:prstGeom>
        </p:spPr>
        <p:style>
          <a:lnRef idx="2">
            <a:schemeClr val="dk1"/>
          </a:lnRef>
          <a:fillRef idx="1">
            <a:schemeClr val="lt1"/>
          </a:fillRef>
          <a:effectRef idx="0">
            <a:schemeClr val="dk1"/>
          </a:effectRef>
          <a:fontRef idx="minor">
            <a:schemeClr val="dk1"/>
          </a:fontRef>
        </p:style>
        <p:txBody>
          <a:bodyPr/>
          <a:lstStyle/>
          <a:p>
            <a:endParaRPr lang="en-US"/>
          </a:p>
        </p:txBody>
      </p:sp>
      <p:sp>
        <p:nvSpPr>
          <p:cNvPr id="8" name="Title 2">
            <a:extLst>
              <a:ext uri="{FF2B5EF4-FFF2-40B4-BE49-F238E27FC236}">
                <a16:creationId xmlns:a16="http://schemas.microsoft.com/office/drawing/2014/main" id="{8727A32E-13A1-6D1E-5B43-8C3EA161050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E68C994E-DFBB-663A-C428-48666F0B9E2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4596526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to-a-Page ">
    <p:spTree>
      <p:nvGrpSpPr>
        <p:cNvPr id="1" name=""/>
        <p:cNvGrpSpPr/>
        <p:nvPr/>
      </p:nvGrpSpPr>
      <p:grpSpPr>
        <a:xfrm>
          <a:off x="0" y="0"/>
          <a:ext cx="0" cy="0"/>
          <a:chOff x="0" y="0"/>
          <a:chExt cx="0" cy="0"/>
        </a:xfrm>
      </p:grpSpPr>
      <p:sp>
        <p:nvSpPr>
          <p:cNvPr id="14" name="Content Placeholder 13"/>
          <p:cNvSpPr>
            <a:spLocks noGrp="1"/>
          </p:cNvSpPr>
          <p:nvPr>
            <p:ph sz="quarter" idx="15" hasCustomPrompt="1"/>
          </p:nvPr>
        </p:nvSpPr>
        <p:spPr>
          <a:xfrm>
            <a:off x="554182" y="2178800"/>
            <a:ext cx="526376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8" name="Content Placeholder 13"/>
          <p:cNvSpPr>
            <a:spLocks noGrp="1"/>
          </p:cNvSpPr>
          <p:nvPr>
            <p:ph sz="quarter" idx="20" hasCustomPrompt="1"/>
          </p:nvPr>
        </p:nvSpPr>
        <p:spPr>
          <a:xfrm>
            <a:off x="6372131" y="2178800"/>
            <a:ext cx="5265688"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1" name="Content Placeholder 13"/>
          <p:cNvSpPr>
            <a:spLocks noGrp="1"/>
          </p:cNvSpPr>
          <p:nvPr>
            <p:ph sz="quarter" idx="22" hasCustomPrompt="1"/>
          </p:nvPr>
        </p:nvSpPr>
        <p:spPr>
          <a:xfrm>
            <a:off x="554182" y="4466250"/>
            <a:ext cx="526472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85750" indent="-285750">
              <a:lnSpc>
                <a:spcPct val="100000"/>
              </a:lnSpc>
              <a:spcBef>
                <a:spcPts val="137"/>
              </a:spcBef>
              <a:buFont typeface="Arial" panose="020B0604020202020204" pitchFamily="34" charset="0"/>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marL="2743200" indent="0">
              <a:lnSpc>
                <a:spcPct val="100000"/>
              </a:lnSpc>
              <a:spcBef>
                <a:spcPts val="137"/>
              </a:spcBef>
              <a:buNone/>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3" name="Content Placeholder 13"/>
          <p:cNvSpPr>
            <a:spLocks noGrp="1"/>
          </p:cNvSpPr>
          <p:nvPr>
            <p:ph sz="quarter" idx="24" hasCustomPrompt="1"/>
          </p:nvPr>
        </p:nvSpPr>
        <p:spPr>
          <a:xfrm>
            <a:off x="6374052" y="4466250"/>
            <a:ext cx="5263767" cy="1694329"/>
          </a:xfrm>
          <a:prstGeom prst="rect">
            <a:avLst/>
          </a:prstGeom>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85750" indent="-285750">
              <a:lnSpc>
                <a:spcPct val="100000"/>
              </a:lnSpc>
              <a:spcBef>
                <a:spcPts val="137"/>
              </a:spcBef>
              <a:buFont typeface="Arial" panose="020B0604020202020204" pitchFamily="34" charset="0"/>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004889" indent="0">
              <a:lnSpc>
                <a:spcPct val="100000"/>
              </a:lnSpc>
              <a:spcBef>
                <a:spcPts val="137"/>
              </a:spcBef>
              <a:buFont typeface="Arial" panose="020B0604020202020204" pitchFamily="34" charset="0"/>
              <a:buNone/>
              <a:defRPr sz="1236">
                <a:solidFill>
                  <a:schemeClr val="accent5"/>
                </a:solidFill>
              </a:defRPr>
            </a:lvl6pPr>
            <a:lvl7pPr marL="2743200" indent="0">
              <a:lnSpc>
                <a:spcPct val="100000"/>
              </a:lnSpc>
              <a:spcBef>
                <a:spcPts val="137"/>
              </a:spcBef>
              <a:buNone/>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5" name="Content Placeholder 13"/>
          <p:cNvSpPr>
            <a:spLocks noGrp="1"/>
          </p:cNvSpPr>
          <p:nvPr>
            <p:ph sz="quarter" idx="17" hasCustomPrompt="1"/>
          </p:nvPr>
        </p:nvSpPr>
        <p:spPr>
          <a:xfrm>
            <a:off x="554181" y="1170105"/>
            <a:ext cx="11083636" cy="273921"/>
          </a:xfrm>
          <a:prstGeom prst="rect">
            <a:avLst/>
          </a:prstGeom>
        </p:spPr>
        <p:txBody>
          <a:bodyPr>
            <a:noAutofit/>
          </a:bodyPr>
          <a:lstStyle>
            <a:lvl1pPr marL="0" indent="0">
              <a:buNone/>
              <a:defRPr lang="en-US" sz="2133" b="0" kern="1200" dirty="0">
                <a:solidFill>
                  <a:schemeClr val="accent5"/>
                </a:solidFill>
                <a:latin typeface="+mj-lt"/>
                <a:ea typeface="+mn-ea"/>
                <a:cs typeface="Poppins" panose="00000500000000000000" pitchFamily="2" charset="0"/>
              </a:defRPr>
            </a:lvl1pPr>
            <a:lvl2pPr marL="316500" indent="-314028">
              <a:buFont typeface="Symbol" panose="05050102010706020507" pitchFamily="18" charset="2"/>
              <a:buChar char=""/>
              <a:defRPr/>
            </a:lvl2pPr>
            <a:lvl3pPr>
              <a:defRPr/>
            </a:lvl3pPr>
            <a:lvl4pPr>
              <a:defRPr/>
            </a:lvl4pPr>
            <a:lvl5pPr>
              <a:defRPr/>
            </a:lvl5pPr>
            <a:lvl6pPr>
              <a:defRPr/>
            </a:lvl6pPr>
            <a:lvl7pPr>
              <a:defRPr/>
            </a:lvl7pPr>
          </a:lstStyle>
          <a:p>
            <a:pPr lvl="0"/>
            <a:r>
              <a:rPr lang="en-US" dirty="0"/>
              <a:t>Message Text</a:t>
            </a:r>
          </a:p>
        </p:txBody>
      </p:sp>
      <p:sp>
        <p:nvSpPr>
          <p:cNvPr id="7" name="shp_SDPTitle"/>
          <p:cNvSpPr>
            <a:spLocks noGrp="1"/>
          </p:cNvSpPr>
          <p:nvPr>
            <p:ph type="dt" sz="half" idx="10"/>
          </p:nvPr>
        </p:nvSpPr>
        <p:spPr>
          <a:xfrm>
            <a:off x="6096001" y="-453643"/>
            <a:ext cx="5541818" cy="161365"/>
          </a:xfrm>
          <a:prstGeom prst="rect">
            <a:avLst/>
          </a:prstGeom>
        </p:spPr>
        <p:txBody>
          <a:bodyPr vert="horz" wrap="square" lIns="45720" tIns="0" rIns="0" bIns="27432" rtlCol="0" anchor="b" anchorCtr="0"/>
          <a:lstStyle>
            <a:defPPr>
              <a:defRPr lang="en-US"/>
            </a:defPPr>
            <a:lvl1pPr marL="0" algn="r" defTabSz="914400" rtl="0" eaLnBrk="1" latinLnBrk="0" hangingPunct="1">
              <a:defRPr lang="en-US" sz="1099" b="0" i="0" kern="1200" cap="all" spc="275" baseline="0" smtClean="0">
                <a:solidFill>
                  <a:srgbClr val="E6E6E6"/>
                </a:solidFill>
                <a:latin typeface="Arial Narrow" panose="020B0606020202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shp_PresTitle"/>
          <p:cNvSpPr>
            <a:spLocks noGrp="1"/>
          </p:cNvSpPr>
          <p:nvPr>
            <p:ph type="ftr" sz="quarter" idx="11"/>
          </p:nvPr>
        </p:nvSpPr>
        <p:spPr>
          <a:xfrm>
            <a:off x="554182" y="-453643"/>
            <a:ext cx="9310255" cy="161365"/>
          </a:xfrm>
          <a:prstGeom prst="rect">
            <a:avLst/>
          </a:prstGeom>
        </p:spPr>
        <p:txBody>
          <a:bodyPr vert="horz" lIns="0" tIns="0" rIns="3291840" bIns="27432" rtlCol="0" anchor="b" anchorCtr="0"/>
          <a:lstStyle>
            <a:defPPr>
              <a:defRPr lang="en-US"/>
            </a:defPPr>
            <a:lvl1pPr marL="0" algn="l" defTabSz="914400" rtl="0" eaLnBrk="1" latinLnBrk="0" hangingPunct="1">
              <a:defRPr lang="en-US" sz="1099" b="0" i="0" kern="1200" cap="all" spc="275" baseline="0" smtClean="0">
                <a:solidFill>
                  <a:srgbClr val="E6E6E6"/>
                </a:solidFill>
                <a:latin typeface="Arial Narrow" panose="020B0606020202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 name="Text Placeholder 2"/>
          <p:cNvSpPr>
            <a:spLocks noGrp="1"/>
          </p:cNvSpPr>
          <p:nvPr>
            <p:ph type="body" idx="1"/>
          </p:nvPr>
        </p:nvSpPr>
        <p:spPr>
          <a:xfrm>
            <a:off x="554182" y="1914754"/>
            <a:ext cx="526376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9" name="Text Placeholder 2"/>
          <p:cNvSpPr>
            <a:spLocks noGrp="1"/>
          </p:cNvSpPr>
          <p:nvPr>
            <p:ph type="body" idx="21"/>
          </p:nvPr>
        </p:nvSpPr>
        <p:spPr>
          <a:xfrm>
            <a:off x="6372131" y="1914754"/>
            <a:ext cx="5265688"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2" name="Text Placeholder 2"/>
          <p:cNvSpPr>
            <a:spLocks noGrp="1"/>
          </p:cNvSpPr>
          <p:nvPr>
            <p:ph type="body" idx="23"/>
          </p:nvPr>
        </p:nvSpPr>
        <p:spPr>
          <a:xfrm>
            <a:off x="554181" y="4202204"/>
            <a:ext cx="526472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5" name="Text Placeholder 2"/>
          <p:cNvSpPr>
            <a:spLocks noGrp="1"/>
          </p:cNvSpPr>
          <p:nvPr>
            <p:ph type="body" idx="25"/>
          </p:nvPr>
        </p:nvSpPr>
        <p:spPr>
          <a:xfrm>
            <a:off x="6374052" y="4202204"/>
            <a:ext cx="5263767" cy="264047"/>
          </a:xfrm>
          <a:prstGeom prst="rect">
            <a:avLst/>
          </a:prstGeom>
          <a:noFill/>
        </p:spPr>
        <p:txBody>
          <a:bodyPr vert="horz" wrap="square" lIns="73152" tIns="36576" rIns="73152" bIns="36576" rtlCol="0" anchor="b">
            <a:spAutoFit/>
          </a:bodyPr>
          <a:lstStyle>
            <a:lvl1pPr marL="0" indent="0" algn="l">
              <a:buNone/>
              <a:tabLst>
                <a:tab pos="5966529"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pic>
        <p:nvPicPr>
          <p:cNvPr id="5" name="Graphic 4">
            <a:extLst>
              <a:ext uri="{FF2B5EF4-FFF2-40B4-BE49-F238E27FC236}">
                <a16:creationId xmlns:a16="http://schemas.microsoft.com/office/drawing/2014/main" id="{1EA254D8-B036-2190-97EF-02A52F3ED6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10" name="Title 2">
            <a:extLst>
              <a:ext uri="{FF2B5EF4-FFF2-40B4-BE49-F238E27FC236}">
                <a16:creationId xmlns:a16="http://schemas.microsoft.com/office/drawing/2014/main" id="{7A994474-C32F-F40E-FD59-6933F5C73DFD}"/>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F3093AAD-750C-902E-D015-9D01ECEA59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1987813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to-a-Page ">
    <p:spTree>
      <p:nvGrpSpPr>
        <p:cNvPr id="1" name=""/>
        <p:cNvGrpSpPr/>
        <p:nvPr/>
      </p:nvGrpSpPr>
      <p:grpSpPr>
        <a:xfrm>
          <a:off x="0" y="0"/>
          <a:ext cx="0" cy="0"/>
          <a:chOff x="0" y="0"/>
          <a:chExt cx="0" cy="0"/>
        </a:xfrm>
      </p:grpSpPr>
      <p:sp>
        <p:nvSpPr>
          <p:cNvPr id="14" name="Content Placeholder 13"/>
          <p:cNvSpPr>
            <a:spLocks noGrp="1"/>
          </p:cNvSpPr>
          <p:nvPr>
            <p:ph sz="quarter" idx="15" hasCustomPrompt="1"/>
          </p:nvPr>
        </p:nvSpPr>
        <p:spPr>
          <a:xfrm>
            <a:off x="554183" y="2178800"/>
            <a:ext cx="3325091" cy="1694329"/>
          </a:xfrm>
          <a:prstGeom prst="roundRect">
            <a:avLst>
              <a:gd name="adj" fmla="val 5764"/>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6" name="Content Placeholder 13"/>
          <p:cNvSpPr>
            <a:spLocks noGrp="1"/>
          </p:cNvSpPr>
          <p:nvPr>
            <p:ph sz="quarter" idx="18" hasCustomPrompt="1"/>
          </p:nvPr>
        </p:nvSpPr>
        <p:spPr>
          <a:xfrm>
            <a:off x="4433455" y="2178800"/>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28" name="Content Placeholder 13"/>
          <p:cNvSpPr>
            <a:spLocks noGrp="1"/>
          </p:cNvSpPr>
          <p:nvPr>
            <p:ph sz="quarter" idx="20" hasCustomPrompt="1"/>
          </p:nvPr>
        </p:nvSpPr>
        <p:spPr>
          <a:xfrm>
            <a:off x="8312727" y="2178800"/>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5" name="Content Placeholder 13"/>
          <p:cNvSpPr>
            <a:spLocks noGrp="1"/>
          </p:cNvSpPr>
          <p:nvPr>
            <p:ph sz="quarter" idx="24" hasCustomPrompt="1"/>
          </p:nvPr>
        </p:nvSpPr>
        <p:spPr>
          <a:xfrm>
            <a:off x="554183"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7" name="Content Placeholder 13"/>
          <p:cNvSpPr>
            <a:spLocks noGrp="1"/>
          </p:cNvSpPr>
          <p:nvPr>
            <p:ph sz="quarter" idx="26" hasCustomPrompt="1"/>
          </p:nvPr>
        </p:nvSpPr>
        <p:spPr>
          <a:xfrm>
            <a:off x="4433455"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19" name="Content Placeholder 13"/>
          <p:cNvSpPr>
            <a:spLocks noGrp="1"/>
          </p:cNvSpPr>
          <p:nvPr>
            <p:ph sz="quarter" idx="28" hasCustomPrompt="1"/>
          </p:nvPr>
        </p:nvSpPr>
        <p:spPr>
          <a:xfrm>
            <a:off x="8312727" y="4420062"/>
            <a:ext cx="3325091" cy="1694329"/>
          </a:xfrm>
          <a:prstGeom prst="roundRect">
            <a:avLst>
              <a:gd name="adj" fmla="val 6855"/>
            </a:avLst>
          </a:prstGeom>
          <a:ln>
            <a:solidFill>
              <a:schemeClr val="tx2"/>
            </a:solidFill>
          </a:ln>
        </p:spPr>
        <p:txBody>
          <a:bodyPr lIns="73152" tIns="36576" rIns="73152">
            <a:noAutofit/>
          </a:bodyPr>
          <a:lstStyle>
            <a:lvl1pPr marL="0" indent="0">
              <a:lnSpc>
                <a:spcPct val="100000"/>
              </a:lnSpc>
              <a:spcBef>
                <a:spcPts val="137"/>
              </a:spcBef>
              <a:buNone/>
              <a:defRPr sz="1236">
                <a:solidFill>
                  <a:schemeClr val="accent5"/>
                </a:solidFill>
                <a:latin typeface="+mn-lt"/>
              </a:defRPr>
            </a:lvl1pPr>
            <a:lvl2pPr marL="251222" indent="-251222">
              <a:lnSpc>
                <a:spcPct val="100000"/>
              </a:lnSpc>
              <a:spcBef>
                <a:spcPts val="137"/>
              </a:spcBef>
              <a:buFont typeface="Symbol" panose="05050102010706020507" pitchFamily="18" charset="2"/>
              <a:buChar char=""/>
              <a:defRPr sz="1236">
                <a:solidFill>
                  <a:schemeClr val="accent5"/>
                </a:solidFill>
              </a:defRPr>
            </a:lvl2pPr>
            <a:lvl3pPr marL="502445" indent="-251222">
              <a:lnSpc>
                <a:spcPct val="100000"/>
              </a:lnSpc>
              <a:spcBef>
                <a:spcPts val="137"/>
              </a:spcBef>
              <a:defRPr sz="1236">
                <a:solidFill>
                  <a:schemeClr val="accent5"/>
                </a:solidFill>
              </a:defRPr>
            </a:lvl3pPr>
            <a:lvl4pPr marL="753667" indent="-251222">
              <a:lnSpc>
                <a:spcPct val="100000"/>
              </a:lnSpc>
              <a:spcBef>
                <a:spcPts val="137"/>
              </a:spcBef>
              <a:defRPr sz="1236">
                <a:solidFill>
                  <a:schemeClr val="accent5"/>
                </a:solidFill>
              </a:defRPr>
            </a:lvl4pPr>
            <a:lvl5pPr marL="1004889" indent="-251222">
              <a:lnSpc>
                <a:spcPct val="100000"/>
              </a:lnSpc>
              <a:spcBef>
                <a:spcPts val="137"/>
              </a:spcBef>
              <a:defRPr sz="1236">
                <a:solidFill>
                  <a:schemeClr val="accent5"/>
                </a:solidFill>
              </a:defRPr>
            </a:lvl5pPr>
            <a:lvl6pPr marL="1256111" indent="-251222">
              <a:lnSpc>
                <a:spcPct val="100000"/>
              </a:lnSpc>
              <a:spcBef>
                <a:spcPts val="137"/>
              </a:spcBef>
              <a:defRPr sz="1236">
                <a:solidFill>
                  <a:schemeClr val="accent5"/>
                </a:solidFill>
              </a:defRPr>
            </a:lvl6pPr>
            <a:lvl7pPr>
              <a:lnSpc>
                <a:spcPct val="100000"/>
              </a:lnSpc>
              <a:spcBef>
                <a:spcPts val="137"/>
              </a:spcBef>
              <a:defRPr sz="1236"/>
            </a:lvl7pPr>
          </a:lstStyle>
          <a:p>
            <a:pPr lvl="0"/>
            <a:r>
              <a:rPr lang="en-US" dirty="0"/>
              <a:t>Message Text</a:t>
            </a:r>
          </a:p>
          <a:p>
            <a:pPr lvl="1"/>
            <a:r>
              <a:rPr lang="en-US" dirty="0"/>
              <a:t>Bullet 1</a:t>
            </a:r>
          </a:p>
          <a:p>
            <a:pPr lvl="2"/>
            <a:r>
              <a:rPr lang="en-US" dirty="0"/>
              <a:t>Bullet 2</a:t>
            </a:r>
          </a:p>
          <a:p>
            <a:pPr lvl="3"/>
            <a:r>
              <a:rPr lang="en-US" dirty="0"/>
              <a:t>Bullet 3</a:t>
            </a:r>
          </a:p>
          <a:p>
            <a:pPr lvl="4"/>
            <a:r>
              <a:rPr lang="en-US" dirty="0"/>
              <a:t>Bullet 4</a:t>
            </a:r>
          </a:p>
          <a:p>
            <a:pPr lvl="5"/>
            <a:r>
              <a:rPr lang="en-US" dirty="0"/>
              <a:t>Bullet 5</a:t>
            </a:r>
          </a:p>
        </p:txBody>
      </p:sp>
      <p:sp>
        <p:nvSpPr>
          <p:cNvPr id="3" name="Text Placeholder 2"/>
          <p:cNvSpPr>
            <a:spLocks noGrp="1"/>
          </p:cNvSpPr>
          <p:nvPr>
            <p:ph type="body" idx="1"/>
          </p:nvPr>
        </p:nvSpPr>
        <p:spPr>
          <a:xfrm>
            <a:off x="554183"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7" name="Text Placeholder 2"/>
          <p:cNvSpPr>
            <a:spLocks noGrp="1"/>
          </p:cNvSpPr>
          <p:nvPr>
            <p:ph type="body" idx="19"/>
          </p:nvPr>
        </p:nvSpPr>
        <p:spPr>
          <a:xfrm>
            <a:off x="4433455"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9" name="Text Placeholder 2"/>
          <p:cNvSpPr>
            <a:spLocks noGrp="1"/>
          </p:cNvSpPr>
          <p:nvPr>
            <p:ph type="body" idx="21"/>
          </p:nvPr>
        </p:nvSpPr>
        <p:spPr>
          <a:xfrm>
            <a:off x="8312727" y="1914754"/>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6" name="Text Placeholder 2"/>
          <p:cNvSpPr>
            <a:spLocks noGrp="1"/>
          </p:cNvSpPr>
          <p:nvPr>
            <p:ph type="body" idx="25"/>
          </p:nvPr>
        </p:nvSpPr>
        <p:spPr>
          <a:xfrm>
            <a:off x="554183" y="4156016"/>
            <a:ext cx="3325091" cy="264047"/>
          </a:xfrm>
          <a:prstGeom prst="rect">
            <a:avLst/>
          </a:prstGeom>
          <a:noFill/>
        </p:spPr>
        <p:txBody>
          <a:bodyPr vert="horz" wrap="square" lIns="73152" tIns="36576" rIns="73152" bIns="36576" rtlCol="0" anchor="b">
            <a:spAutoFit/>
          </a:bodyPr>
          <a:lstStyle>
            <a:lvl1pPr marL="0" indent="0" algn="l">
              <a:buFont typeface="Arial" panose="020B0604020202020204" pitchFamily="34" charset="0"/>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18" name="Text Placeholder 2"/>
          <p:cNvSpPr>
            <a:spLocks noGrp="1"/>
          </p:cNvSpPr>
          <p:nvPr>
            <p:ph type="body" idx="27"/>
          </p:nvPr>
        </p:nvSpPr>
        <p:spPr>
          <a:xfrm>
            <a:off x="4433455" y="4156016"/>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sp>
        <p:nvSpPr>
          <p:cNvPr id="20" name="Text Placeholder 2"/>
          <p:cNvSpPr>
            <a:spLocks noGrp="1"/>
          </p:cNvSpPr>
          <p:nvPr>
            <p:ph type="body" idx="29"/>
          </p:nvPr>
        </p:nvSpPr>
        <p:spPr>
          <a:xfrm>
            <a:off x="8312727" y="4156016"/>
            <a:ext cx="3325091" cy="264047"/>
          </a:xfrm>
          <a:prstGeom prst="rect">
            <a:avLst/>
          </a:prstGeom>
          <a:noFill/>
        </p:spPr>
        <p:txBody>
          <a:bodyPr vert="horz" wrap="square" lIns="73152" tIns="36576" rIns="73152" bIns="36576" rtlCol="0" anchor="b">
            <a:spAutoFit/>
          </a:bodyPr>
          <a:lstStyle>
            <a:lvl1pPr marL="0" indent="0" algn="l">
              <a:buNone/>
              <a:tabLst>
                <a:tab pos="3768334" algn="r"/>
              </a:tabLst>
              <a:defRPr kumimoji="0" lang="en-US" sz="1236" b="1" i="0" u="none" strike="noStrike" kern="1200" cap="none" normalizeH="0" baseline="0" dirty="0" smtClean="0">
                <a:ln>
                  <a:noFill/>
                </a:ln>
                <a:solidFill>
                  <a:schemeClr val="accent1"/>
                </a:solidFill>
                <a:effectLst/>
                <a:latin typeface="+mj-lt"/>
                <a:ea typeface="+mn-ea"/>
                <a:cs typeface="Poppins SemiBold" panose="00000700000000000000" pitchFamily="2" charset="0"/>
              </a:defRPr>
            </a:lvl1pPr>
          </a:lstStyle>
          <a:p>
            <a:pPr marL="228600" marR="0" lvl="0" indent="-228600" algn="l" defTabSz="1317172" rtl="0" eaLnBrk="0" fontAlgn="base" latinLnBrk="0" hangingPunct="0">
              <a:lnSpc>
                <a:spcPct val="100000"/>
              </a:lnSpc>
              <a:spcBef>
                <a:spcPct val="0"/>
              </a:spcBef>
              <a:spcAft>
                <a:spcPct val="0"/>
              </a:spcAft>
              <a:buClr>
                <a:srgbClr val="335A8F"/>
              </a:buClr>
              <a:buSzPct val="75000"/>
              <a:tabLst>
                <a:tab pos="5770261" algn="r"/>
              </a:tabLst>
            </a:pPr>
            <a:r>
              <a:rPr lang="en-US" dirty="0"/>
              <a:t>Click to edit Master text styles</a:t>
            </a:r>
          </a:p>
        </p:txBody>
      </p:sp>
      <p:pic>
        <p:nvPicPr>
          <p:cNvPr id="5" name="Graphic 4">
            <a:extLst>
              <a:ext uri="{FF2B5EF4-FFF2-40B4-BE49-F238E27FC236}">
                <a16:creationId xmlns:a16="http://schemas.microsoft.com/office/drawing/2014/main" id="{37D634A0-0A20-7C31-9BDC-A2736DFE54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7" name="Title 2">
            <a:extLst>
              <a:ext uri="{FF2B5EF4-FFF2-40B4-BE49-F238E27FC236}">
                <a16:creationId xmlns:a16="http://schemas.microsoft.com/office/drawing/2014/main" id="{8ABB606A-3BC9-C46A-531A-091AFFBAC8A3}"/>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sp>
        <p:nvSpPr>
          <p:cNvPr id="8" name="Content Placeholder 13">
            <a:extLst>
              <a:ext uri="{FF2B5EF4-FFF2-40B4-BE49-F238E27FC236}">
                <a16:creationId xmlns:a16="http://schemas.microsoft.com/office/drawing/2014/main" id="{5B60BDF0-4865-7362-FB78-97D83DBB723E}"/>
              </a:ext>
            </a:extLst>
          </p:cNvPr>
          <p:cNvSpPr>
            <a:spLocks noGrp="1"/>
          </p:cNvSpPr>
          <p:nvPr>
            <p:ph sz="quarter" idx="17" hasCustomPrompt="1"/>
          </p:nvPr>
        </p:nvSpPr>
        <p:spPr>
          <a:xfrm>
            <a:off x="554181" y="1170105"/>
            <a:ext cx="11083636" cy="273921"/>
          </a:xfrm>
          <a:prstGeom prst="rect">
            <a:avLst/>
          </a:prstGeom>
        </p:spPr>
        <p:txBody>
          <a:bodyPr>
            <a:noAutofit/>
          </a:bodyPr>
          <a:lstStyle>
            <a:lvl1pPr marL="0" indent="0">
              <a:buNone/>
              <a:defRPr lang="en-US" sz="2133" b="0" kern="1200" dirty="0">
                <a:solidFill>
                  <a:schemeClr val="accent5"/>
                </a:solidFill>
                <a:latin typeface="+mj-lt"/>
                <a:ea typeface="+mn-ea"/>
                <a:cs typeface="Poppins" panose="00000500000000000000" pitchFamily="2" charset="0"/>
              </a:defRPr>
            </a:lvl1pPr>
            <a:lvl2pPr marL="316500" indent="-314028">
              <a:buFont typeface="Symbol" panose="05050102010706020507" pitchFamily="18" charset="2"/>
              <a:buChar char=""/>
              <a:defRPr/>
            </a:lvl2pPr>
            <a:lvl3pPr>
              <a:defRPr/>
            </a:lvl3pPr>
            <a:lvl4pPr>
              <a:defRPr/>
            </a:lvl4pPr>
            <a:lvl5pPr>
              <a:defRPr/>
            </a:lvl5pPr>
            <a:lvl6pPr>
              <a:defRPr/>
            </a:lvl6pPr>
            <a:lvl7pPr>
              <a:defRPr/>
            </a:lvl7pPr>
          </a:lstStyle>
          <a:p>
            <a:pPr lvl="0"/>
            <a:r>
              <a:rPr lang="en-US" dirty="0"/>
              <a:t>Message Text</a:t>
            </a:r>
          </a:p>
        </p:txBody>
      </p:sp>
      <p:pic>
        <p:nvPicPr>
          <p:cNvPr id="2" name="Picture 1" descr="A black and grey logo&#10;&#10;AI-generated content may be incorrect.">
            <a:extLst>
              <a:ext uri="{FF2B5EF4-FFF2-40B4-BE49-F238E27FC236}">
                <a16:creationId xmlns:a16="http://schemas.microsoft.com/office/drawing/2014/main" id="{90EE3482-0A68-62CD-D7BA-14ABE350EA6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01993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Above title and detail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E2212D-572D-48C4-8896-AB4425DE904E}"/>
              </a:ext>
            </a:extLst>
          </p:cNvPr>
          <p:cNvSpPr>
            <a:spLocks noGrp="1"/>
          </p:cNvSpPr>
          <p:nvPr>
            <p:ph type="title"/>
          </p:nvPr>
        </p:nvSpPr>
        <p:spPr>
          <a:xfrm>
            <a:off x="494948" y="4991068"/>
            <a:ext cx="5491073" cy="1239338"/>
          </a:xfrm>
        </p:spPr>
        <p:txBody>
          <a:bodyPr/>
          <a:lstStyle>
            <a:lvl1pPr>
              <a:defRPr b="0">
                <a:latin typeface="+mj-lt"/>
                <a:cs typeface="Poppins Medium" panose="00000600000000000000" pitchFamily="2"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5B622C89-C81C-CCA3-78FF-ECEDDA9A64AE}"/>
              </a:ext>
            </a:extLst>
          </p:cNvPr>
          <p:cNvSpPr>
            <a:spLocks noGrp="1"/>
          </p:cNvSpPr>
          <p:nvPr>
            <p:ph type="body" sz="quarter" idx="10"/>
          </p:nvPr>
        </p:nvSpPr>
        <p:spPr>
          <a:xfrm>
            <a:off x="6278252" y="4997817"/>
            <a:ext cx="4939645" cy="1239338"/>
          </a:xfrm>
        </p:spPr>
        <p:txBody>
          <a:bodyPr>
            <a:normAutofit/>
          </a:bodyPr>
          <a:lstStyle>
            <a:lvl1pPr marL="0" indent="0">
              <a:lnSpc>
                <a:spcPct val="100000"/>
              </a:lnSpc>
              <a:buNone/>
              <a:defRPr sz="1400">
                <a:solidFill>
                  <a:schemeClr val="accent5"/>
                </a:solidFill>
                <a:latin typeface="+mn-lt"/>
              </a:defRPr>
            </a:lvl1pPr>
          </a:lstStyle>
          <a:p>
            <a:pPr lvl="0"/>
            <a:r>
              <a:rPr lang="en-US" dirty="0"/>
              <a:t>Click to edit Master text</a:t>
            </a:r>
          </a:p>
        </p:txBody>
      </p:sp>
      <p:sp>
        <p:nvSpPr>
          <p:cNvPr id="10" name="Picture Placeholder 9">
            <a:extLst>
              <a:ext uri="{FF2B5EF4-FFF2-40B4-BE49-F238E27FC236}">
                <a16:creationId xmlns:a16="http://schemas.microsoft.com/office/drawing/2014/main" id="{9CB23C0C-16C3-7820-3F2E-3F48329BE02B}"/>
              </a:ext>
            </a:extLst>
          </p:cNvPr>
          <p:cNvSpPr>
            <a:spLocks noGrp="1"/>
          </p:cNvSpPr>
          <p:nvPr>
            <p:ph type="pic" sz="quarter" idx="11"/>
          </p:nvPr>
        </p:nvSpPr>
        <p:spPr>
          <a:xfrm>
            <a:off x="0" y="0"/>
            <a:ext cx="12191999" cy="4732256"/>
          </a:xfrm>
        </p:spPr>
        <p:txBody>
          <a:bodyPr/>
          <a:lstStyle>
            <a:lvl1pPr marL="0" indent="0">
              <a:buNone/>
              <a:defRPr/>
            </a:lvl1pPr>
          </a:lstStyle>
          <a:p>
            <a:endParaRPr lang="en-US" dirty="0"/>
          </a:p>
        </p:txBody>
      </p:sp>
      <p:pic>
        <p:nvPicPr>
          <p:cNvPr id="2" name="Graphic 1">
            <a:extLst>
              <a:ext uri="{FF2B5EF4-FFF2-40B4-BE49-F238E27FC236}">
                <a16:creationId xmlns:a16="http://schemas.microsoft.com/office/drawing/2014/main" id="{AA77F091-BCE5-0EB0-5EF1-F5F4707577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5" name="Picture 4" descr="A black and grey logo&#10;&#10;AI-generated content may be incorrect.">
            <a:extLst>
              <a:ext uri="{FF2B5EF4-FFF2-40B4-BE49-F238E27FC236}">
                <a16:creationId xmlns:a16="http://schemas.microsoft.com/office/drawing/2014/main" id="{DDED3238-25EA-37B9-DE74-9FDEC0E3314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1463515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details and Tab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E2212D-572D-48C4-8896-AB4425DE904E}"/>
              </a:ext>
            </a:extLst>
          </p:cNvPr>
          <p:cNvSpPr>
            <a:spLocks noGrp="1"/>
          </p:cNvSpPr>
          <p:nvPr>
            <p:ph type="title"/>
          </p:nvPr>
        </p:nvSpPr>
        <p:spPr>
          <a:xfrm>
            <a:off x="312696" y="225105"/>
            <a:ext cx="5491073" cy="1239338"/>
          </a:xfrm>
        </p:spPr>
        <p:txBody>
          <a:bodyPr vert="horz" lIns="91440" tIns="45720" rIns="91440" bIns="45720" rtlCol="0" anchor="ctr">
            <a:normAutofit/>
          </a:bodyPr>
          <a:lstStyle>
            <a:lvl1pPr>
              <a:defRPr lang="en-US" dirty="0">
                <a:cs typeface="Poppins Medium" panose="00000600000000000000" pitchFamily="2" charset="0"/>
              </a:defRPr>
            </a:lvl1pPr>
          </a:lstStyle>
          <a:p>
            <a:pPr lvl="0"/>
            <a:r>
              <a:rPr lang="en-US" dirty="0"/>
              <a:t>Click to edit Master title style</a:t>
            </a:r>
          </a:p>
        </p:txBody>
      </p:sp>
      <p:sp>
        <p:nvSpPr>
          <p:cNvPr id="7" name="Text Placeholder 6">
            <a:extLst>
              <a:ext uri="{FF2B5EF4-FFF2-40B4-BE49-F238E27FC236}">
                <a16:creationId xmlns:a16="http://schemas.microsoft.com/office/drawing/2014/main" id="{5B622C89-C81C-CCA3-78FF-ECEDDA9A64AE}"/>
              </a:ext>
            </a:extLst>
          </p:cNvPr>
          <p:cNvSpPr>
            <a:spLocks noGrp="1"/>
          </p:cNvSpPr>
          <p:nvPr>
            <p:ph type="body" sz="quarter" idx="10"/>
          </p:nvPr>
        </p:nvSpPr>
        <p:spPr>
          <a:xfrm>
            <a:off x="6096000" y="231854"/>
            <a:ext cx="4939645" cy="1239338"/>
          </a:xfrm>
        </p:spPr>
        <p:txBody>
          <a:bodyPr>
            <a:normAutofit/>
          </a:bodyPr>
          <a:lstStyle>
            <a:lvl1pPr marL="0" indent="0">
              <a:lnSpc>
                <a:spcPct val="100000"/>
              </a:lnSpc>
              <a:buNone/>
              <a:defRPr sz="1400">
                <a:solidFill>
                  <a:schemeClr val="accent5"/>
                </a:solidFill>
              </a:defRPr>
            </a:lvl1pPr>
          </a:lstStyle>
          <a:p>
            <a:pPr lvl="0"/>
            <a:r>
              <a:rPr lang="en-US" dirty="0"/>
              <a:t>Click to edit Master text</a:t>
            </a:r>
          </a:p>
        </p:txBody>
      </p:sp>
      <p:pic>
        <p:nvPicPr>
          <p:cNvPr id="2" name="Graphic 1">
            <a:extLst>
              <a:ext uri="{FF2B5EF4-FFF2-40B4-BE49-F238E27FC236}">
                <a16:creationId xmlns:a16="http://schemas.microsoft.com/office/drawing/2014/main" id="{AA77F091-BCE5-0EB0-5EF1-F5F47075776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5" name="Table Placeholder 4">
            <a:extLst>
              <a:ext uri="{FF2B5EF4-FFF2-40B4-BE49-F238E27FC236}">
                <a16:creationId xmlns:a16="http://schemas.microsoft.com/office/drawing/2014/main" id="{52A6679B-5074-ADE1-D534-B2D3C05380C1}"/>
              </a:ext>
            </a:extLst>
          </p:cNvPr>
          <p:cNvSpPr>
            <a:spLocks noGrp="1"/>
          </p:cNvSpPr>
          <p:nvPr>
            <p:ph type="tbl" sz="quarter" idx="11"/>
          </p:nvPr>
        </p:nvSpPr>
        <p:spPr>
          <a:xfrm>
            <a:off x="0" y="1847274"/>
            <a:ext cx="12191999" cy="4322618"/>
          </a:xfrm>
        </p:spPr>
        <p:txBody>
          <a:bodyPr/>
          <a:lstStyle/>
          <a:p>
            <a:endParaRPr lang="en-US"/>
          </a:p>
        </p:txBody>
      </p:sp>
      <p:pic>
        <p:nvPicPr>
          <p:cNvPr id="6" name="Picture 5" descr="A black and grey logo&#10;&#10;AI-generated content may be incorrect.">
            <a:extLst>
              <a:ext uri="{FF2B5EF4-FFF2-40B4-BE49-F238E27FC236}">
                <a16:creationId xmlns:a16="http://schemas.microsoft.com/office/drawing/2014/main" id="{F2810511-1EC8-0082-7970-0F76BD869A97}"/>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608699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wor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9D21-9EC6-4E91-B725-D201834437F1}"/>
              </a:ext>
            </a:extLst>
          </p:cNvPr>
          <p:cNvSpPr>
            <a:spLocks noGrp="1"/>
          </p:cNvSpPr>
          <p:nvPr>
            <p:ph type="title" hasCustomPrompt="1"/>
          </p:nvPr>
        </p:nvSpPr>
        <p:spPr>
          <a:xfrm>
            <a:off x="488951" y="1143338"/>
            <a:ext cx="11214099" cy="4576527"/>
          </a:xfrm>
        </p:spPr>
        <p:txBody>
          <a:bodyPr anchor="ctr">
            <a:normAutofit/>
          </a:bodyPr>
          <a:lstStyle>
            <a:lvl1pPr algn="ctr">
              <a:defRPr sz="8800" b="0" i="0">
                <a:latin typeface="+mj-lt"/>
                <a:cs typeface="Poppins" panose="00000500000000000000" pitchFamily="2" charset="0"/>
              </a:defRPr>
            </a:lvl1pPr>
          </a:lstStyle>
          <a:p>
            <a:r>
              <a:rPr lang="en-US"/>
              <a:t>Keyword slide</a:t>
            </a:r>
          </a:p>
        </p:txBody>
      </p:sp>
      <p:pic>
        <p:nvPicPr>
          <p:cNvPr id="4" name="Graphic 3">
            <a:extLst>
              <a:ext uri="{FF2B5EF4-FFF2-40B4-BE49-F238E27FC236}">
                <a16:creationId xmlns:a16="http://schemas.microsoft.com/office/drawing/2014/main" id="{6C8E286B-1138-042A-695E-6D4C499DD6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5" name="Picture 4" descr="A black and grey logo&#10;&#10;AI-generated content may be incorrect.">
            <a:extLst>
              <a:ext uri="{FF2B5EF4-FFF2-40B4-BE49-F238E27FC236}">
                <a16:creationId xmlns:a16="http://schemas.microsoft.com/office/drawing/2014/main" id="{01521360-6FD0-3C73-C3F2-47061B669B2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2765234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Keyword Slid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F0D8A42-33CC-984C-7EDA-50BD05681A41}"/>
              </a:ext>
              <a:ext uri="{C183D7F6-B498-43B3-948B-1728B52AA6E4}">
                <adec:decorative xmlns:adec="http://schemas.microsoft.com/office/drawing/2017/decorative" val="1"/>
              </a:ext>
            </a:extLst>
          </p:cNvPr>
          <p:cNvSpPr>
            <a:spLocks noGrp="1"/>
          </p:cNvSpPr>
          <p:nvPr>
            <p:ph type="pic" sz="quarter" idx="15"/>
          </p:nvPr>
        </p:nvSpPr>
        <p:spPr>
          <a:xfrm>
            <a:off x="0" y="0"/>
            <a:ext cx="12189884" cy="6858000"/>
          </a:xfrm>
        </p:spPr>
        <p:txBody>
          <a:bodyPr vert="horz" lIns="91440" tIns="45720" rIns="91440" bIns="45720" rtlCol="0" anchor="ctr">
            <a:normAutofit/>
          </a:bodyPr>
          <a:lstStyle>
            <a:lvl1pPr>
              <a:defRPr lang="en-US" sz="8800" b="0" i="0" dirty="0">
                <a:solidFill>
                  <a:schemeClr val="bg1"/>
                </a:solidFill>
                <a:latin typeface="+mj-lt"/>
                <a:ea typeface="+mj-ea"/>
              </a:defRPr>
            </a:lvl1pPr>
          </a:lstStyle>
          <a:p>
            <a:pPr lvl="0" algn="ctr">
              <a:spcBef>
                <a:spcPct val="0"/>
              </a:spcBef>
            </a:pPr>
            <a:r>
              <a:rPr lang="en-US" dirty="0"/>
              <a:t>Click icon to add picture</a:t>
            </a:r>
          </a:p>
        </p:txBody>
      </p:sp>
      <p:pic>
        <p:nvPicPr>
          <p:cNvPr id="4" name="Graphic 3">
            <a:extLst>
              <a:ext uri="{FF2B5EF4-FFF2-40B4-BE49-F238E27FC236}">
                <a16:creationId xmlns:a16="http://schemas.microsoft.com/office/drawing/2014/main" id="{ABE99269-A3E1-D985-57D1-3E765ED6D9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pic>
        <p:nvPicPr>
          <p:cNvPr id="3" name="Picture 2" descr="A black and grey logo&#10;&#10;AI-generated content may be incorrect.">
            <a:extLst>
              <a:ext uri="{FF2B5EF4-FFF2-40B4-BE49-F238E27FC236}">
                <a16:creationId xmlns:a16="http://schemas.microsoft.com/office/drawing/2014/main" id="{65A7E109-C779-7004-007F-0260B1D2D24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7480163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5C1CF-4083-E7EF-00EE-FF1A99AF3412}"/>
              </a:ext>
            </a:extLst>
          </p:cNvPr>
          <p:cNvSpPr>
            <a:spLocks noGrp="1"/>
          </p:cNvSpPr>
          <p:nvPr>
            <p:ph sz="half" idx="1"/>
          </p:nvPr>
        </p:nvSpPr>
        <p:spPr>
          <a:xfrm>
            <a:off x="838200" y="1551709"/>
            <a:ext cx="5181600" cy="4625254"/>
          </a:xfrm>
        </p:spPr>
        <p:txBody>
          <a:bodyPr/>
          <a:lstStyle>
            <a:lvl1pPr marL="2286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1pPr>
            <a:lvl2pPr marL="6858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2pPr>
            <a:lvl3pPr marL="11430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3pPr>
            <a:lvl4pPr marL="16002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4pPr>
            <a:lvl5pPr marL="20574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B9F30E-CF9C-0B05-3435-5A43F90D2E83}"/>
              </a:ext>
            </a:extLst>
          </p:cNvPr>
          <p:cNvSpPr>
            <a:spLocks noGrp="1"/>
          </p:cNvSpPr>
          <p:nvPr>
            <p:ph sz="half" idx="2"/>
          </p:nvPr>
        </p:nvSpPr>
        <p:spPr>
          <a:xfrm>
            <a:off x="6172200" y="1551709"/>
            <a:ext cx="5181600" cy="4625254"/>
          </a:xfrm>
        </p:spPr>
        <p:txBody>
          <a:bodyPr/>
          <a:lstStyle>
            <a:lvl1pPr marL="2286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1pPr>
            <a:lvl2pPr marL="6858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2pPr>
            <a:lvl3pPr marL="11430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3pPr>
            <a:lvl4pPr marL="16002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4pPr>
            <a:lvl5pPr marL="2057400" indent="-228600">
              <a:buClr>
                <a:schemeClr val="tx1"/>
              </a:buClr>
              <a:buFont typeface="Arial" panose="020B0604020202020204" pitchFamily="34" charset="0"/>
              <a:buChar cha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DC373EE-DD46-DF07-7F2D-ED1E3422F4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964" y="6360816"/>
            <a:ext cx="1713225" cy="428862"/>
          </a:xfrm>
          <a:prstGeom prst="rect">
            <a:avLst/>
          </a:prstGeom>
        </p:spPr>
      </p:pic>
      <p:sp>
        <p:nvSpPr>
          <p:cNvPr id="8" name="Title 2">
            <a:extLst>
              <a:ext uri="{FF2B5EF4-FFF2-40B4-BE49-F238E27FC236}">
                <a16:creationId xmlns:a16="http://schemas.microsoft.com/office/drawing/2014/main" id="{11A81E7F-D137-AC94-D1F7-73F6257B7025}"/>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B82B70A4-F12F-5DE4-A79E-31E54B710E50}"/>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202807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515EF0F8-97CE-0E22-9B4D-F922AF8EAD62}"/>
              </a:ext>
            </a:extLst>
          </p:cNvPr>
          <p:cNvSpPr>
            <a:spLocks noGrp="1"/>
          </p:cNvSpPr>
          <p:nvPr userDrawn="1">
            <p:ph type="body" sz="quarter" idx="13"/>
          </p:nvPr>
        </p:nvSpPr>
        <p:spPr>
          <a:xfrm>
            <a:off x="457200" y="1213605"/>
            <a:ext cx="5752410" cy="1474177"/>
          </a:xfrm>
        </p:spPr>
        <p:txBody>
          <a:bodyPr>
            <a:noAutofit/>
          </a:bodyPr>
          <a:lstStyle>
            <a:lvl1pPr marL="0" indent="0" algn="l" defTabSz="914400" rtl="0" eaLnBrk="1" latinLnBrk="0" hangingPunct="1">
              <a:lnSpc>
                <a:spcPct val="90000"/>
              </a:lnSpc>
              <a:spcBef>
                <a:spcPct val="0"/>
              </a:spcBef>
              <a:buNone/>
              <a:defRPr lang="en-US" sz="4400" b="0" kern="1200" dirty="0">
                <a:solidFill>
                  <a:schemeClr val="bg1"/>
                </a:solidFill>
                <a:latin typeface="+mj-lt"/>
                <a:ea typeface="+mj-ea"/>
                <a:cs typeface="Poppins" panose="00000500000000000000" pitchFamily="2" charset="0"/>
              </a:defRPr>
            </a:lvl1pPr>
          </a:lstStyle>
          <a:p>
            <a:pPr lvl="0"/>
            <a:r>
              <a:rPr lang="en-US" dirty="0"/>
              <a:t>Click to edit Master text styles</a:t>
            </a:r>
          </a:p>
        </p:txBody>
      </p:sp>
      <p:sp>
        <p:nvSpPr>
          <p:cNvPr id="49" name="Text Placeholder 48">
            <a:extLst>
              <a:ext uri="{FF2B5EF4-FFF2-40B4-BE49-F238E27FC236}">
                <a16:creationId xmlns:a16="http://schemas.microsoft.com/office/drawing/2014/main" id="{B055B569-D144-2B96-C2C6-1FA81130FA72}"/>
              </a:ext>
            </a:extLst>
          </p:cNvPr>
          <p:cNvSpPr>
            <a:spLocks noGrp="1"/>
          </p:cNvSpPr>
          <p:nvPr userDrawn="1">
            <p:ph type="body" sz="quarter" idx="14"/>
          </p:nvPr>
        </p:nvSpPr>
        <p:spPr>
          <a:xfrm>
            <a:off x="457200" y="2939110"/>
            <a:ext cx="5527964" cy="1334381"/>
          </a:xfrm>
        </p:spPr>
        <p:txBody>
          <a:bodyPr>
            <a:normAutofit/>
          </a:bodyPr>
          <a:lstStyle>
            <a:lvl1pPr marL="0" indent="0">
              <a:buNone/>
              <a:defRPr kumimoji="0" lang="en-US" sz="16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8" name="Text Placeholder 17">
            <a:extLst>
              <a:ext uri="{FF2B5EF4-FFF2-40B4-BE49-F238E27FC236}">
                <a16:creationId xmlns:a16="http://schemas.microsoft.com/office/drawing/2014/main" id="{759BAD2A-8D2F-72F2-F057-19DA028AEE4D}"/>
              </a:ext>
            </a:extLst>
          </p:cNvPr>
          <p:cNvSpPr>
            <a:spLocks noGrp="1"/>
          </p:cNvSpPr>
          <p:nvPr>
            <p:ph type="body" sz="quarter" idx="16" hasCustomPrompt="1"/>
          </p:nvPr>
        </p:nvSpPr>
        <p:spPr>
          <a:xfrm>
            <a:off x="6366629" y="1415834"/>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19" name="Text Placeholder 48">
            <a:extLst>
              <a:ext uri="{FF2B5EF4-FFF2-40B4-BE49-F238E27FC236}">
                <a16:creationId xmlns:a16="http://schemas.microsoft.com/office/drawing/2014/main" id="{4C38F370-7D64-2116-AFC3-72C3AD901A82}"/>
              </a:ext>
            </a:extLst>
          </p:cNvPr>
          <p:cNvSpPr>
            <a:spLocks noGrp="1"/>
          </p:cNvSpPr>
          <p:nvPr>
            <p:ph type="body" sz="quarter" idx="17"/>
          </p:nvPr>
        </p:nvSpPr>
        <p:spPr>
          <a:xfrm>
            <a:off x="457200" y="657694"/>
            <a:ext cx="5527964" cy="458646"/>
          </a:xfrm>
        </p:spPr>
        <p:txBody>
          <a:bodyPr>
            <a:normAutofit/>
          </a:bodyPr>
          <a:lstStyle>
            <a:lvl1pPr marL="0" indent="0">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20" name="Text Placeholder 48">
            <a:extLst>
              <a:ext uri="{FF2B5EF4-FFF2-40B4-BE49-F238E27FC236}">
                <a16:creationId xmlns:a16="http://schemas.microsoft.com/office/drawing/2014/main" id="{18F327C6-6FAD-E7BF-B7BF-6FAAC9946C50}"/>
              </a:ext>
            </a:extLst>
          </p:cNvPr>
          <p:cNvSpPr>
            <a:spLocks noGrp="1"/>
          </p:cNvSpPr>
          <p:nvPr>
            <p:ph type="body" sz="quarter" idx="18" hasCustomPrompt="1"/>
          </p:nvPr>
        </p:nvSpPr>
        <p:spPr>
          <a:xfrm>
            <a:off x="6454375" y="942248"/>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1" name="Text Placeholder 48">
            <a:extLst>
              <a:ext uri="{FF2B5EF4-FFF2-40B4-BE49-F238E27FC236}">
                <a16:creationId xmlns:a16="http://schemas.microsoft.com/office/drawing/2014/main" id="{725613CB-B711-BA66-79AB-72C08156FC38}"/>
              </a:ext>
            </a:extLst>
          </p:cNvPr>
          <p:cNvSpPr>
            <a:spLocks noGrp="1"/>
          </p:cNvSpPr>
          <p:nvPr>
            <p:ph type="body" sz="quarter" idx="19" hasCustomPrompt="1"/>
          </p:nvPr>
        </p:nvSpPr>
        <p:spPr>
          <a:xfrm>
            <a:off x="6456684" y="2264244"/>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3" name="Text Placeholder 48">
            <a:extLst>
              <a:ext uri="{FF2B5EF4-FFF2-40B4-BE49-F238E27FC236}">
                <a16:creationId xmlns:a16="http://schemas.microsoft.com/office/drawing/2014/main" id="{E50904DE-B040-6AA2-341D-BE1B13B8BB9E}"/>
              </a:ext>
            </a:extLst>
          </p:cNvPr>
          <p:cNvSpPr>
            <a:spLocks noGrp="1"/>
          </p:cNvSpPr>
          <p:nvPr>
            <p:ph type="body" sz="quarter" idx="21" hasCustomPrompt="1"/>
          </p:nvPr>
        </p:nvSpPr>
        <p:spPr>
          <a:xfrm>
            <a:off x="9412772" y="947092"/>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4" name="Text Placeholder 48">
            <a:extLst>
              <a:ext uri="{FF2B5EF4-FFF2-40B4-BE49-F238E27FC236}">
                <a16:creationId xmlns:a16="http://schemas.microsoft.com/office/drawing/2014/main" id="{E2970DCC-E00E-47AB-123B-5BF1AA1FC8EE}"/>
              </a:ext>
            </a:extLst>
          </p:cNvPr>
          <p:cNvSpPr>
            <a:spLocks noGrp="1"/>
          </p:cNvSpPr>
          <p:nvPr>
            <p:ph type="body" sz="quarter" idx="22" hasCustomPrompt="1"/>
          </p:nvPr>
        </p:nvSpPr>
        <p:spPr>
          <a:xfrm>
            <a:off x="9419241" y="2273481"/>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6" name="Text Placeholder 48">
            <a:extLst>
              <a:ext uri="{FF2B5EF4-FFF2-40B4-BE49-F238E27FC236}">
                <a16:creationId xmlns:a16="http://schemas.microsoft.com/office/drawing/2014/main" id="{F90B4A5C-A5AA-729F-D8A5-47B3DF11D685}"/>
              </a:ext>
            </a:extLst>
          </p:cNvPr>
          <p:cNvSpPr>
            <a:spLocks noGrp="1"/>
          </p:cNvSpPr>
          <p:nvPr>
            <p:ph type="body" sz="quarter" idx="24" hasCustomPrompt="1"/>
          </p:nvPr>
        </p:nvSpPr>
        <p:spPr>
          <a:xfrm>
            <a:off x="6489472" y="3855441"/>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27" name="Text Placeholder 48">
            <a:extLst>
              <a:ext uri="{FF2B5EF4-FFF2-40B4-BE49-F238E27FC236}">
                <a16:creationId xmlns:a16="http://schemas.microsoft.com/office/drawing/2014/main" id="{A264AFBB-FABE-A1BA-CB7A-1BCAE1BC58BB}"/>
              </a:ext>
            </a:extLst>
          </p:cNvPr>
          <p:cNvSpPr>
            <a:spLocks noGrp="1"/>
          </p:cNvSpPr>
          <p:nvPr>
            <p:ph type="body" sz="quarter" idx="25" hasCustomPrompt="1"/>
          </p:nvPr>
        </p:nvSpPr>
        <p:spPr>
          <a:xfrm>
            <a:off x="6542124" y="5191045"/>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29" name="Text Placeholder 48">
            <a:extLst>
              <a:ext uri="{FF2B5EF4-FFF2-40B4-BE49-F238E27FC236}">
                <a16:creationId xmlns:a16="http://schemas.microsoft.com/office/drawing/2014/main" id="{A92E53F5-F19E-0921-777B-9DF035F1EF6A}"/>
              </a:ext>
            </a:extLst>
          </p:cNvPr>
          <p:cNvSpPr>
            <a:spLocks noGrp="1"/>
          </p:cNvSpPr>
          <p:nvPr>
            <p:ph type="body" sz="quarter" idx="27" hasCustomPrompt="1"/>
          </p:nvPr>
        </p:nvSpPr>
        <p:spPr>
          <a:xfrm>
            <a:off x="9429393" y="3833665"/>
            <a:ext cx="2338648" cy="458646"/>
          </a:xfrm>
        </p:spPr>
        <p:txBody>
          <a:bodyPr anchor="b">
            <a:normAutofit/>
          </a:bodyPr>
          <a:lstStyle>
            <a:lvl1pPr marL="0" indent="0">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Qualifier</a:t>
            </a:r>
          </a:p>
        </p:txBody>
      </p:sp>
      <p:sp>
        <p:nvSpPr>
          <p:cNvPr id="30" name="Text Placeholder 48">
            <a:extLst>
              <a:ext uri="{FF2B5EF4-FFF2-40B4-BE49-F238E27FC236}">
                <a16:creationId xmlns:a16="http://schemas.microsoft.com/office/drawing/2014/main" id="{027C6114-3E4E-0349-DB91-CEA0885B8326}"/>
              </a:ext>
            </a:extLst>
          </p:cNvPr>
          <p:cNvSpPr>
            <a:spLocks noGrp="1"/>
          </p:cNvSpPr>
          <p:nvPr>
            <p:ph type="body" sz="quarter" idx="28" hasCustomPrompt="1"/>
          </p:nvPr>
        </p:nvSpPr>
        <p:spPr>
          <a:xfrm>
            <a:off x="9502368" y="5161164"/>
            <a:ext cx="2338648" cy="847076"/>
          </a:xfrm>
        </p:spPr>
        <p:txBody>
          <a:bodyPr>
            <a:normAutofit/>
          </a:bodyPr>
          <a:lstStyle>
            <a:lvl1pPr marL="0" indent="0" algn="ctr">
              <a:buNone/>
              <a:defRPr kumimoji="0" lang="en-US" sz="1100" b="0" i="0" u="none" strike="noStrike" kern="1200" cap="none" spc="0" normalizeH="0" baseline="0" dirty="0">
                <a:ln>
                  <a:noFill/>
                </a:ln>
                <a:solidFill>
                  <a:schemeClr val="bg2"/>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Details</a:t>
            </a:r>
          </a:p>
        </p:txBody>
      </p:sp>
      <p:sp>
        <p:nvSpPr>
          <p:cNvPr id="3" name="Text Placeholder 17">
            <a:extLst>
              <a:ext uri="{FF2B5EF4-FFF2-40B4-BE49-F238E27FC236}">
                <a16:creationId xmlns:a16="http://schemas.microsoft.com/office/drawing/2014/main" id="{0DF0EC1E-3522-50C3-E0ED-9BF15C62C4B8}"/>
              </a:ext>
            </a:extLst>
          </p:cNvPr>
          <p:cNvSpPr>
            <a:spLocks noGrp="1"/>
          </p:cNvSpPr>
          <p:nvPr>
            <p:ph type="body" sz="quarter" idx="29" hasCustomPrompt="1"/>
          </p:nvPr>
        </p:nvSpPr>
        <p:spPr>
          <a:xfrm>
            <a:off x="9326876" y="1439042"/>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4" name="Text Placeholder 17">
            <a:extLst>
              <a:ext uri="{FF2B5EF4-FFF2-40B4-BE49-F238E27FC236}">
                <a16:creationId xmlns:a16="http://schemas.microsoft.com/office/drawing/2014/main" id="{2E971B52-39C8-95BC-D14D-309C3A1B0598}"/>
              </a:ext>
            </a:extLst>
          </p:cNvPr>
          <p:cNvSpPr>
            <a:spLocks noGrp="1"/>
          </p:cNvSpPr>
          <p:nvPr>
            <p:ph type="body" sz="quarter" idx="30" hasCustomPrompt="1"/>
          </p:nvPr>
        </p:nvSpPr>
        <p:spPr>
          <a:xfrm>
            <a:off x="9271458" y="4314087"/>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sp>
        <p:nvSpPr>
          <p:cNvPr id="5" name="Text Placeholder 17">
            <a:extLst>
              <a:ext uri="{FF2B5EF4-FFF2-40B4-BE49-F238E27FC236}">
                <a16:creationId xmlns:a16="http://schemas.microsoft.com/office/drawing/2014/main" id="{24A85916-F438-07AE-2207-3BF7500914B3}"/>
              </a:ext>
            </a:extLst>
          </p:cNvPr>
          <p:cNvSpPr>
            <a:spLocks noGrp="1"/>
          </p:cNvSpPr>
          <p:nvPr>
            <p:ph type="body" sz="quarter" idx="31" hasCustomPrompt="1"/>
          </p:nvPr>
        </p:nvSpPr>
        <p:spPr>
          <a:xfrm>
            <a:off x="6454378" y="4343968"/>
            <a:ext cx="2514140" cy="847077"/>
          </a:xfrm>
        </p:spPr>
        <p:txBody>
          <a:bodyPr>
            <a:noAutofit/>
            <a:scene3d>
              <a:camera prst="orthographicFront"/>
              <a:lightRig rig="threePt" dir="t">
                <a:rot lat="0" lon="0" rev="3000000"/>
              </a:lightRig>
            </a:scene3d>
            <a:sp3d extrusionH="57150" contourW="19050" prstMaterial="metal">
              <a:bevelT w="38100" h="38100"/>
              <a:bevelB w="38100" h="38100"/>
              <a:contourClr>
                <a:schemeClr val="accent6"/>
              </a:contourClr>
            </a:sp3d>
          </a:bodyPr>
          <a:lstStyle>
            <a:lvl1pPr marL="0" indent="0" algn="ctr" defTabSz="914400" rtl="0" eaLnBrk="1" latinLnBrk="0" hangingPunct="1">
              <a:lnSpc>
                <a:spcPct val="90000"/>
              </a:lnSpc>
              <a:spcBef>
                <a:spcPts val="1000"/>
              </a:spcBef>
              <a:buFont typeface="Arial" panose="020B0604020202020204" pitchFamily="34" charset="0"/>
              <a:buNone/>
              <a:defRPr lang="en-US" sz="5400" kern="1200" dirty="0">
                <a:solidFill>
                  <a:schemeClr val="accent5"/>
                </a:solidFill>
                <a:latin typeface="+mj-lt"/>
                <a:ea typeface="+mn-ea"/>
                <a:cs typeface="Poppins Medium" panose="00000600000000000000" pitchFamily="2" charset="0"/>
              </a:defRPr>
            </a:lvl1pPr>
            <a:lvl2pPr marL="457200" indent="0">
              <a:buNone/>
              <a:defRPr sz="6000">
                <a:latin typeface="Poppins Medium" panose="00000600000000000000" pitchFamily="2" charset="0"/>
                <a:cs typeface="Poppins Medium" panose="00000600000000000000" pitchFamily="2" charset="0"/>
              </a:defRPr>
            </a:lvl2pPr>
            <a:lvl3pPr marL="914400" indent="0">
              <a:buNone/>
              <a:defRPr sz="6000">
                <a:latin typeface="Poppins Medium" panose="00000600000000000000" pitchFamily="2" charset="0"/>
                <a:cs typeface="Poppins Medium" panose="00000600000000000000" pitchFamily="2" charset="0"/>
              </a:defRPr>
            </a:lvl3pPr>
            <a:lvl4pPr marL="1371600" indent="0">
              <a:buNone/>
              <a:defRPr sz="6000">
                <a:latin typeface="Poppins Medium" panose="00000600000000000000" pitchFamily="2" charset="0"/>
                <a:cs typeface="Poppins Medium" panose="00000600000000000000" pitchFamily="2" charset="0"/>
              </a:defRPr>
            </a:lvl4pPr>
            <a:lvl5pPr marL="1828800" indent="0">
              <a:buNone/>
              <a:defRPr sz="6000">
                <a:latin typeface="Poppins Medium" panose="00000600000000000000" pitchFamily="2" charset="0"/>
                <a:cs typeface="Poppins Medium" panose="00000600000000000000" pitchFamily="2" charset="0"/>
              </a:defRPr>
            </a:lvl5pPr>
          </a:lstStyle>
          <a:p>
            <a:pPr lvl="0"/>
            <a:r>
              <a:rPr lang="en-US" dirty="0"/>
              <a:t>Claim</a:t>
            </a:r>
          </a:p>
        </p:txBody>
      </p:sp>
      <p:pic>
        <p:nvPicPr>
          <p:cNvPr id="2" name="Picture 1" descr="A black and grey logo&#10;&#10;AI-generated content may be incorrect.">
            <a:extLst>
              <a:ext uri="{FF2B5EF4-FFF2-40B4-BE49-F238E27FC236}">
                <a16:creationId xmlns:a16="http://schemas.microsoft.com/office/drawing/2014/main" id="{6503C850-3AAD-D320-0010-6F524FBC4D1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701698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B055B569-D144-2B96-C2C6-1FA81130FA72}"/>
              </a:ext>
            </a:extLst>
          </p:cNvPr>
          <p:cNvSpPr>
            <a:spLocks noGrp="1"/>
          </p:cNvSpPr>
          <p:nvPr userDrawn="1">
            <p:ph type="body" sz="quarter" idx="14"/>
          </p:nvPr>
        </p:nvSpPr>
        <p:spPr>
          <a:xfrm>
            <a:off x="122502"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pic>
        <p:nvPicPr>
          <p:cNvPr id="4" name="Graphic 3">
            <a:extLst>
              <a:ext uri="{FF2B5EF4-FFF2-40B4-BE49-F238E27FC236}">
                <a16:creationId xmlns:a16="http://schemas.microsoft.com/office/drawing/2014/main" id="{43365B4D-5860-D7E5-3D2B-C4CFFCA8C5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63200" y="6366607"/>
            <a:ext cx="1713225" cy="428862"/>
          </a:xfrm>
          <a:prstGeom prst="rect">
            <a:avLst/>
          </a:prstGeom>
        </p:spPr>
      </p:pic>
      <p:sp>
        <p:nvSpPr>
          <p:cNvPr id="19" name="Text Placeholder 48">
            <a:extLst>
              <a:ext uri="{FF2B5EF4-FFF2-40B4-BE49-F238E27FC236}">
                <a16:creationId xmlns:a16="http://schemas.microsoft.com/office/drawing/2014/main" id="{4C38F370-7D64-2116-AFC3-72C3AD901A82}"/>
              </a:ext>
            </a:extLst>
          </p:cNvPr>
          <p:cNvSpPr>
            <a:spLocks noGrp="1"/>
          </p:cNvSpPr>
          <p:nvPr>
            <p:ph type="body" sz="quarter" idx="17"/>
          </p:nvPr>
        </p:nvSpPr>
        <p:spPr>
          <a:xfrm>
            <a:off x="122502"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3" name="Content Placeholder 2">
            <a:extLst>
              <a:ext uri="{FF2B5EF4-FFF2-40B4-BE49-F238E27FC236}">
                <a16:creationId xmlns:a16="http://schemas.microsoft.com/office/drawing/2014/main" id="{D5D77570-45BC-C0CF-FBFC-BBB145CB2FF3}"/>
              </a:ext>
            </a:extLst>
          </p:cNvPr>
          <p:cNvSpPr>
            <a:spLocks noGrp="1"/>
          </p:cNvSpPr>
          <p:nvPr>
            <p:ph sz="quarter" idx="18"/>
          </p:nvPr>
        </p:nvSpPr>
        <p:spPr>
          <a:xfrm>
            <a:off x="122502"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5" name="Content Placeholder 2">
            <a:extLst>
              <a:ext uri="{FF2B5EF4-FFF2-40B4-BE49-F238E27FC236}">
                <a16:creationId xmlns:a16="http://schemas.microsoft.com/office/drawing/2014/main" id="{C7E36326-A118-E5BC-9E5E-22304EF81BEE}"/>
              </a:ext>
            </a:extLst>
          </p:cNvPr>
          <p:cNvSpPr>
            <a:spLocks noGrp="1"/>
          </p:cNvSpPr>
          <p:nvPr>
            <p:ph sz="quarter" idx="19"/>
          </p:nvPr>
        </p:nvSpPr>
        <p:spPr>
          <a:xfrm>
            <a:off x="3192743"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6" name="Content Placeholder 2">
            <a:extLst>
              <a:ext uri="{FF2B5EF4-FFF2-40B4-BE49-F238E27FC236}">
                <a16:creationId xmlns:a16="http://schemas.microsoft.com/office/drawing/2014/main" id="{DBFA85F4-34AE-8A56-0AA0-FBE5B8C6A058}"/>
              </a:ext>
            </a:extLst>
          </p:cNvPr>
          <p:cNvSpPr>
            <a:spLocks noGrp="1"/>
          </p:cNvSpPr>
          <p:nvPr>
            <p:ph sz="quarter" idx="20"/>
          </p:nvPr>
        </p:nvSpPr>
        <p:spPr>
          <a:xfrm>
            <a:off x="6262984"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7" name="Content Placeholder 2">
            <a:extLst>
              <a:ext uri="{FF2B5EF4-FFF2-40B4-BE49-F238E27FC236}">
                <a16:creationId xmlns:a16="http://schemas.microsoft.com/office/drawing/2014/main" id="{86668BA8-2E6B-3C76-B5D0-BB17181CE5D5}"/>
              </a:ext>
            </a:extLst>
          </p:cNvPr>
          <p:cNvSpPr>
            <a:spLocks noGrp="1"/>
          </p:cNvSpPr>
          <p:nvPr>
            <p:ph sz="quarter" idx="21"/>
          </p:nvPr>
        </p:nvSpPr>
        <p:spPr>
          <a:xfrm>
            <a:off x="9333225" y="2162030"/>
            <a:ext cx="2743200" cy="2743200"/>
          </a:xfrm>
          <a:prstGeom prst="roundRect">
            <a:avLst>
              <a:gd name="adj" fmla="val 8586"/>
            </a:avLst>
          </a:prstGeom>
          <a:ln/>
        </p:spPr>
        <p:style>
          <a:lnRef idx="0">
            <a:schemeClr val="dk1"/>
          </a:lnRef>
          <a:fillRef idx="3">
            <a:schemeClr val="dk1"/>
          </a:fillRef>
          <a:effectRef idx="3">
            <a:schemeClr val="dk1"/>
          </a:effectRef>
          <a:fontRef idx="minor">
            <a:schemeClr val="lt1"/>
          </a:fontRef>
        </p:style>
        <p:txBody>
          <a:bodyPr/>
          <a:lstStyle>
            <a:lvl1pPr marL="0" indent="0">
              <a:buNone/>
              <a:defRPr>
                <a:solidFill>
                  <a:schemeClr val="tx1"/>
                </a:solidFill>
                <a:latin typeface="+mn-lt"/>
              </a:defRPr>
            </a:lvl1pPr>
          </a:lstStyle>
          <a:p>
            <a:pPr lvl="0"/>
            <a:endParaRPr lang="en-US" dirty="0"/>
          </a:p>
        </p:txBody>
      </p:sp>
      <p:sp>
        <p:nvSpPr>
          <p:cNvPr id="8" name="Text Placeholder 48">
            <a:extLst>
              <a:ext uri="{FF2B5EF4-FFF2-40B4-BE49-F238E27FC236}">
                <a16:creationId xmlns:a16="http://schemas.microsoft.com/office/drawing/2014/main" id="{A06FAF7B-9D2A-3C23-00C2-2D72F7B8943A}"/>
              </a:ext>
            </a:extLst>
          </p:cNvPr>
          <p:cNvSpPr>
            <a:spLocks noGrp="1"/>
          </p:cNvSpPr>
          <p:nvPr>
            <p:ph type="body" sz="quarter" idx="22"/>
          </p:nvPr>
        </p:nvSpPr>
        <p:spPr>
          <a:xfrm>
            <a:off x="3192743"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9" name="Text Placeholder 48">
            <a:extLst>
              <a:ext uri="{FF2B5EF4-FFF2-40B4-BE49-F238E27FC236}">
                <a16:creationId xmlns:a16="http://schemas.microsoft.com/office/drawing/2014/main" id="{2B58A56D-6E57-AEC7-E2B6-6A3941CF0486}"/>
              </a:ext>
            </a:extLst>
          </p:cNvPr>
          <p:cNvSpPr>
            <a:spLocks noGrp="1"/>
          </p:cNvSpPr>
          <p:nvPr>
            <p:ph type="body" sz="quarter" idx="23"/>
          </p:nvPr>
        </p:nvSpPr>
        <p:spPr>
          <a:xfrm>
            <a:off x="3192743"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0" name="Text Placeholder 48">
            <a:extLst>
              <a:ext uri="{FF2B5EF4-FFF2-40B4-BE49-F238E27FC236}">
                <a16:creationId xmlns:a16="http://schemas.microsoft.com/office/drawing/2014/main" id="{7F85A46E-B8B4-3B66-12A0-8858F8D6B7E3}"/>
              </a:ext>
            </a:extLst>
          </p:cNvPr>
          <p:cNvSpPr>
            <a:spLocks noGrp="1"/>
          </p:cNvSpPr>
          <p:nvPr>
            <p:ph type="body" sz="quarter" idx="24"/>
          </p:nvPr>
        </p:nvSpPr>
        <p:spPr>
          <a:xfrm>
            <a:off x="6262984"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11" name="Text Placeholder 48">
            <a:extLst>
              <a:ext uri="{FF2B5EF4-FFF2-40B4-BE49-F238E27FC236}">
                <a16:creationId xmlns:a16="http://schemas.microsoft.com/office/drawing/2014/main" id="{9F3FB04C-DFDC-709F-6DA2-D5657B0EC7FF}"/>
              </a:ext>
            </a:extLst>
          </p:cNvPr>
          <p:cNvSpPr>
            <a:spLocks noGrp="1"/>
          </p:cNvSpPr>
          <p:nvPr>
            <p:ph type="body" sz="quarter" idx="25"/>
          </p:nvPr>
        </p:nvSpPr>
        <p:spPr>
          <a:xfrm>
            <a:off x="6262984"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2" name="Text Placeholder 48">
            <a:extLst>
              <a:ext uri="{FF2B5EF4-FFF2-40B4-BE49-F238E27FC236}">
                <a16:creationId xmlns:a16="http://schemas.microsoft.com/office/drawing/2014/main" id="{AB3837D5-65F6-F26B-0AF0-B8CA2DB281D6}"/>
              </a:ext>
            </a:extLst>
          </p:cNvPr>
          <p:cNvSpPr>
            <a:spLocks noGrp="1"/>
          </p:cNvSpPr>
          <p:nvPr>
            <p:ph type="body" sz="quarter" idx="26"/>
          </p:nvPr>
        </p:nvSpPr>
        <p:spPr>
          <a:xfrm>
            <a:off x="9333225" y="5044819"/>
            <a:ext cx="2743200" cy="469290"/>
          </a:xfrm>
        </p:spPr>
        <p:txBody>
          <a:bodyPr>
            <a:normAutofit/>
          </a:bodyPr>
          <a:lstStyle>
            <a:lvl1pPr marL="0" indent="0" algn="ctr">
              <a:buNone/>
              <a:defRPr kumimoji="0" lang="en-US" sz="1600" b="1" i="0" u="none" strike="noStrike" kern="1200" cap="none" spc="0" normalizeH="0" baseline="0" dirty="0">
                <a:ln>
                  <a:noFill/>
                </a:ln>
                <a:solidFill>
                  <a:schemeClr val="bg1"/>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a:t>
            </a:r>
          </a:p>
        </p:txBody>
      </p:sp>
      <p:sp>
        <p:nvSpPr>
          <p:cNvPr id="17" name="Text Placeholder 48">
            <a:extLst>
              <a:ext uri="{FF2B5EF4-FFF2-40B4-BE49-F238E27FC236}">
                <a16:creationId xmlns:a16="http://schemas.microsoft.com/office/drawing/2014/main" id="{0A621FDB-C09F-9882-464A-5252836BBE3B}"/>
              </a:ext>
            </a:extLst>
          </p:cNvPr>
          <p:cNvSpPr>
            <a:spLocks noGrp="1"/>
          </p:cNvSpPr>
          <p:nvPr>
            <p:ph type="body" sz="quarter" idx="27"/>
          </p:nvPr>
        </p:nvSpPr>
        <p:spPr>
          <a:xfrm>
            <a:off x="9333225" y="5531861"/>
            <a:ext cx="2735816" cy="458646"/>
          </a:xfrm>
        </p:spPr>
        <p:txBody>
          <a:bodyPr>
            <a:normAutofit/>
          </a:bodyPr>
          <a:lstStyle>
            <a:lvl1pPr marL="0" indent="0" algn="ctr">
              <a:buNone/>
              <a:defRPr kumimoji="0" lang="en-US" sz="1100" b="0" i="0" u="none" strike="noStrike" kern="1200" cap="none" spc="0" normalizeH="0" baseline="0" dirty="0">
                <a:ln>
                  <a:noFill/>
                </a:ln>
                <a:solidFill>
                  <a:schemeClr val="accent5"/>
                </a:solidFill>
                <a:effectLst/>
                <a:uLnTx/>
                <a:uFillTx/>
                <a:latin typeface="+mn-lt"/>
                <a:ea typeface="Akzidenz-Grotesk"/>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609630" rtl="0" eaLnBrk="1" fontAlgn="auto" latinLnBrk="0" hangingPunct="1">
              <a:lnSpc>
                <a:spcPts val="2613"/>
              </a:lnSpc>
              <a:spcBef>
                <a:spcPts val="0"/>
              </a:spcBef>
              <a:spcAft>
                <a:spcPts val="0"/>
              </a:spcAft>
              <a:buClrTx/>
              <a:buSzTx/>
              <a:buFontTx/>
              <a:buNone/>
              <a:tabLst/>
              <a:defRPr/>
            </a:pPr>
            <a:r>
              <a:rPr lang="en-US" dirty="0"/>
              <a:t>Click to edit Master text styles</a:t>
            </a:r>
          </a:p>
        </p:txBody>
      </p:sp>
      <p:sp>
        <p:nvSpPr>
          <p:cNvPr id="14" name="Title 2">
            <a:extLst>
              <a:ext uri="{FF2B5EF4-FFF2-40B4-BE49-F238E27FC236}">
                <a16:creationId xmlns:a16="http://schemas.microsoft.com/office/drawing/2014/main" id="{B4913B24-FA82-ADBC-3F7F-917CAFFF9A98}"/>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A8BC9970-7626-18ED-63C1-B5724033BCC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4094174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7A0704-507C-212E-4B19-9C94CCAD4F19}"/>
              </a:ext>
            </a:extLst>
          </p:cNvPr>
          <p:cNvSpPr>
            <a:spLocks noGrp="1"/>
          </p:cNvSpPr>
          <p:nvPr>
            <p:ph type="pic" sz="quarter" idx="10"/>
          </p:nvPr>
        </p:nvSpPr>
        <p:spPr>
          <a:xfrm>
            <a:off x="0" y="0"/>
            <a:ext cx="12192000" cy="4373563"/>
          </a:xfrm>
        </p:spPr>
        <p:txBody>
          <a:bodyPr/>
          <a:lstStyle>
            <a:lvl1pPr>
              <a:defRPr b="0" i="0">
                <a:solidFill>
                  <a:schemeClr val="bg1"/>
                </a:solidFill>
                <a:latin typeface="+mn-lt"/>
                <a:cs typeface="Poppins" pitchFamily="2" charset="77"/>
              </a:defRPr>
            </a:lvl1pPr>
          </a:lstStyle>
          <a:p>
            <a:endParaRPr lang="en-US" dirty="0"/>
          </a:p>
        </p:txBody>
      </p:sp>
      <p:sp>
        <p:nvSpPr>
          <p:cNvPr id="10" name="AutoShape 8">
            <a:extLst>
              <a:ext uri="{FF2B5EF4-FFF2-40B4-BE49-F238E27FC236}">
                <a16:creationId xmlns:a16="http://schemas.microsoft.com/office/drawing/2014/main" id="{79BE282C-671B-7E01-8740-8A7F466EEB4C}"/>
              </a:ext>
            </a:extLst>
          </p:cNvPr>
          <p:cNvSpPr/>
          <p:nvPr userDrawn="1"/>
        </p:nvSpPr>
        <p:spPr>
          <a:xfrm>
            <a:off x="914401" y="2255038"/>
            <a:ext cx="6766560" cy="0"/>
          </a:xfrm>
          <a:prstGeom prst="line">
            <a:avLst/>
          </a:prstGeom>
          <a:ln w="9525" cap="flat">
            <a:solidFill>
              <a:srgbClr val="FFFFFF"/>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bg2"/>
              </a:solidFill>
              <a:effectLst/>
              <a:uLnTx/>
              <a:uFillTx/>
              <a:latin typeface="+mn-lt"/>
              <a:ea typeface="+mn-ea"/>
              <a:cs typeface="Poppins" pitchFamily="2" charset="77"/>
            </a:endParaRPr>
          </a:p>
        </p:txBody>
      </p:sp>
      <p:sp>
        <p:nvSpPr>
          <p:cNvPr id="13" name="Text Placeholder 12">
            <a:extLst>
              <a:ext uri="{FF2B5EF4-FFF2-40B4-BE49-F238E27FC236}">
                <a16:creationId xmlns:a16="http://schemas.microsoft.com/office/drawing/2014/main" id="{561502A4-5F5D-65C0-03BE-1F72B2BD0BDF}"/>
              </a:ext>
            </a:extLst>
          </p:cNvPr>
          <p:cNvSpPr>
            <a:spLocks noGrp="1"/>
          </p:cNvSpPr>
          <p:nvPr>
            <p:ph type="body" sz="quarter" idx="13" hasCustomPrompt="1"/>
          </p:nvPr>
        </p:nvSpPr>
        <p:spPr>
          <a:xfrm>
            <a:off x="914401" y="2627382"/>
            <a:ext cx="6656044" cy="1719247"/>
          </a:xfrm>
        </p:spPr>
        <p:txBody>
          <a:bodyPr>
            <a:noAutofit/>
          </a:bodyPr>
          <a:lstStyle>
            <a:lvl1pPr marL="0" indent="0">
              <a:buNone/>
              <a:defRPr sz="4000" b="0" i="0">
                <a:solidFill>
                  <a:schemeClr val="bg1"/>
                </a:solidFill>
                <a:latin typeface="+mj-lt"/>
                <a:cs typeface="Poppins" pitchFamily="2" charset="77"/>
              </a:defRPr>
            </a:lvl1pPr>
            <a:lvl2pPr marL="457200" indent="0">
              <a:buNone/>
              <a:defRPr/>
            </a:lvl2pPr>
            <a:lvl3pPr marL="914400" indent="0">
              <a:buNone/>
              <a:defRPr/>
            </a:lvl3pPr>
          </a:lstStyle>
          <a:p>
            <a:pPr lvl="0"/>
            <a:r>
              <a:rPr lang="en-US" dirty="0"/>
              <a:t>THANK YOU</a:t>
            </a:r>
          </a:p>
        </p:txBody>
      </p:sp>
      <p:grpSp>
        <p:nvGrpSpPr>
          <p:cNvPr id="4" name="Group 10">
            <a:extLst>
              <a:ext uri="{FF2B5EF4-FFF2-40B4-BE49-F238E27FC236}">
                <a16:creationId xmlns:a16="http://schemas.microsoft.com/office/drawing/2014/main" id="{9D372599-5F65-8CBA-1D98-016082E9633E}"/>
              </a:ext>
            </a:extLst>
          </p:cNvPr>
          <p:cNvGrpSpPr/>
          <p:nvPr userDrawn="1"/>
        </p:nvGrpSpPr>
        <p:grpSpPr>
          <a:xfrm flipV="1">
            <a:off x="626909" y="4939722"/>
            <a:ext cx="7250126" cy="764786"/>
            <a:chOff x="0" y="0"/>
            <a:chExt cx="1062419" cy="898977"/>
          </a:xfrm>
          <a:noFill/>
        </p:grpSpPr>
        <p:sp>
          <p:nvSpPr>
            <p:cNvPr id="7" name="Freeform 11">
              <a:extLst>
                <a:ext uri="{FF2B5EF4-FFF2-40B4-BE49-F238E27FC236}">
                  <a16:creationId xmlns:a16="http://schemas.microsoft.com/office/drawing/2014/main" id="{9CD53BA2-7E44-56E6-D652-83A3A753C24F}"/>
                </a:ext>
              </a:extLst>
            </p:cNvPr>
            <p:cNvSpPr/>
            <p:nvPr/>
          </p:nvSpPr>
          <p:spPr>
            <a:xfrm>
              <a:off x="0" y="0"/>
              <a:ext cx="1062419" cy="898977"/>
            </a:xfrm>
            <a:custGeom>
              <a:avLst/>
              <a:gdLst/>
              <a:ahLst/>
              <a:cxnLst/>
              <a:rect l="l" t="t" r="r" b="b"/>
              <a:pathLst>
                <a:path w="1062419" h="898977">
                  <a:moveTo>
                    <a:pt x="46061" y="0"/>
                  </a:moveTo>
                  <a:lnTo>
                    <a:pt x="1016357" y="0"/>
                  </a:lnTo>
                  <a:cubicBezTo>
                    <a:pt x="1028573" y="0"/>
                    <a:pt x="1040289" y="4853"/>
                    <a:pt x="1048927" y="13491"/>
                  </a:cubicBezTo>
                  <a:cubicBezTo>
                    <a:pt x="1057566" y="22129"/>
                    <a:pt x="1062419" y="33845"/>
                    <a:pt x="1062419" y="46061"/>
                  </a:cubicBezTo>
                  <a:lnTo>
                    <a:pt x="1062419" y="852916"/>
                  </a:lnTo>
                  <a:cubicBezTo>
                    <a:pt x="1062419" y="878355"/>
                    <a:pt x="1041796" y="898977"/>
                    <a:pt x="1016357" y="898977"/>
                  </a:cubicBezTo>
                  <a:lnTo>
                    <a:pt x="46061" y="898977"/>
                  </a:lnTo>
                  <a:cubicBezTo>
                    <a:pt x="33845" y="898977"/>
                    <a:pt x="22129" y="894124"/>
                    <a:pt x="13491" y="885486"/>
                  </a:cubicBezTo>
                  <a:cubicBezTo>
                    <a:pt x="4853" y="876848"/>
                    <a:pt x="0" y="865132"/>
                    <a:pt x="0" y="852916"/>
                  </a:cubicBezTo>
                  <a:lnTo>
                    <a:pt x="0" y="46061"/>
                  </a:lnTo>
                  <a:cubicBezTo>
                    <a:pt x="0" y="33845"/>
                    <a:pt x="4853" y="22129"/>
                    <a:pt x="13491" y="13491"/>
                  </a:cubicBezTo>
                  <a:cubicBezTo>
                    <a:pt x="22129" y="4853"/>
                    <a:pt x="33845" y="0"/>
                    <a:pt x="46061" y="0"/>
                  </a:cubicBezTo>
                  <a:close/>
                </a:path>
              </a:pathLst>
            </a:custGeom>
            <a:grpFill/>
            <a:ln cap="rnd">
              <a:no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chemeClr val="bg2"/>
                </a:solidFill>
                <a:effectLst/>
                <a:uLnTx/>
                <a:uFillTx/>
                <a:latin typeface="+mn-lt"/>
                <a:ea typeface="+mn-ea"/>
                <a:cs typeface="Poppins" pitchFamily="2" charset="77"/>
              </a:endParaRPr>
            </a:p>
          </p:txBody>
        </p:sp>
        <p:sp>
          <p:nvSpPr>
            <p:cNvPr id="9" name="TextBox 12">
              <a:extLst>
                <a:ext uri="{FF2B5EF4-FFF2-40B4-BE49-F238E27FC236}">
                  <a16:creationId xmlns:a16="http://schemas.microsoft.com/office/drawing/2014/main" id="{639B46FF-1867-AD34-F177-B306F16BBDD8}"/>
                </a:ext>
              </a:extLst>
            </p:cNvPr>
            <p:cNvSpPr txBox="1"/>
            <p:nvPr/>
          </p:nvSpPr>
          <p:spPr>
            <a:xfrm>
              <a:off x="0" y="0"/>
              <a:ext cx="1062419" cy="898977"/>
            </a:xfrm>
            <a:prstGeom prst="rect">
              <a:avLst/>
            </a:prstGeom>
            <a:grpFill/>
            <a:ln cap="rnd">
              <a:noFill/>
              <a:prstDash val="solid"/>
              <a:round/>
            </a:ln>
          </p:spPr>
          <p:txBody>
            <a:bodyPr/>
            <a:lstStyle>
              <a:defPPr>
                <a:defRPr lang="en-US"/>
              </a:defPPr>
              <a:lvl1pPr defTabSz="609630">
                <a:defRPr sz="1050">
                  <a:solidFill>
                    <a:prstClr val="black"/>
                  </a:solidFill>
                  <a:latin typeface="Poppins" pitchFamily="2" charset="77"/>
                  <a:cs typeface="Poppins" pitchFamily="2" charset="77"/>
                </a:defRPr>
              </a:lvl1p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schemeClr val="bg2"/>
                </a:solidFill>
                <a:effectLst/>
                <a:uLnTx/>
                <a:uFillTx/>
                <a:latin typeface="+mn-lt"/>
                <a:ea typeface="+mn-ea"/>
                <a:cs typeface="Poppins" pitchFamily="2" charset="77"/>
              </a:endParaRPr>
            </a:p>
          </p:txBody>
        </p:sp>
      </p:grpSp>
      <p:sp>
        <p:nvSpPr>
          <p:cNvPr id="12" name="TextBox 12">
            <a:extLst>
              <a:ext uri="{FF2B5EF4-FFF2-40B4-BE49-F238E27FC236}">
                <a16:creationId xmlns:a16="http://schemas.microsoft.com/office/drawing/2014/main" id="{65B8FD09-F756-CB68-519C-C9F8F0E24D3D}"/>
              </a:ext>
            </a:extLst>
          </p:cNvPr>
          <p:cNvSpPr txBox="1"/>
          <p:nvPr userDrawn="1"/>
        </p:nvSpPr>
        <p:spPr>
          <a:xfrm>
            <a:off x="1346390" y="5054911"/>
            <a:ext cx="1737278" cy="259751"/>
          </a:xfrm>
          <a:prstGeom prst="rect">
            <a:avLst/>
          </a:prstGeom>
        </p:spPr>
        <p:txBody>
          <a:bodyPr wrap="square" lIns="0" tIns="0" rIns="0" bIns="0" rtlCol="0" anchor="t">
            <a:spAutoFit/>
          </a:bodyPr>
          <a:lstStyle/>
          <a:p>
            <a:pPr marL="0" marR="0" lvl="0" indent="0" algn="l" defTabSz="609630" rtl="0" eaLnBrk="1" fontAlgn="auto" latinLnBrk="0" hangingPunct="1">
              <a:lnSpc>
                <a:spcPts val="2204"/>
              </a:lnSpc>
              <a:spcBef>
                <a:spcPts val="0"/>
              </a:spcBef>
              <a:spcAft>
                <a:spcPts val="0"/>
              </a:spcAft>
              <a:buClrTx/>
              <a:buSzTx/>
              <a:buFontTx/>
              <a:buNone/>
              <a:tabLst/>
              <a:defRPr/>
            </a:pPr>
            <a:r>
              <a:rPr kumimoji="0" lang="en-US" sz="1252" b="0" i="0" u="none" strike="noStrike" kern="1200" cap="none" spc="0" normalizeH="0" baseline="0" noProof="0" dirty="0">
                <a:ln>
                  <a:noFill/>
                </a:ln>
                <a:solidFill>
                  <a:schemeClr val="accent5"/>
                </a:solidFill>
                <a:effectLst/>
                <a:uLnTx/>
                <a:uFillTx/>
                <a:latin typeface="+mn-lt"/>
                <a:ea typeface="Poppins"/>
                <a:cs typeface="Poppins" pitchFamily="2" charset="77"/>
                <a:sym typeface="Poppins"/>
              </a:rPr>
              <a:t>+1 (484) 497-9660</a:t>
            </a:r>
          </a:p>
        </p:txBody>
      </p:sp>
      <p:sp>
        <p:nvSpPr>
          <p:cNvPr id="14" name="TextBox 13">
            <a:extLst>
              <a:ext uri="{FF2B5EF4-FFF2-40B4-BE49-F238E27FC236}">
                <a16:creationId xmlns:a16="http://schemas.microsoft.com/office/drawing/2014/main" id="{8EE630F4-0594-416D-EA76-B04F60909ADB}"/>
              </a:ext>
            </a:extLst>
          </p:cNvPr>
          <p:cNvSpPr txBox="1"/>
          <p:nvPr userDrawn="1"/>
        </p:nvSpPr>
        <p:spPr>
          <a:xfrm>
            <a:off x="3820898" y="5054911"/>
            <a:ext cx="2716331" cy="259751"/>
          </a:xfrm>
          <a:prstGeom prst="rect">
            <a:avLst/>
          </a:prstGeom>
        </p:spPr>
        <p:txBody>
          <a:bodyPr wrap="square" lIns="0" tIns="0" rIns="0" bIns="0" rtlCol="0" anchor="t">
            <a:spAutoFit/>
          </a:bodyPr>
          <a:lstStyle/>
          <a:p>
            <a:pPr marL="0" marR="0" lvl="0" indent="0" algn="l" defTabSz="609630" rtl="0" eaLnBrk="1" fontAlgn="auto" latinLnBrk="0" hangingPunct="1">
              <a:lnSpc>
                <a:spcPts val="2204"/>
              </a:lnSpc>
              <a:spcBef>
                <a:spcPct val="0"/>
              </a:spcBef>
              <a:spcAft>
                <a:spcPts val="0"/>
              </a:spcAft>
              <a:buClrTx/>
              <a:buSzTx/>
              <a:buFontTx/>
              <a:buNone/>
              <a:tabLst/>
              <a:defRPr/>
            </a:pPr>
            <a:r>
              <a:rPr kumimoji="0" lang="en-US" sz="1252" b="0" i="0" u="none" strike="noStrike" kern="1200" cap="none" spc="0" normalizeH="0" baseline="0" noProof="0" dirty="0" err="1">
                <a:ln>
                  <a:noFill/>
                </a:ln>
                <a:solidFill>
                  <a:schemeClr val="accent5"/>
                </a:solidFill>
                <a:effectLst/>
                <a:uLnTx/>
                <a:uFillTx/>
                <a:latin typeface="+mn-lt"/>
                <a:ea typeface="Poppins"/>
                <a:cs typeface="Poppins" pitchFamily="2" charset="77"/>
                <a:sym typeface="Poppins"/>
              </a:rPr>
              <a:t>sales@cornelisnetworks.com</a:t>
            </a:r>
            <a:endParaRPr kumimoji="0" lang="en-US" sz="1252" b="0" i="0" u="none" strike="noStrike" kern="1200" cap="none" spc="0" normalizeH="0" baseline="0" noProof="0" dirty="0">
              <a:ln>
                <a:noFill/>
              </a:ln>
              <a:solidFill>
                <a:schemeClr val="accent5"/>
              </a:solidFill>
              <a:effectLst/>
              <a:uLnTx/>
              <a:uFillTx/>
              <a:latin typeface="+mn-lt"/>
              <a:ea typeface="Poppins"/>
              <a:cs typeface="Poppins" pitchFamily="2" charset="77"/>
              <a:sym typeface="Poppins"/>
            </a:endParaRPr>
          </a:p>
        </p:txBody>
      </p:sp>
      <p:pic>
        <p:nvPicPr>
          <p:cNvPr id="6" name="Graphic 5" descr="Receiver outline">
            <a:extLst>
              <a:ext uri="{FF2B5EF4-FFF2-40B4-BE49-F238E27FC236}">
                <a16:creationId xmlns:a16="http://schemas.microsoft.com/office/drawing/2014/main" id="{DD310583-552B-910A-B31F-FE6E4FE395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4401" y="4988397"/>
            <a:ext cx="365760" cy="365760"/>
          </a:xfrm>
          <a:prstGeom prst="rect">
            <a:avLst/>
          </a:prstGeom>
        </p:spPr>
      </p:pic>
      <p:pic>
        <p:nvPicPr>
          <p:cNvPr id="11" name="Graphic 10" descr="Envelope outline">
            <a:extLst>
              <a:ext uri="{FF2B5EF4-FFF2-40B4-BE49-F238E27FC236}">
                <a16:creationId xmlns:a16="http://schemas.microsoft.com/office/drawing/2014/main" id="{EE518D7A-270D-FD50-01D0-96118EBE06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334719" y="4988397"/>
            <a:ext cx="365760" cy="365760"/>
          </a:xfrm>
          <a:prstGeom prst="rect">
            <a:avLst/>
          </a:prstGeom>
        </p:spPr>
      </p:pic>
      <p:pic>
        <p:nvPicPr>
          <p:cNvPr id="5" name="Picture 4" descr="A black and grey logo&#10;&#10;AI-generated content may be incorrect.">
            <a:extLst>
              <a:ext uri="{FF2B5EF4-FFF2-40B4-BE49-F238E27FC236}">
                <a16:creationId xmlns:a16="http://schemas.microsoft.com/office/drawing/2014/main" id="{08F5B4A2-B01E-622A-7F81-4BFFF3316190}"/>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314283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55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dirty="0"/>
              <a:t>Click to edit Master text styles</a:t>
            </a:r>
          </a:p>
        </p:txBody>
      </p:sp>
      <p:pic>
        <p:nvPicPr>
          <p:cNvPr id="4" name="Picture 3" descr="A black and grey logo&#10;&#10;AI-generated content may be incorrect.">
            <a:extLst>
              <a:ext uri="{FF2B5EF4-FFF2-40B4-BE49-F238E27FC236}">
                <a16:creationId xmlns:a16="http://schemas.microsoft.com/office/drawing/2014/main" id="{4D6068FC-F282-E9CB-984C-7C16A98077C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9611265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ver B" preserve="1" userDrawn="1">
  <p:cSld name="1_Cover B">
    <p:bg>
      <p:bgPr>
        <a:solidFill>
          <a:srgbClr val="FF0000"/>
        </a:solidFill>
        <a:effectLst/>
      </p:bgPr>
    </p:bg>
    <p:spTree>
      <p:nvGrpSpPr>
        <p:cNvPr id="1" name="Shape 14"/>
        <p:cNvGrpSpPr/>
        <p:nvPr/>
      </p:nvGrpSpPr>
      <p:grpSpPr>
        <a:xfrm>
          <a:off x="0" y="0"/>
          <a:ext cx="0" cy="0"/>
          <a:chOff x="0" y="0"/>
          <a:chExt cx="0" cy="0"/>
        </a:xfrm>
      </p:grpSpPr>
      <p:sp>
        <p:nvSpPr>
          <p:cNvPr id="19" name="Google Shape;19;p40"/>
          <p:cNvSpPr txBox="1">
            <a:spLocks noGrp="1"/>
          </p:cNvSpPr>
          <p:nvPr>
            <p:ph type="title" hasCustomPrompt="1"/>
          </p:nvPr>
        </p:nvSpPr>
        <p:spPr>
          <a:xfrm>
            <a:off x="862140" y="2431694"/>
            <a:ext cx="10775678" cy="3137833"/>
          </a:xfrm>
          <a:prstGeom prst="rect">
            <a:avLst/>
          </a:prstGeom>
          <a:noFill/>
          <a:ln>
            <a:noFill/>
          </a:ln>
        </p:spPr>
        <p:txBody>
          <a:bodyPr spcFirstLastPara="1" wrap="square" lIns="91425" tIns="45700" rIns="91425" bIns="45700" anchor="ctr" anchorCtr="0">
            <a:noAutofit/>
          </a:bodyPr>
          <a:lstStyle>
            <a:lvl1pPr marL="0" marR="0" lvl="0" indent="0" algn="l" defTabSz="914400" rtl="0" eaLnBrk="1" fontAlgn="auto" latinLnBrk="0" hangingPunct="1">
              <a:lnSpc>
                <a:spcPct val="100000"/>
              </a:lnSpc>
              <a:spcBef>
                <a:spcPts val="0"/>
              </a:spcBef>
              <a:spcAft>
                <a:spcPts val="0"/>
              </a:spcAft>
              <a:buClr>
                <a:schemeClr val="dk2"/>
              </a:buClr>
              <a:buSzPts val="5400"/>
              <a:buFont typeface="Poppins Medium"/>
              <a:buNone/>
              <a:tabLst/>
              <a:defRPr sz="5400" b="0">
                <a:solidFill>
                  <a:schemeClr val="tx1"/>
                </a:solidFill>
                <a:latin typeface="+mj-lt"/>
                <a:ea typeface="Poppins Medium"/>
                <a:cs typeface="Poppins Medium"/>
                <a:sym typeface="Poppi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chemeClr val="dk2"/>
              </a:buClr>
              <a:buSzPts val="5400"/>
              <a:buFont typeface="Poppins Medium"/>
              <a:buNone/>
              <a:tabLst/>
              <a:defRPr/>
            </a:pPr>
            <a:r>
              <a:rPr lang="en-US" dirty="0"/>
              <a:t>These slides are Top Secret</a:t>
            </a:r>
            <a:br>
              <a:rPr lang="en-US" dirty="0"/>
            </a:br>
            <a:r>
              <a:rPr lang="en-US" dirty="0"/>
              <a:t>Do not send or share without express legal clearance.</a:t>
            </a:r>
            <a:endParaRPr dirty="0"/>
          </a:p>
        </p:txBody>
      </p:sp>
      <p:pic>
        <p:nvPicPr>
          <p:cNvPr id="5" name="Picture 4" descr="A white text on a black background&#10;&#10;AI-generated content may be incorrect.">
            <a:extLst>
              <a:ext uri="{FF2B5EF4-FFF2-40B4-BE49-F238E27FC236}">
                <a16:creationId xmlns:a16="http://schemas.microsoft.com/office/drawing/2014/main" id="{7EA7599D-FB87-D858-733C-BB481ABDB6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8524" y="545661"/>
            <a:ext cx="6323648" cy="1485624"/>
          </a:xfrm>
          <a:prstGeom prst="rect">
            <a:avLst/>
          </a:prstGeom>
        </p:spPr>
      </p:pic>
      <p:sp>
        <p:nvSpPr>
          <p:cNvPr id="6" name="TextBox 5">
            <a:extLst>
              <a:ext uri="{FF2B5EF4-FFF2-40B4-BE49-F238E27FC236}">
                <a16:creationId xmlns:a16="http://schemas.microsoft.com/office/drawing/2014/main" id="{60545567-26DF-8F31-9C21-0DCE9FDE40A1}"/>
              </a:ext>
            </a:extLst>
          </p:cNvPr>
          <p:cNvSpPr txBox="1"/>
          <p:nvPr userDrawn="1"/>
        </p:nvSpPr>
        <p:spPr>
          <a:xfrm>
            <a:off x="101600" y="6478593"/>
            <a:ext cx="2733964" cy="369332"/>
          </a:xfrm>
          <a:prstGeom prst="rect">
            <a:avLst/>
          </a:prstGeom>
          <a:solidFill>
            <a:srgbClr val="FF0000"/>
          </a:solidFill>
        </p:spPr>
        <p:txBody>
          <a:bodyPr wrap="square" rtlCol="0">
            <a:spAutoFit/>
          </a:bodyPr>
          <a:lstStyle/>
          <a:p>
            <a:r>
              <a:rPr lang="en-US" sz="1800" dirty="0">
                <a:solidFill>
                  <a:schemeClr val="tx1"/>
                </a:solidFill>
                <a:latin typeface="+mj-lt"/>
              </a:rPr>
              <a:t>Cornelis Top Secret</a:t>
            </a:r>
          </a:p>
        </p:txBody>
      </p:sp>
    </p:spTree>
    <p:extLst>
      <p:ext uri="{BB962C8B-B14F-4D97-AF65-F5344CB8AC3E}">
        <p14:creationId xmlns:p14="http://schemas.microsoft.com/office/powerpoint/2010/main" val="1132054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1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1F35BFC-45DA-41CB-B411-40026E11E6F4}"/>
              </a:ext>
            </a:extLst>
          </p:cNvPr>
          <p:cNvSpPr>
            <a:spLocks noGrp="1"/>
          </p:cNvSpPr>
          <p:nvPr>
            <p:ph idx="1"/>
          </p:nvPr>
        </p:nvSpPr>
        <p:spPr>
          <a:xfrm>
            <a:off x="491320" y="1584960"/>
            <a:ext cx="11209360" cy="4603404"/>
          </a:xfrm>
        </p:spPr>
        <p:txBody>
          <a:bodyPr/>
          <a:lstStyle>
            <a:lvl1pPr marL="0" indent="0">
              <a:buNone/>
              <a:defRPr>
                <a:solidFill>
                  <a:schemeClr val="accent5"/>
                </a:solidFill>
                <a:latin typeface="+mn-lt"/>
                <a:cs typeface="Poppins" panose="00000500000000000000" pitchFamily="2" charset="0"/>
              </a:defRPr>
            </a:lvl1pPr>
            <a:lvl2pPr>
              <a:defRPr>
                <a:solidFill>
                  <a:schemeClr val="accent5"/>
                </a:solidFill>
                <a:latin typeface="+mn-lt"/>
                <a:cs typeface="Poppins" panose="00000500000000000000" pitchFamily="2" charset="0"/>
              </a:defRPr>
            </a:lvl2pPr>
            <a:lvl3pPr>
              <a:defRPr>
                <a:solidFill>
                  <a:schemeClr val="accent5"/>
                </a:solidFill>
                <a:latin typeface="+mn-lt"/>
                <a:cs typeface="Poppins" panose="00000500000000000000" pitchFamily="2" charset="0"/>
              </a:defRPr>
            </a:lvl3pPr>
            <a:lvl4pPr>
              <a:defRPr>
                <a:solidFill>
                  <a:schemeClr val="accent5"/>
                </a:solidFill>
                <a:latin typeface="+mn-lt"/>
                <a:cs typeface="Poppins" panose="00000500000000000000" pitchFamily="2" charset="0"/>
              </a:defRPr>
            </a:lvl4pPr>
            <a:lvl5pPr>
              <a:defRPr>
                <a:solidFill>
                  <a:schemeClr val="accent5"/>
                </a:solidFill>
                <a:latin typeface="+mn-lt"/>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BBE5E3FD-D4CE-0DDE-D573-F54AA61BA350}"/>
              </a:ext>
            </a:extLst>
          </p:cNvPr>
          <p:cNvSpPr txBox="1"/>
          <p:nvPr userDrawn="1"/>
        </p:nvSpPr>
        <p:spPr>
          <a:xfrm>
            <a:off x="0" y="0"/>
            <a:ext cx="12192000" cy="369332"/>
          </a:xfrm>
          <a:prstGeom prst="rect">
            <a:avLst/>
          </a:prstGeom>
          <a:solidFill>
            <a:srgbClr val="FF0000"/>
          </a:solidFill>
        </p:spPr>
        <p:txBody>
          <a:bodyPr wrap="square" rtlCol="0">
            <a:spAutoFit/>
          </a:bodyPr>
          <a:lstStyle/>
          <a:p>
            <a:pPr algn="ctr"/>
            <a:r>
              <a:rPr lang="en-US" sz="1800" dirty="0">
                <a:solidFill>
                  <a:schemeClr val="tx1"/>
                </a:solidFill>
                <a:latin typeface="+mj-lt"/>
              </a:rPr>
              <a:t>Cornelis Top Secret – Do not share or send without express legal permission</a:t>
            </a:r>
          </a:p>
        </p:txBody>
      </p:sp>
      <p:sp>
        <p:nvSpPr>
          <p:cNvPr id="7" name="Title 2">
            <a:extLst>
              <a:ext uri="{FF2B5EF4-FFF2-40B4-BE49-F238E27FC236}">
                <a16:creationId xmlns:a16="http://schemas.microsoft.com/office/drawing/2014/main" id="{A8255B2B-A892-C2C2-8324-894956454F1C}"/>
              </a:ext>
            </a:extLst>
          </p:cNvPr>
          <p:cNvSpPr>
            <a:spLocks noGrp="1"/>
          </p:cNvSpPr>
          <p:nvPr>
            <p:ph type="title"/>
          </p:nvPr>
        </p:nvSpPr>
        <p:spPr>
          <a:xfrm>
            <a:off x="401616" y="390997"/>
            <a:ext cx="11299064" cy="758429"/>
          </a:xfrm>
        </p:spPr>
        <p:txBody>
          <a:bodyPr anchor="t"/>
          <a:lstStyle>
            <a:lvl1pPr>
              <a:defRPr b="0">
                <a:latin typeface="+mj-lt"/>
                <a:cs typeface="Poppins Medium" panose="00000600000000000000" pitchFamily="2" charset="0"/>
              </a:defRPr>
            </a:lvl1pPr>
          </a:lstStyle>
          <a:p>
            <a:r>
              <a:rPr lang="en-US" dirty="0"/>
              <a:t>Click to edit Master title style</a:t>
            </a:r>
          </a:p>
        </p:txBody>
      </p:sp>
      <p:pic>
        <p:nvPicPr>
          <p:cNvPr id="2" name="Picture 1" descr="A black and grey logo&#10;&#10;AI-generated content may be incorrect.">
            <a:extLst>
              <a:ext uri="{FF2B5EF4-FFF2-40B4-BE49-F238E27FC236}">
                <a16:creationId xmlns:a16="http://schemas.microsoft.com/office/drawing/2014/main" id="{90DF7B73-6892-0651-ED46-D7D49E26078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35055" y="6325516"/>
            <a:ext cx="2048766" cy="480990"/>
          </a:xfrm>
          <a:prstGeom prst="rect">
            <a:avLst/>
          </a:prstGeom>
        </p:spPr>
      </p:pic>
    </p:spTree>
    <p:extLst>
      <p:ext uri="{BB962C8B-B14F-4D97-AF65-F5344CB8AC3E}">
        <p14:creationId xmlns:p14="http://schemas.microsoft.com/office/powerpoint/2010/main" val="3211412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1512">
          <p15:clr>
            <a:srgbClr val="FDE53C"/>
          </p15:clr>
        </p15:guide>
        <p15:guide id="4" pos="2796">
          <p15:clr>
            <a:srgbClr val="FDE53C"/>
          </p15:clr>
        </p15:guide>
        <p15:guide id="5" pos="2963">
          <p15:clr>
            <a:srgbClr val="FDE53C"/>
          </p15:clr>
        </p15:guide>
        <p15:guide id="6" pos="4245">
          <p15:clr>
            <a:srgbClr val="FDE53C"/>
          </p15:clr>
        </p15:guide>
        <p15:guide id="12" pos="1967">
          <p15:clr>
            <a:srgbClr val="5ACBF0"/>
          </p15:clr>
        </p15:guide>
        <p15:guide id="16" pos="3792">
          <p15:clr>
            <a:srgbClr val="5ACBF0"/>
          </p15:clr>
        </p15:guide>
        <p15:guide id="19" pos="1880">
          <p15:clr>
            <a:srgbClr val="5ACBF0"/>
          </p15:clr>
        </p15:guide>
        <p15:guide id="20" pos="2054">
          <p15:clr>
            <a:srgbClr val="5ACBF0"/>
          </p15:clr>
        </p15:guide>
        <p15:guide id="21" pos="3879">
          <p15:clr>
            <a:srgbClr val="5ACBF0"/>
          </p15:clr>
        </p15:guide>
        <p15:guide id="22" pos="3705">
          <p15:clr>
            <a:srgbClr val="5ACBF0"/>
          </p15:clr>
        </p15:guide>
        <p15:guide id="23" pos="1599">
          <p15:clr>
            <a:srgbClr val="FDE53C"/>
          </p15:clr>
        </p15:guide>
        <p15:guide id="24" pos="1425">
          <p15:clr>
            <a:srgbClr val="FDE53C"/>
          </p15:clr>
        </p15:guide>
        <p15:guide id="25" pos="4334">
          <p15:clr>
            <a:srgbClr val="FDE53C"/>
          </p15:clr>
        </p15:guide>
        <p15:guide id="26" pos="4160">
          <p15:clr>
            <a:srgbClr val="FDE53C"/>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76BCA-AC88-72C1-BEDF-5F744A982411}"/>
              </a:ext>
            </a:extLst>
          </p:cNvPr>
          <p:cNvSpPr>
            <a:spLocks noGrp="1"/>
          </p:cNvSpPr>
          <p:nvPr>
            <p:ph type="title"/>
          </p:nvPr>
        </p:nvSpPr>
        <p:spPr>
          <a:xfrm>
            <a:off x="728871"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319443-4A6B-1607-F5CB-613B96E287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Line 5">
            <a:extLst>
              <a:ext uri="{FF2B5EF4-FFF2-40B4-BE49-F238E27FC236}">
                <a16:creationId xmlns:a16="http://schemas.microsoft.com/office/drawing/2014/main" id="{12448BE5-99DB-9E21-FBB8-3BEA3F2BDA3B}"/>
              </a:ext>
              <a:ext uri="{C183D7F6-B498-43B3-948B-1728B52AA6E4}">
                <adec:decorative xmlns:adec="http://schemas.microsoft.com/office/drawing/2017/decorative" val="0"/>
              </a:ext>
            </a:extLst>
          </p:cNvPr>
          <p:cNvSpPr txBox="1"/>
          <p:nvPr userDrawn="1"/>
        </p:nvSpPr>
        <p:spPr>
          <a:xfrm>
            <a:off x="103635" y="6654800"/>
            <a:ext cx="5848351" cy="20320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fld id="{16D11268-4A76-4FFC-A40C-2AB91E928D12}" type="slidenum">
              <a:rPr lang="en-US" sz="900" kern="1200" smtClean="0">
                <a:solidFill>
                  <a:schemeClr val="tx1"/>
                </a:solidFill>
                <a:latin typeface="Poppins" pitchFamily="2" charset="77"/>
                <a:ea typeface="+mn-ea"/>
                <a:cs typeface="Poppins" pitchFamily="2" charset="77"/>
              </a:rPr>
              <a:pPr marL="0" marR="0" lvl="0" indent="0" algn="l" defTabSz="914400" rtl="0" eaLnBrk="1" fontAlgn="auto" latinLnBrk="0" hangingPunct="1">
                <a:lnSpc>
                  <a:spcPct val="90000"/>
                </a:lnSpc>
                <a:spcBef>
                  <a:spcPts val="400"/>
                </a:spcBef>
                <a:spcAft>
                  <a:spcPts val="0"/>
                </a:spcAft>
                <a:buClrTx/>
                <a:buSzTx/>
                <a:buFontTx/>
                <a:buNone/>
                <a:tabLst/>
                <a:defRPr/>
              </a:pPr>
              <a:t>‹#›</a:t>
            </a:fld>
            <a:r>
              <a:rPr lang="en-US" sz="900" kern="1200" dirty="0">
                <a:solidFill>
                  <a:schemeClr val="tx1"/>
                </a:solidFill>
                <a:latin typeface="Poppins" pitchFamily="2" charset="77"/>
                <a:ea typeface="+mn-ea"/>
                <a:cs typeface="Poppins" pitchFamily="2" charset="77"/>
              </a:rPr>
              <a:t>  |  C</a:t>
            </a:r>
            <a:r>
              <a:rPr lang="en-US" sz="900" dirty="0">
                <a:solidFill>
                  <a:schemeClr val="tx1"/>
                </a:solidFill>
                <a:latin typeface="Poppins" pitchFamily="2" charset="77"/>
                <a:cs typeface="Poppins" pitchFamily="2" charset="77"/>
              </a:rPr>
              <a:t>ornelis Networks  </a:t>
            </a:r>
            <a:r>
              <a:rPr lang="en-US" sz="900" kern="1200" dirty="0">
                <a:solidFill>
                  <a:schemeClr val="tx1"/>
                </a:solidFill>
                <a:latin typeface="Poppins" pitchFamily="2" charset="77"/>
                <a:ea typeface="+mn-ea"/>
                <a:cs typeface="Poppins" pitchFamily="2" charset="77"/>
              </a:rPr>
              <a:t> | </a:t>
            </a:r>
            <a:r>
              <a:rPr lang="en-US" sz="900" dirty="0">
                <a:solidFill>
                  <a:schemeClr val="tx1"/>
                </a:solidFill>
                <a:latin typeface="Poppins" pitchFamily="2" charset="77"/>
                <a:cs typeface="Poppins" pitchFamily="2" charset="77"/>
              </a:rPr>
              <a:t> Confidential  </a:t>
            </a:r>
            <a:endParaRPr lang="en-US" sz="900" kern="1200" dirty="0">
              <a:solidFill>
                <a:schemeClr val="tx1"/>
              </a:solidFill>
              <a:latin typeface="Poppins" pitchFamily="2" charset="77"/>
              <a:ea typeface="+mn-ea"/>
              <a:cs typeface="Poppins" pitchFamily="2" charset="77"/>
            </a:endParaRPr>
          </a:p>
        </p:txBody>
      </p:sp>
      <p:sp>
        <p:nvSpPr>
          <p:cNvPr id="5" name="Copyright Line 5">
            <a:extLst>
              <a:ext uri="{FF2B5EF4-FFF2-40B4-BE49-F238E27FC236}">
                <a16:creationId xmlns:a16="http://schemas.microsoft.com/office/drawing/2014/main" id="{2093A638-C302-AABC-69E2-1C3E3C3B3EA9}"/>
              </a:ext>
              <a:ext uri="{C183D7F6-B498-43B3-948B-1728B52AA6E4}">
                <adec:decorative xmlns:adec="http://schemas.microsoft.com/office/drawing/2017/decorative" val="0"/>
              </a:ext>
            </a:extLst>
          </p:cNvPr>
          <p:cNvSpPr txBox="1"/>
          <p:nvPr userDrawn="1"/>
        </p:nvSpPr>
        <p:spPr>
          <a:xfrm>
            <a:off x="100584" y="6656832"/>
            <a:ext cx="5848351" cy="20320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fld id="{16D11268-4A76-4FFC-A40C-2AB91E928D12}" type="slidenum">
              <a:rPr lang="en-US" sz="900" kern="1200" smtClean="0">
                <a:solidFill>
                  <a:schemeClr val="accent5"/>
                </a:solidFill>
                <a:latin typeface="Poppins" pitchFamily="2" charset="77"/>
                <a:ea typeface="+mn-ea"/>
                <a:cs typeface="Poppins" pitchFamily="2" charset="77"/>
              </a:rPr>
              <a:pPr marL="0" marR="0" lvl="0" indent="0" algn="l" defTabSz="914400" rtl="0" eaLnBrk="1" fontAlgn="auto" latinLnBrk="0" hangingPunct="1">
                <a:lnSpc>
                  <a:spcPct val="90000"/>
                </a:lnSpc>
                <a:spcBef>
                  <a:spcPts val="400"/>
                </a:spcBef>
                <a:spcAft>
                  <a:spcPts val="0"/>
                </a:spcAft>
                <a:buClrTx/>
                <a:buSzTx/>
                <a:buFontTx/>
                <a:buNone/>
                <a:tabLst/>
                <a:defRPr/>
              </a:pPr>
              <a:t>‹#›</a:t>
            </a:fld>
            <a:r>
              <a:rPr lang="en-US" sz="900" kern="1200" dirty="0">
                <a:solidFill>
                  <a:schemeClr val="accent5"/>
                </a:solidFill>
                <a:latin typeface="Poppins" pitchFamily="2" charset="77"/>
                <a:ea typeface="+mn-ea"/>
                <a:cs typeface="Poppins" pitchFamily="2" charset="77"/>
              </a:rPr>
              <a:t>  |  C</a:t>
            </a:r>
            <a:r>
              <a:rPr lang="en-US" sz="900" dirty="0">
                <a:solidFill>
                  <a:schemeClr val="accent5"/>
                </a:solidFill>
                <a:latin typeface="Poppins" pitchFamily="2" charset="77"/>
                <a:cs typeface="Poppins" pitchFamily="2" charset="77"/>
              </a:rPr>
              <a:t>ornelis Networks | Confidential</a:t>
            </a:r>
            <a:endParaRPr lang="en-US" sz="900" kern="1200" dirty="0">
              <a:solidFill>
                <a:schemeClr val="accent5"/>
              </a:solidFill>
              <a:latin typeface="Poppins" pitchFamily="2" charset="77"/>
              <a:ea typeface="+mn-ea"/>
              <a:cs typeface="Poppins" pitchFamily="2" charset="77"/>
            </a:endParaRPr>
          </a:p>
        </p:txBody>
      </p:sp>
    </p:spTree>
    <p:extLst>
      <p:ext uri="{BB962C8B-B14F-4D97-AF65-F5344CB8AC3E}">
        <p14:creationId xmlns:p14="http://schemas.microsoft.com/office/powerpoint/2010/main" val="1815519804"/>
      </p:ext>
    </p:extLst>
  </p:cSld>
  <p:clrMap bg1="dk1" tx1="lt1" bg2="dk2" tx2="lt2" accent1="accent1" accent2="accent2" accent3="accent3" accent4="accent4" accent5="accent5" accent6="accent6" hlink="hlink" folHlink="folHlink"/>
  <p:sldLayoutIdLst>
    <p:sldLayoutId id="2147483740" r:id="rId1"/>
    <p:sldLayoutId id="2147483744" r:id="rId2"/>
    <p:sldLayoutId id="2147483829" r:id="rId3"/>
    <p:sldLayoutId id="2147483777" r:id="rId4"/>
    <p:sldLayoutId id="2147483745" r:id="rId5"/>
    <p:sldLayoutId id="2147483775" r:id="rId6"/>
    <p:sldLayoutId id="2147483776" r:id="rId7"/>
    <p:sldLayoutId id="2147483746" r:id="rId8"/>
    <p:sldLayoutId id="2147483748" r:id="rId9"/>
    <p:sldLayoutId id="2147483826" r:id="rId10"/>
    <p:sldLayoutId id="2147483828" r:id="rId11"/>
    <p:sldLayoutId id="2147483778" r:id="rId12"/>
    <p:sldLayoutId id="2147483749" r:id="rId13"/>
    <p:sldLayoutId id="2147483758" r:id="rId14"/>
    <p:sldLayoutId id="2147483767" r:id="rId15"/>
    <p:sldLayoutId id="2147483768" r:id="rId16"/>
    <p:sldLayoutId id="2147483747" r:id="rId17"/>
    <p:sldLayoutId id="2147483753" r:id="rId18"/>
    <p:sldLayoutId id="2147483820" r:id="rId19"/>
    <p:sldLayoutId id="2147483783" r:id="rId20"/>
    <p:sldLayoutId id="2147483751" r:id="rId21"/>
    <p:sldLayoutId id="2147483752" r:id="rId22"/>
    <p:sldLayoutId id="2147483754" r:id="rId23"/>
    <p:sldLayoutId id="2147483750" r:id="rId24"/>
    <p:sldLayoutId id="2147483764" r:id="rId25"/>
    <p:sldLayoutId id="2147483766" r:id="rId26"/>
    <p:sldLayoutId id="2147483756" r:id="rId27"/>
    <p:sldLayoutId id="2147483757" r:id="rId28"/>
    <p:sldLayoutId id="2147483759" r:id="rId29"/>
    <p:sldLayoutId id="2147483760" r:id="rId30"/>
    <p:sldLayoutId id="2147483761" r:id="rId31"/>
    <p:sldLayoutId id="2147483763" r:id="rId32"/>
    <p:sldLayoutId id="2147483765" r:id="rId33"/>
    <p:sldLayoutId id="2147483769" r:id="rId34"/>
    <p:sldLayoutId id="2147483770" r:id="rId35"/>
    <p:sldLayoutId id="2147483772" r:id="rId36"/>
    <p:sldLayoutId id="2147483832" r:id="rId37"/>
    <p:sldLayoutId id="2147483822" r:id="rId38"/>
    <p:sldLayoutId id="2147483821" r:id="rId39"/>
  </p:sldLayoutIdLst>
  <p:hf sldNum="0" hdr="0" ftr="0" dt="0"/>
  <p:txStyles>
    <p:titleStyle>
      <a:lvl1pPr algn="l" defTabSz="914400" rtl="0" eaLnBrk="1" latinLnBrk="0" hangingPunct="1">
        <a:lnSpc>
          <a:spcPct val="90000"/>
        </a:lnSpc>
        <a:spcBef>
          <a:spcPct val="0"/>
        </a:spcBef>
        <a:buNone/>
        <a:defRPr sz="4400" b="0" kern="1200">
          <a:solidFill>
            <a:schemeClr val="bg1"/>
          </a:solidFill>
          <a:latin typeface="+mj-lt"/>
          <a:ea typeface="+mj-ea"/>
          <a:cs typeface="Poppins" panose="00000500000000000000" pitchFamily="2"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5"/>
          </a:solidFill>
          <a:latin typeface="+mn-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solidFill>
          <a:latin typeface="+mn-lt"/>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solidFill>
          <a:latin typeface="+mn-lt"/>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
          <p:cNvSpPr txBox="1">
            <a:spLocks noGrp="1"/>
          </p:cNvSpPr>
          <p:nvPr>
            <p:ph type="subTitle" idx="1"/>
          </p:nvPr>
        </p:nvSpPr>
        <p:spPr>
          <a:xfrm>
            <a:off x="560702" y="4899673"/>
            <a:ext cx="9112295" cy="3131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dk1"/>
              </a:buClr>
              <a:buSzPts val="2200"/>
              <a:buNone/>
            </a:pPr>
            <a:r>
              <a:rPr lang="en-US" dirty="0"/>
              <a:t>WIP</a:t>
            </a:r>
            <a:endParaRPr dirty="0"/>
          </a:p>
        </p:txBody>
      </p:sp>
      <p:sp>
        <p:nvSpPr>
          <p:cNvPr id="353" name="Google Shape;353;p1"/>
          <p:cNvSpPr txBox="1">
            <a:spLocks noGrp="1"/>
          </p:cNvSpPr>
          <p:nvPr>
            <p:ph type="body" idx="2"/>
          </p:nvPr>
        </p:nvSpPr>
        <p:spPr>
          <a:xfrm>
            <a:off x="560702" y="5760412"/>
            <a:ext cx="5120643" cy="442132"/>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chemeClr val="dk1"/>
              </a:buClr>
              <a:buSzPts val="1600"/>
              <a:buNone/>
            </a:pPr>
            <a:r>
              <a:rPr lang="en-US" dirty="0">
                <a:latin typeface="+mn-lt"/>
              </a:rPr>
              <a:t>Presenter</a:t>
            </a:r>
            <a:endParaRPr dirty="0">
              <a:latin typeface="+mn-lt"/>
            </a:endParaRPr>
          </a:p>
        </p:txBody>
      </p:sp>
      <p:sp>
        <p:nvSpPr>
          <p:cNvPr id="354" name="Google Shape;354;p1"/>
          <p:cNvSpPr txBox="1">
            <a:spLocks noGrp="1"/>
          </p:cNvSpPr>
          <p:nvPr>
            <p:ph type="body" idx="3"/>
          </p:nvPr>
        </p:nvSpPr>
        <p:spPr>
          <a:xfrm>
            <a:off x="570898" y="6016103"/>
            <a:ext cx="5120643" cy="372882"/>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chemeClr val="dk1"/>
              </a:buClr>
              <a:buSzPts val="1100"/>
              <a:buNone/>
            </a:pPr>
            <a:r>
              <a:rPr lang="en-US" dirty="0">
                <a:latin typeface="+mn-lt"/>
              </a:rPr>
              <a:t>Title</a:t>
            </a:r>
            <a:endParaRPr dirty="0">
              <a:latin typeface="+mn-lt"/>
            </a:endParaRPr>
          </a:p>
        </p:txBody>
      </p:sp>
      <p:sp>
        <p:nvSpPr>
          <p:cNvPr id="355" name="Google Shape;355;p1"/>
          <p:cNvSpPr txBox="1">
            <a:spLocks noGrp="1"/>
          </p:cNvSpPr>
          <p:nvPr>
            <p:ph type="title"/>
          </p:nvPr>
        </p:nvSpPr>
        <p:spPr>
          <a:xfrm>
            <a:off x="447485" y="3234320"/>
            <a:ext cx="7421888" cy="17241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5400"/>
              <a:buFont typeface="Poppins Medium"/>
              <a:buNone/>
            </a:pPr>
            <a:r>
              <a:rPr lang="en-US" dirty="0">
                <a:solidFill>
                  <a:schemeClr val="bg2"/>
                </a:solidFill>
                <a:latin typeface="+mj-lt"/>
              </a:rPr>
              <a:t>Title</a:t>
            </a:r>
            <a:endParaRPr dirty="0">
              <a:solidFill>
                <a:schemeClr val="bg2"/>
              </a:solidFill>
              <a:latin typeface="+mj-lt"/>
            </a:endParaRPr>
          </a:p>
        </p:txBody>
      </p:sp>
      <p:sp>
        <p:nvSpPr>
          <p:cNvPr id="356" name="Google Shape;356;p1"/>
          <p:cNvSpPr txBox="1">
            <a:spLocks noGrp="1"/>
          </p:cNvSpPr>
          <p:nvPr>
            <p:ph type="body" idx="4"/>
          </p:nvPr>
        </p:nvSpPr>
        <p:spPr>
          <a:xfrm>
            <a:off x="560702" y="5498815"/>
            <a:ext cx="5120643" cy="258492"/>
          </a:xfrm>
          <a:prstGeom prst="rect">
            <a:avLst/>
          </a:prstGeom>
          <a:noFill/>
          <a:ln>
            <a:noFill/>
          </a:ln>
        </p:spPr>
        <p:txBody>
          <a:bodyPr spcFirstLastPara="1" wrap="square" lIns="91425" tIns="45700" rIns="91425" bIns="45700" anchor="t" anchorCtr="0">
            <a:spAutoFit/>
          </a:bodyPr>
          <a:lstStyle/>
          <a:p>
            <a:pPr marL="0" lvl="0" indent="0" rtl="0">
              <a:lnSpc>
                <a:spcPct val="90000"/>
              </a:lnSpc>
              <a:spcBef>
                <a:spcPts val="0"/>
              </a:spcBef>
              <a:spcAft>
                <a:spcPts val="0"/>
              </a:spcAft>
              <a:buClr>
                <a:schemeClr val="dk1"/>
              </a:buClr>
              <a:buSzPts val="1200"/>
              <a:buNone/>
            </a:pPr>
            <a:r>
              <a:rPr lang="en-US" dirty="0">
                <a:latin typeface="+mn-lt"/>
              </a:rPr>
              <a:t>Date</a:t>
            </a:r>
            <a:endParaRPr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429181-572C-7DB8-0A49-42B7FBDA036B}"/>
              </a:ext>
            </a:extLst>
          </p:cNvPr>
          <p:cNvSpPr>
            <a:spLocks noGrp="1"/>
          </p:cNvSpPr>
          <p:nvPr>
            <p:ph idx="1"/>
          </p:nvPr>
        </p:nvSpPr>
        <p:spPr/>
        <p:txBody>
          <a:bodyPr>
            <a:normAutofit fontScale="40000" lnSpcReduction="20000"/>
          </a:bodyPr>
          <a:lstStyle/>
          <a:p>
            <a:pPr>
              <a:lnSpc>
                <a:spcPct val="120000"/>
              </a:lnSpc>
            </a:pPr>
            <a:r>
              <a:rPr lang="en-US" dirty="0">
                <a:solidFill>
                  <a:schemeClr val="accent4"/>
                </a:solidFill>
              </a:rPr>
              <a:t>INFORMATION IN THIS DOCUMENT IS PROVIDED IN CONNECTION WITH CORNELIS NETWORKS PRODUCTS. NO LICENSE, EXPRESS OR IMPLIED, BY ESTOPPEL OR OTHERWISE, TO ANY INTELLECTUAL PROPERTY RIGHTS IS GRANTED BY THIS DOCUMENT. EXCEPT AS PROVIDED IN CORNELIS NETWORKS’S TERMS AND CONDITIONS OF SALE FOR SUCH PRODUCTS, CORNELIS NETWORKS ASSUMES NO LIABILITY WHATSOEVER, AND CORNELIS NETWORKS DISCLAIMS ANY EXPRESS OR IMPLIED WARRANTY, RELATING TO SALE AND/OR USE OF CORNELIS NETWORKS PRODUCTS INCLUDING LIABILITY OR WARRANTIES RELATING TO FITNESS FOR A PARTICULAR PURPOSE, MERCHANTABILITY, OR INFRINGEMENT OF ANY PATENT, COPYRIGHT OR OTHER INTELLECTUAL PROPERTY RIGHT. CORNELIS NETWORKS PRODUCTS ARE NOT INTENDED FOR USE IN MEDICAL, LIFE SAVING, OR LIFE SUSTAINING APPLICATIONS. </a:t>
            </a:r>
          </a:p>
          <a:p>
            <a:r>
              <a:rPr lang="en-US" dirty="0">
                <a:solidFill>
                  <a:schemeClr val="accent4"/>
                </a:solidFill>
              </a:rPr>
              <a:t>Cornelis Networks may make changes to specifications and product descriptions at any time, without notice. Designers must not rely on the absence or characteristics of any features or instructions marked "reserved" or "undefined".  Cornelis Networks reserves these for future definition and shall have no responsibility whatsoever for conflicts or incompatibilities arising from future changes to them.  The information here is subject to change without notice.  Do not finalize a design with this information.</a:t>
            </a:r>
          </a:p>
          <a:p>
            <a:r>
              <a:rPr lang="en-US" dirty="0">
                <a:solidFill>
                  <a:schemeClr val="accent4"/>
                </a:solidFill>
              </a:rPr>
              <a:t>All products, dates, and figures specified are preliminary based on current expectations, and are subject to change without notice. Roadmap not reflective of exact launch granularity and timing. The products described in this document may contain design defects or errors known as errata which may cause the product to deviate from published specifications.  Current characterized errata are available on request.</a:t>
            </a:r>
          </a:p>
          <a:p>
            <a:r>
              <a:rPr lang="en-US" dirty="0">
                <a:solidFill>
                  <a:schemeClr val="accent4"/>
                </a:solidFill>
              </a:rPr>
              <a:t>Any code names featured are used internally within Cornelis Networks to identify products that are in development and not yet publicly announced for release.  Customers, licensees and other third parties are not authorized by Cornelis Networks to use code names in advertising, promotion, or marketing of any product or services and any such use of Cornelis Networks' internal code names is at the sole risk of the user. </a:t>
            </a:r>
          </a:p>
          <a:p>
            <a:r>
              <a:rPr lang="en-US" dirty="0">
                <a:solidFill>
                  <a:schemeClr val="accent4"/>
                </a:solidFill>
              </a:rPr>
              <a:t>All products, computer systems, dates and figures specified are preliminary based on current expectations and are subject to change without notice. Material in this presentation is intended as product positioning and not approved end user messaging. </a:t>
            </a:r>
          </a:p>
          <a:p>
            <a:r>
              <a:rPr lang="en-US" dirty="0">
                <a:solidFill>
                  <a:schemeClr val="accent4"/>
                </a:solidFill>
              </a:rPr>
              <a:t>Performance tests are measured using specific computer systems, components, software, operations, and functions. Any change to any of those factors may cause the results to vary. You should consult other information and performance tests to assist you in fully evaluating your contemplated purchases, including the performance of that product when combined with other products.  </a:t>
            </a:r>
          </a:p>
          <a:p>
            <a:r>
              <a:rPr lang="en-US" dirty="0">
                <a:solidFill>
                  <a:schemeClr val="accent4"/>
                </a:solidFill>
              </a:rPr>
              <a:t>Cornelis Networks technologies’ features and benefits depend on system configuration and may require enabled hardware, software or service activation. Performance varies depending on system configuration. </a:t>
            </a:r>
          </a:p>
          <a:p>
            <a:r>
              <a:rPr lang="en-US" dirty="0">
                <a:solidFill>
                  <a:schemeClr val="accent4"/>
                </a:solidFill>
              </a:rPr>
              <a:t>Cornelis, Cornelis Networks, Omni-Path, Omni-Path Express, and the Cornelis Networks logo belong to Cornelis Networks, Inc. Other names and brands may be claimed as the property of others.</a:t>
            </a:r>
            <a:br>
              <a:rPr lang="en-US" dirty="0">
                <a:solidFill>
                  <a:schemeClr val="accent4"/>
                </a:solidFill>
              </a:rPr>
            </a:br>
            <a:endParaRPr lang="en-US" dirty="0">
              <a:solidFill>
                <a:schemeClr val="accent4"/>
              </a:solidFill>
            </a:endParaRPr>
          </a:p>
          <a:p>
            <a:r>
              <a:rPr lang="en-US" dirty="0">
                <a:solidFill>
                  <a:schemeClr val="accent4"/>
                </a:solidFill>
              </a:rPr>
              <a:t>Copyright © </a:t>
            </a:r>
            <a:fld id="{24B2401F-ED0C-4853-ABA5-A20A8120E07A}" type="datetimeyyyy">
              <a:rPr lang="en-US" smtClean="0">
                <a:solidFill>
                  <a:schemeClr val="accent4"/>
                </a:solidFill>
              </a:rPr>
              <a:t>2025</a:t>
            </a:fld>
            <a:r>
              <a:rPr lang="en-US" dirty="0">
                <a:solidFill>
                  <a:schemeClr val="accent4"/>
                </a:solidFill>
              </a:rPr>
              <a:t>, Cornelis Networks, Inc. All Rights Reserved.</a:t>
            </a:r>
          </a:p>
        </p:txBody>
      </p:sp>
      <p:sp>
        <p:nvSpPr>
          <p:cNvPr id="4" name="Title 3">
            <a:extLst>
              <a:ext uri="{FF2B5EF4-FFF2-40B4-BE49-F238E27FC236}">
                <a16:creationId xmlns:a16="http://schemas.microsoft.com/office/drawing/2014/main" id="{BE968582-26E2-4796-9EE0-5547FC371537}"/>
              </a:ext>
            </a:extLst>
          </p:cNvPr>
          <p:cNvSpPr>
            <a:spLocks noGrp="1"/>
          </p:cNvSpPr>
          <p:nvPr>
            <p:ph type="title"/>
          </p:nvPr>
        </p:nvSpPr>
        <p:spPr/>
        <p:txBody>
          <a:bodyPr/>
          <a:lstStyle/>
          <a:p>
            <a:r>
              <a:rPr lang="en-US" dirty="0"/>
              <a:t>Notices and Disclaimers</a:t>
            </a:r>
          </a:p>
        </p:txBody>
      </p:sp>
    </p:spTree>
    <p:extLst>
      <p:ext uri="{BB962C8B-B14F-4D97-AF65-F5344CB8AC3E}">
        <p14:creationId xmlns:p14="http://schemas.microsoft.com/office/powerpoint/2010/main" val="2464625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EA2B63-6711-5999-526E-7AAA4A21302A}"/>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1B06B508-CCB9-5998-7BBA-46B9A78851F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91031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7C4164-FAB8-FB7E-F91C-EC1F826C73E0}"/>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6845DAA1-F60D-F8BC-BB67-EF16A1955F8B}"/>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504303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269FCD-1031-975A-57F2-39765E2392FB}"/>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03B871D5-5114-2A57-BF05-AE44420C4BA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87434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CN7000 Protocol Datamodel Documentation</a:t>
            </a:r>
          </a:p>
        </p:txBody>
      </p:sp>
      <p:sp>
        <p:nvSpPr>
          <p:cNvPr id="3" name="Title 2"/>
          <p:cNvSpPr>
            <a:spLocks noGrp="1"/>
          </p:cNvSpPr>
          <p:nvPr>
            <p:ph type="title"/>
          </p:nvPr>
        </p:nvSpPr>
        <p:spPr/>
        <p:txBody>
          <a:bodyPr/>
          <a:lstStyle/>
          <a:p>
            <a:r>
              <a:t>PMR Packet Taxonomy: Technical Report Index</a:t>
            </a:r>
          </a:p>
        </p:txBody>
      </p:sp>
      <p:sp>
        <p:nvSpPr>
          <p:cNvPr id="4" name="Text Placeholder 3"/>
          <p:cNvSpPr>
            <a:spLocks noGrp="1"/>
          </p:cNvSpPr>
          <p:nvPr>
            <p:ph type="body" idx="11" sz="quarter"/>
          </p:nvPr>
        </p:nvSpPr>
        <p:spPr/>
        <p:txBody>
          <a:bodyPr/>
          <a:lstStyle/>
          <a:p>
            <a:r>
              <a:t>Packet Taxonomy Team</a:t>
            </a:r>
          </a:p>
        </p:txBody>
      </p:sp>
      <p:sp>
        <p:nvSpPr>
          <p:cNvPr id="5" name="Text Placeholder 4"/>
          <p:cNvSpPr>
            <a:spLocks noGrp="1"/>
          </p:cNvSpPr>
          <p:nvPr>
            <p:ph type="body" idx="12" sz="quarter"/>
          </p:nvPr>
        </p:nvSpPr>
        <p:spPr/>
        <p:txBody>
          <a:bodyPr/>
          <a:lstStyle/>
          <a:p>
            <a:r>
              <a:t>Cornelis Networks Engineering</a:t>
            </a:r>
          </a:p>
        </p:txBody>
      </p:sp>
      <p:sp>
        <p:nvSpPr>
          <p:cNvPr id="6" name="Text Placeholder 5"/>
          <p:cNvSpPr>
            <a:spLocks noGrp="1"/>
          </p:cNvSpPr>
          <p:nvPr>
            <p:ph type="body" idx="13"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Text Placeholder 2"/>
          <p:cNvSpPr>
            <a:spLocks noGrp="1"/>
          </p:cNvSpPr>
          <p:nvPr>
            <p:ph type="body" idx="1"/>
          </p:nvPr>
        </p:nvSpPr>
        <p:spPr/>
        <p:txBody>
          <a:bodyPr/>
          <a:lstStyle/>
          <a:p>
            <a:r>
              <a:t>Protocol Datamodel Coverage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174 KSY Files Across 5 Protocol Families</a:t>
            </a:r>
          </a:p>
        </p:txBody>
      </p:sp>
      <p:sp>
        <p:nvSpPr>
          <p:cNvPr id="3" name="Content Placeholder 2"/>
          <p:cNvSpPr>
            <a:spLocks noGrp="1"/>
          </p:cNvSpPr>
          <p:nvPr>
            <p:ph idx="1"/>
          </p:nvPr>
        </p:nvSpPr>
        <p:spPr/>
        <p:txBody>
          <a:bodyPr/>
          <a:lstStyle/>
          <a:p>
            <a:r>
              <a:t>Open Items: 0</a:t>
            </a:r>
          </a:p>
          <a:p>
            <a:r>
              <a:t>Closed Items: 174</a:t>
            </a:r>
          </a:p>
          <a:p>
            <a:r>
              <a:t>Total: 174</a:t>
            </a:r>
          </a:p>
          <a:p>
            <a:r>
              <a:t>Completion: 100%</a:t>
            </a:r>
          </a:p>
          <a:p/>
          <a:p>
            <a:r>
              <a:t>Notes: Complete coverage of all protocol formats in datamodel/protocols/</a:t>
            </a:r>
          </a:p>
        </p:txBody>
      </p:sp>
      <p:sp>
        <p:nvSpPr>
          <p:cNvPr id="4" name="Title 3"/>
          <p:cNvSpPr>
            <a:spLocks noGrp="1"/>
          </p:cNvSpPr>
          <p:nvPr>
            <p:ph type="title"/>
          </p:nvPr>
        </p:nvSpPr>
        <p:spPr/>
        <p:txBody>
          <a:bodyPr/>
          <a:lstStyle/>
          <a:p>
            <a:r>
              <a:t>Datamodel Statistics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Protocol Family Summary</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2595880"/>
        </p:xfrm>
        <a:graphic>
          <a:graphicData uri="http://schemas.openxmlformats.org/drawingml/2006/table">
            <a:tbl>
              <a:tblPr firstRow="1" bandRow="1">
                <a:tableStyleId>{5C22544A-7EE6-4342-B048-85BDC9FD1C3A}</a:tableStyleId>
              </a:tblPr>
              <a:tblGrid>
                <a:gridCol w="3047999"/>
                <a:gridCol w="3047999"/>
                <a:gridCol w="3047999"/>
                <a:gridCol w="3048002"/>
              </a:tblGrid>
              <a:tr h="370840">
                <a:tc>
                  <a:txBody>
                    <a:bodyPr/>
                    <a:lstStyle/>
                    <a:p>
                      <a:r>
                        <a:t>Protocol</a:t>
                      </a:r>
                    </a:p>
                  </a:txBody>
                  <a:tcPr/>
                </a:tc>
                <a:tc>
                  <a:txBody>
                    <a:bodyPr/>
                    <a:lstStyle/>
                    <a:p>
                      <a:r>
                        <a:t>KSY Files</a:t>
                      </a:r>
                    </a:p>
                  </a:txBody>
                  <a:tcPr/>
                </a:tc>
                <a:tc>
                  <a:txBody>
                    <a:bodyPr/>
                    <a:lstStyle/>
                    <a:p>
                      <a:r>
                        <a:t>State Machines</a:t>
                      </a:r>
                    </a:p>
                  </a:txBody>
                  <a:tcPr/>
                </a:tc>
                <a:tc>
                  <a:txBody>
                    <a:bodyPr/>
                    <a:lstStyle/>
                    <a:p>
                      <a:r>
                        <a:t>Report</a:t>
                      </a:r>
                    </a:p>
                  </a:txBody>
                  <a:tcPr/>
                </a:tc>
              </a:tr>
              <a:tr h="370840">
                <a:tc>
                  <a:txBody>
                    <a:bodyPr/>
                    <a:lstStyle/>
                    <a:p>
                      <a:r>
                        <a:t>Ultra Ethernet (UE)</a:t>
                      </a:r>
                    </a:p>
                  </a:txBody>
                  <a:tcPr/>
                </a:tc>
                <a:tc>
                  <a:txBody>
                    <a:bodyPr/>
                    <a:lstStyle/>
                    <a:p>
                      <a:r>
                        <a:t>103</a:t>
                      </a:r>
                    </a:p>
                  </a:txBody>
                  <a:tcPr/>
                </a:tc>
                <a:tc>
                  <a:txBody>
                    <a:bodyPr/>
                    <a:lstStyle/>
                    <a:p>
                      <a:r>
                        <a:t>38</a:t>
                      </a:r>
                    </a:p>
                  </a:txBody>
                  <a:tcPr/>
                </a:tc>
                <a:tc>
                  <a:txBody>
                    <a:bodyPr/>
                    <a:lstStyle/>
                    <a:p>
                      <a:r>
                        <a:t>technical_report_ue.pptx</a:t>
                      </a:r>
                    </a:p>
                  </a:txBody>
                  <a:tcPr/>
                </a:tc>
              </a:tr>
              <a:tr h="370840">
                <a:tc>
                  <a:txBody>
                    <a:bodyPr/>
                    <a:lstStyle/>
                    <a:p>
                      <a:r>
                        <a:t>UALink (Reference)</a:t>
                      </a:r>
                    </a:p>
                  </a:txBody>
                  <a:tcPr/>
                </a:tc>
                <a:tc>
                  <a:txBody>
                    <a:bodyPr/>
                    <a:lstStyle/>
                    <a:p>
                      <a:r>
                        <a:t>38</a:t>
                      </a:r>
                    </a:p>
                  </a:txBody>
                  <a:tcPr/>
                </a:tc>
                <a:tc>
                  <a:txBody>
                    <a:bodyPr/>
                    <a:lstStyle/>
                    <a:p>
                      <a:r>
                        <a:t>11</a:t>
                      </a:r>
                    </a:p>
                  </a:txBody>
                  <a:tcPr/>
                </a:tc>
                <a:tc>
                  <a:txBody>
                    <a:bodyPr/>
                    <a:lstStyle/>
                    <a:p>
                      <a:r>
                        <a:t>technical_report_ualink.pptx</a:t>
                      </a:r>
                    </a:p>
                  </a:txBody>
                  <a:tcPr/>
                </a:tc>
              </a:tr>
              <a:tr h="370840">
                <a:tc>
                  <a:txBody>
                    <a:bodyPr/>
                    <a:lstStyle/>
                    <a:p>
                      <a:r>
                        <a:t>Ethernet</a:t>
                      </a:r>
                    </a:p>
                  </a:txBody>
                  <a:tcPr/>
                </a:tc>
                <a:tc>
                  <a:txBody>
                    <a:bodyPr/>
                    <a:lstStyle/>
                    <a:p>
                      <a:r>
                        <a:t>12</a:t>
                      </a:r>
                    </a:p>
                  </a:txBody>
                  <a:tcPr/>
                </a:tc>
                <a:tc>
                  <a:txBody>
                    <a:bodyPr/>
                    <a:lstStyle/>
                    <a:p>
                      <a:r>
                        <a:t>0</a:t>
                      </a:r>
                    </a:p>
                  </a:txBody>
                  <a:tcPr/>
                </a:tc>
                <a:tc>
                  <a:txBody>
                    <a:bodyPr/>
                    <a:lstStyle/>
                    <a:p>
                      <a:r>
                        <a:t>technical_report_ethernet.pptx</a:t>
                      </a:r>
                    </a:p>
                  </a:txBody>
                  <a:tcPr/>
                </a:tc>
              </a:tr>
              <a:tr h="370840">
                <a:tc>
                  <a:txBody>
                    <a:bodyPr/>
                    <a:lstStyle/>
                    <a:p>
                      <a:r>
                        <a:t>Cornelis</a:t>
                      </a:r>
                    </a:p>
                  </a:txBody>
                  <a:tcPr/>
                </a:tc>
                <a:tc>
                  <a:txBody>
                    <a:bodyPr/>
                    <a:lstStyle/>
                    <a:p>
                      <a:r>
                        <a:t>12</a:t>
                      </a:r>
                    </a:p>
                  </a:txBody>
                  <a:tcPr/>
                </a:tc>
                <a:tc>
                  <a:txBody>
                    <a:bodyPr/>
                    <a:lstStyle/>
                    <a:p>
                      <a:r>
                        <a:t>1</a:t>
                      </a:r>
                    </a:p>
                  </a:txBody>
                  <a:tcPr/>
                </a:tc>
                <a:tc>
                  <a:txBody>
                    <a:bodyPr/>
                    <a:lstStyle/>
                    <a:p>
                      <a:r>
                        <a:t>technical_report_cornelis.pptx</a:t>
                      </a:r>
                    </a:p>
                  </a:txBody>
                  <a:tcPr/>
                </a:tc>
              </a:tr>
              <a:tr h="370840">
                <a:tc>
                  <a:txBody>
                    <a:bodyPr/>
                    <a:lstStyle/>
                    <a:p>
                      <a:r>
                        <a:t>RoCE</a:t>
                      </a:r>
                    </a:p>
                  </a:txBody>
                  <a:tcPr/>
                </a:tc>
                <a:tc>
                  <a:txBody>
                    <a:bodyPr/>
                    <a:lstStyle/>
                    <a:p>
                      <a:r>
                        <a:t>9</a:t>
                      </a:r>
                    </a:p>
                  </a:txBody>
                  <a:tcPr/>
                </a:tc>
                <a:tc>
                  <a:txBody>
                    <a:bodyPr/>
                    <a:lstStyle/>
                    <a:p>
                      <a:r>
                        <a:t>1</a:t>
                      </a:r>
                    </a:p>
                  </a:txBody>
                  <a:tcPr/>
                </a:tc>
                <a:tc>
                  <a:txBody>
                    <a:bodyPr/>
                    <a:lstStyle/>
                    <a:p>
                      <a:r>
                        <a:t>technical_report_roce.pptx</a:t>
                      </a:r>
                    </a:p>
                  </a:txBody>
                  <a:tcPr/>
                </a:tc>
              </a:tr>
              <a:tr h="370840">
                <a:tc>
                  <a:txBody>
                    <a:bodyPr/>
                    <a:lstStyle/>
                    <a:p>
                      <a:r>
                        <a:t>TOTAL</a:t>
                      </a:r>
                    </a:p>
                  </a:txBody>
                  <a:tcPr/>
                </a:tc>
                <a:tc>
                  <a:txBody>
                    <a:bodyPr/>
                    <a:lstStyle/>
                    <a:p>
                      <a:r>
                        <a:t>174</a:t>
                      </a:r>
                    </a:p>
                  </a:txBody>
                  <a:tcPr/>
                </a:tc>
                <a:tc>
                  <a:txBody>
                    <a:bodyPr/>
                    <a:lstStyle/>
                    <a:p>
                      <a:r>
                        <a:t>51</a:t>
                      </a:r>
                    </a:p>
                  </a:txBody>
                  <a:tcPr/>
                </a:tc>
                <a:tc>
                  <a:txBody>
                    <a:bodyPr/>
                    <a:lstStyle/>
                    <a:p>
                      <a:r>
                        <a:t>-</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Ultra Ethernet (UE)</a:t>
            </a:r>
          </a:p>
        </p:txBody>
      </p:sp>
      <p:sp>
        <p:nvSpPr>
          <p:cNvPr id="3" name="Text Placeholder 2"/>
          <p:cNvSpPr>
            <a:spLocks noGrp="1"/>
          </p:cNvSpPr>
          <p:nvPr>
            <p:ph type="body" idx="1"/>
          </p:nvPr>
        </p:nvSpPr>
        <p:spPr/>
        <p:txBody>
          <a:bodyPr/>
          <a:lstStyle/>
          <a:p>
            <a:r>
              <a:t>103 KSY Files - UE Specification v1.0.1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UE Layer Coverage</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4079240"/>
        </p:xfrm>
        <a:graphic>
          <a:graphicData uri="http://schemas.openxmlformats.org/drawingml/2006/table">
            <a:tbl>
              <a:tblPr firstRow="1" bandRow="1">
                <a:tableStyleId>{5C22544A-7EE6-4342-B048-85BDC9FD1C3A}</a:tableStyleId>
              </a:tblPr>
              <a:tblGrid>
                <a:gridCol w="2438399"/>
                <a:gridCol w="2438399"/>
                <a:gridCol w="2438399"/>
                <a:gridCol w="2438399"/>
                <a:gridCol w="2438403"/>
              </a:tblGrid>
              <a:tr h="370840">
                <a:tc>
                  <a:txBody>
                    <a:bodyPr/>
                    <a:lstStyle/>
                    <a:p>
                      <a:r>
                        <a:t>Layer</a:t>
                      </a:r>
                    </a:p>
                  </a:txBody>
                  <a:tcPr/>
                </a:tc>
                <a:tc>
                  <a:txBody>
                    <a:bodyPr/>
                    <a:lstStyle/>
                    <a:p>
                      <a:r>
                        <a:t>Sublayer</a:t>
                      </a:r>
                    </a:p>
                  </a:txBody>
                  <a:tcPr/>
                </a:tc>
                <a:tc>
                  <a:txBody>
                    <a:bodyPr/>
                    <a:lstStyle/>
                    <a:p>
                      <a:r>
                        <a:t>Formats</a:t>
                      </a:r>
                    </a:p>
                  </a:txBody>
                  <a:tcPr/>
                </a:tc>
                <a:tc>
                  <a:txBody>
                    <a:bodyPr/>
                    <a:lstStyle/>
                    <a:p>
                      <a:r>
                        <a:t>Protocols</a:t>
                      </a:r>
                    </a:p>
                  </a:txBody>
                  <a:tcPr/>
                </a:tc>
                <a:tc>
                  <a:txBody>
                    <a:bodyPr/>
                    <a:lstStyle/>
                    <a:p>
                      <a:r>
                        <a:t>Total</a:t>
                      </a:r>
                    </a:p>
                  </a:txBody>
                  <a:tcPr/>
                </a:tc>
              </a:tr>
              <a:tr h="370840">
                <a:tc>
                  <a:txBody>
                    <a:bodyPr/>
                    <a:lstStyle/>
                    <a:p>
                      <a:r>
                        <a:t>Transport</a:t>
                      </a:r>
                    </a:p>
                  </a:txBody>
                  <a:tcPr/>
                </a:tc>
                <a:tc>
                  <a:txBody>
                    <a:bodyPr/>
                    <a:lstStyle/>
                    <a:p>
                      <a:r>
                        <a:t>PDS (Packet Delivery)</a:t>
                      </a:r>
                    </a:p>
                  </a:txBody>
                  <a:tcPr/>
                </a:tc>
                <a:tc>
                  <a:txBody>
                    <a:bodyPr/>
                    <a:lstStyle/>
                    <a:p>
                      <a:r>
                        <a:t>14</a:t>
                      </a:r>
                    </a:p>
                  </a:txBody>
                  <a:tcPr/>
                </a:tc>
                <a:tc>
                  <a:txBody>
                    <a:bodyPr/>
                    <a:lstStyle/>
                    <a:p>
                      <a:r>
                        <a:t>16</a:t>
                      </a:r>
                    </a:p>
                  </a:txBody>
                  <a:tcPr/>
                </a:tc>
                <a:tc>
                  <a:txBody>
                    <a:bodyPr/>
                    <a:lstStyle/>
                    <a:p>
                      <a:r>
                        <a:t>30</a:t>
                      </a:r>
                    </a:p>
                  </a:txBody>
                  <a:tcPr/>
                </a:tc>
              </a:tr>
              <a:tr h="370840">
                <a:tc>
                  <a:txBody>
                    <a:bodyPr/>
                    <a:lstStyle/>
                    <a:p>
                      <a:r>
                        <a:t>Transport</a:t>
                      </a:r>
                    </a:p>
                  </a:txBody>
                  <a:tcPr/>
                </a:tc>
                <a:tc>
                  <a:txBody>
                    <a:bodyPr/>
                    <a:lstStyle/>
                    <a:p>
                      <a:r>
                        <a:t>SES (Semantic)</a:t>
                      </a:r>
                    </a:p>
                  </a:txBody>
                  <a:tcPr/>
                </a:tc>
                <a:tc>
                  <a:txBody>
                    <a:bodyPr/>
                    <a:lstStyle/>
                    <a:p>
                      <a:r>
                        <a:t>15</a:t>
                      </a:r>
                    </a:p>
                  </a:txBody>
                  <a:tcPr/>
                </a:tc>
                <a:tc>
                  <a:txBody>
                    <a:bodyPr/>
                    <a:lstStyle/>
                    <a:p>
                      <a:r>
                        <a:t>12</a:t>
                      </a:r>
                    </a:p>
                  </a:txBody>
                  <a:tcPr/>
                </a:tc>
                <a:tc>
                  <a:txBody>
                    <a:bodyPr/>
                    <a:lstStyle/>
                    <a:p>
                      <a:r>
                        <a:t>27</a:t>
                      </a:r>
                    </a:p>
                  </a:txBody>
                  <a:tcPr/>
                </a:tc>
              </a:tr>
              <a:tr h="370840">
                <a:tc>
                  <a:txBody>
                    <a:bodyPr/>
                    <a:lstStyle/>
                    <a:p>
                      <a:r>
                        <a:t>Transport</a:t>
                      </a:r>
                    </a:p>
                  </a:txBody>
                  <a:tcPr/>
                </a:tc>
                <a:tc>
                  <a:txBody>
                    <a:bodyPr/>
                    <a:lstStyle/>
                    <a:p>
                      <a:r>
                        <a:t>CMS (Congestion)</a:t>
                      </a:r>
                    </a:p>
                  </a:txBody>
                  <a:tcPr/>
                </a:tc>
                <a:tc>
                  <a:txBody>
                    <a:bodyPr/>
                    <a:lstStyle/>
                    <a:p>
                      <a:r>
                        <a:t>7</a:t>
                      </a:r>
                    </a:p>
                  </a:txBody>
                  <a:tcPr/>
                </a:tc>
                <a:tc>
                  <a:txBody>
                    <a:bodyPr/>
                    <a:lstStyle/>
                    <a:p>
                      <a:r>
                        <a:t>8</a:t>
                      </a:r>
                    </a:p>
                  </a:txBody>
                  <a:tcPr/>
                </a:tc>
                <a:tc>
                  <a:txBody>
                    <a:bodyPr/>
                    <a:lstStyle/>
                    <a:p>
                      <a:r>
                        <a:t>15</a:t>
                      </a:r>
                    </a:p>
                  </a:txBody>
                  <a:tcPr/>
                </a:tc>
              </a:tr>
              <a:tr h="370840">
                <a:tc>
                  <a:txBody>
                    <a:bodyPr/>
                    <a:lstStyle/>
                    <a:p>
                      <a:r>
                        <a:t>Transport</a:t>
                      </a:r>
                    </a:p>
                  </a:txBody>
                  <a:tcPr/>
                </a:tc>
                <a:tc>
                  <a:txBody>
                    <a:bodyPr/>
                    <a:lstStyle/>
                    <a:p>
                      <a:r>
                        <a:t>TSS (Security)</a:t>
                      </a:r>
                    </a:p>
                  </a:txBody>
                  <a:tcPr/>
                </a:tc>
                <a:tc>
                  <a:txBody>
                    <a:bodyPr/>
                    <a:lstStyle/>
                    <a:p>
                      <a:r>
                        <a:t>2</a:t>
                      </a:r>
                    </a:p>
                  </a:txBody>
                  <a:tcPr/>
                </a:tc>
                <a:tc>
                  <a:txBody>
                    <a:bodyPr/>
                    <a:lstStyle/>
                    <a:p>
                      <a:r>
                        <a:t>7</a:t>
                      </a:r>
                    </a:p>
                  </a:txBody>
                  <a:tcPr/>
                </a:tc>
                <a:tc>
                  <a:txBody>
                    <a:bodyPr/>
                    <a:lstStyle/>
                    <a:p>
                      <a:r>
                        <a:t>9</a:t>
                      </a:r>
                    </a:p>
                  </a:txBody>
                  <a:tcPr/>
                </a:tc>
              </a:tr>
              <a:tr h="370840">
                <a:tc>
                  <a:txBody>
                    <a:bodyPr/>
                    <a:lstStyle/>
                    <a:p>
                      <a:r>
                        <a:t>Link</a:t>
                      </a:r>
                    </a:p>
                  </a:txBody>
                  <a:tcPr/>
                </a:tc>
                <a:tc>
                  <a:txBody>
                    <a:bodyPr/>
                    <a:lstStyle/>
                    <a:p>
                      <a:r>
                        <a:t>LLR (Reliability)</a:t>
                      </a:r>
                    </a:p>
                  </a:txBody>
                  <a:tcPr/>
                </a:tc>
                <a:tc>
                  <a:txBody>
                    <a:bodyPr/>
                    <a:lstStyle/>
                    <a:p>
                      <a:r>
                        <a:t>6</a:t>
                      </a:r>
                    </a:p>
                  </a:txBody>
                  <a:tcPr/>
                </a:tc>
                <a:tc>
                  <a:txBody>
                    <a:bodyPr/>
                    <a:lstStyle/>
                    <a:p>
                      <a:r>
                        <a:t>3</a:t>
                      </a:r>
                    </a:p>
                  </a:txBody>
                  <a:tcPr/>
                </a:tc>
                <a:tc>
                  <a:txBody>
                    <a:bodyPr/>
                    <a:lstStyle/>
                    <a:p>
                      <a:r>
                        <a:t>9</a:t>
                      </a:r>
                    </a:p>
                  </a:txBody>
                  <a:tcPr/>
                </a:tc>
              </a:tr>
              <a:tr h="370840">
                <a:tc>
                  <a:txBody>
                    <a:bodyPr/>
                    <a:lstStyle/>
                    <a:p>
                      <a:r>
                        <a:t>Link</a:t>
                      </a:r>
                    </a:p>
                  </a:txBody>
                  <a:tcPr/>
                </a:tc>
                <a:tc>
                  <a:txBody>
                    <a:bodyPr/>
                    <a:lstStyle/>
                    <a:p>
                      <a:r>
                        <a:t>LLDP (Discovery)</a:t>
                      </a:r>
                    </a:p>
                  </a:txBody>
                  <a:tcPr/>
                </a:tc>
                <a:tc>
                  <a:txBody>
                    <a:bodyPr/>
                    <a:lstStyle/>
                    <a:p>
                      <a:r>
                        <a:t>2</a:t>
                      </a:r>
                    </a:p>
                  </a:txBody>
                  <a:tcPr/>
                </a:tc>
                <a:tc>
                  <a:txBody>
                    <a:bodyPr/>
                    <a:lstStyle/>
                    <a:p>
                      <a:r>
                        <a:t>1</a:t>
                      </a:r>
                    </a:p>
                  </a:txBody>
                  <a:tcPr/>
                </a:tc>
                <a:tc>
                  <a:txBody>
                    <a:bodyPr/>
                    <a:lstStyle/>
                    <a:p>
                      <a:r>
                        <a:t>3</a:t>
                      </a:r>
                    </a:p>
                  </a:txBody>
                  <a:tcPr/>
                </a:tc>
              </a:tr>
              <a:tr h="370840">
                <a:tc>
                  <a:txBody>
                    <a:bodyPr/>
                    <a:lstStyle/>
                    <a:p>
                      <a:r>
                        <a:t>Link</a:t>
                      </a:r>
                    </a:p>
                  </a:txBody>
                  <a:tcPr/>
                </a:tc>
                <a:tc>
                  <a:txBody>
                    <a:bodyPr/>
                    <a:lstStyle/>
                    <a:p>
                      <a:r>
                        <a:t>CBFC (Flow Control)</a:t>
                      </a:r>
                    </a:p>
                  </a:txBody>
                  <a:tcPr/>
                </a:tc>
                <a:tc>
                  <a:txBody>
                    <a:bodyPr/>
                    <a:lstStyle/>
                    <a:p>
                      <a:r>
                        <a:t>2</a:t>
                      </a:r>
                    </a:p>
                  </a:txBody>
                  <a:tcPr/>
                </a:tc>
                <a:tc>
                  <a:txBody>
                    <a:bodyPr/>
                    <a:lstStyle/>
                    <a:p>
                      <a:r>
                        <a:t>3</a:t>
                      </a:r>
                    </a:p>
                  </a:txBody>
                  <a:tcPr/>
                </a:tc>
                <a:tc>
                  <a:txBody>
                    <a:bodyPr/>
                    <a:lstStyle/>
                    <a:p>
                      <a:r>
                        <a:t>5</a:t>
                      </a:r>
                    </a:p>
                  </a:txBody>
                  <a:tcPr/>
                </a:tc>
              </a:tr>
              <a:tr h="370840">
                <a:tc>
                  <a:txBody>
                    <a:bodyPr/>
                    <a:lstStyle/>
                    <a:p>
                      <a:r>
                        <a:t>Network</a:t>
                      </a:r>
                    </a:p>
                  </a:txBody>
                  <a:tcPr/>
                </a:tc>
                <a:tc>
                  <a:txBody>
                    <a:bodyPr/>
                    <a:lstStyle/>
                    <a:p>
                      <a:r>
                        <a:t>-</a:t>
                      </a:r>
                    </a:p>
                  </a:txBody>
                  <a:tcPr/>
                </a:tc>
                <a:tc>
                  <a:txBody>
                    <a:bodyPr/>
                    <a:lstStyle/>
                    <a:p>
                      <a:r>
                        <a:t>4</a:t>
                      </a:r>
                    </a:p>
                  </a:txBody>
                  <a:tcPr/>
                </a:tc>
                <a:tc>
                  <a:txBody>
                    <a:bodyPr/>
                    <a:lstStyle/>
                    <a:p>
                      <a:r>
                        <a:t>0</a:t>
                      </a:r>
                    </a:p>
                  </a:txBody>
                  <a:tcPr/>
                </a:tc>
                <a:tc>
                  <a:txBody>
                    <a:bodyPr/>
                    <a:lstStyle/>
                    <a:p>
                      <a:r>
                        <a:t>4</a:t>
                      </a:r>
                    </a:p>
                  </a:txBody>
                  <a:tcPr/>
                </a:tc>
              </a:tr>
              <a:tr h="370840">
                <a:tc>
                  <a:txBody>
                    <a:bodyPr/>
                    <a:lstStyle/>
                    <a:p>
                      <a:r>
                        <a:t>Physical</a:t>
                      </a:r>
                    </a:p>
                  </a:txBody>
                  <a:tcPr/>
                </a:tc>
                <a:tc>
                  <a:txBody>
                    <a:bodyPr/>
                    <a:lstStyle/>
                    <a:p>
                      <a:r>
                        <a:t>-</a:t>
                      </a:r>
                    </a:p>
                  </a:txBody>
                  <a:tcPr/>
                </a:tc>
                <a:tc>
                  <a:txBody>
                    <a:bodyPr/>
                    <a:lstStyle/>
                    <a:p>
                      <a:r>
                        <a:t>1</a:t>
                      </a:r>
                    </a:p>
                  </a:txBody>
                  <a:tcPr/>
                </a:tc>
                <a:tc>
                  <a:txBody>
                    <a:bodyPr/>
                    <a:lstStyle/>
                    <a:p>
                      <a:r>
                        <a:t>0</a:t>
                      </a:r>
                    </a:p>
                  </a:txBody>
                  <a:tcPr/>
                </a:tc>
                <a:tc>
                  <a:txBody>
                    <a:bodyPr/>
                    <a:lstStyle/>
                    <a:p>
                      <a:r>
                        <a:t>1</a:t>
                      </a:r>
                    </a:p>
                  </a:txBody>
                  <a:tcPr/>
                </a:tc>
              </a:tr>
              <a:tr h="370840">
                <a:tc>
                  <a:txBody>
                    <a:bodyPr/>
                    <a:lstStyle/>
                    <a:p>
                      <a:r>
                        <a:t>TOTAL</a:t>
                      </a:r>
                    </a:p>
                  </a:txBody>
                  <a:tcPr/>
                </a:tc>
                <a:tc>
                  <a:txBody>
                    <a:bodyPr/>
                    <a:lstStyle/>
                    <a:p>
                      <a:r>
                        <a:t>-</a:t>
                      </a:r>
                    </a:p>
                  </a:txBody>
                  <a:tcPr/>
                </a:tc>
                <a:tc>
                  <a:txBody>
                    <a:bodyPr/>
                    <a:lstStyle/>
                    <a:p>
                      <a:r>
                        <a:t>53</a:t>
                      </a:r>
                    </a:p>
                  </a:txBody>
                  <a:tcPr/>
                </a:tc>
                <a:tc>
                  <a:txBody>
                    <a:bodyPr/>
                    <a:lstStyle/>
                    <a:p>
                      <a:r>
                        <a:t>50</a:t>
                      </a:r>
                    </a:p>
                  </a:txBody>
                  <a:tcPr/>
                </a:tc>
                <a:tc>
                  <a:txBody>
                    <a:bodyPr/>
                    <a:lstStyle/>
                    <a:p>
                      <a:r>
                        <a:t>103</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UALink (Reference Only)</a:t>
            </a:r>
          </a:p>
        </p:txBody>
      </p:sp>
      <p:sp>
        <p:nvSpPr>
          <p:cNvPr id="3" name="Text Placeholder 2"/>
          <p:cNvSpPr>
            <a:spLocks noGrp="1"/>
          </p:cNvSpPr>
          <p:nvPr>
            <p:ph type="body" idx="1"/>
          </p:nvPr>
        </p:nvSpPr>
        <p:spPr/>
        <p:txBody>
          <a:bodyPr/>
          <a:lstStyle/>
          <a:p>
            <a:r>
              <a:t>38 KSY Files - UALink 200 Specification v1.0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UALink Layer Coverage</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2595880"/>
        </p:xfrm>
        <a:graphic>
          <a:graphicData uri="http://schemas.openxmlformats.org/drawingml/2006/table">
            <a:tbl>
              <a:tblPr firstRow="1" bandRow="1">
                <a:tableStyleId>{5C22544A-7EE6-4342-B048-85BDC9FD1C3A}</a:tableStyleId>
              </a:tblPr>
              <a:tblGrid>
                <a:gridCol w="3047999"/>
                <a:gridCol w="3047999"/>
                <a:gridCol w="3047999"/>
                <a:gridCol w="3048002"/>
              </a:tblGrid>
              <a:tr h="370840">
                <a:tc>
                  <a:txBody>
                    <a:bodyPr/>
                    <a:lstStyle/>
                    <a:p>
                      <a:r>
                        <a:t>Layer</a:t>
                      </a:r>
                    </a:p>
                  </a:txBody>
                  <a:tcPr/>
                </a:tc>
                <a:tc>
                  <a:txBody>
                    <a:bodyPr/>
                    <a:lstStyle/>
                    <a:p>
                      <a:r>
                        <a:t>Formats</a:t>
                      </a:r>
                    </a:p>
                  </a:txBody>
                  <a:tcPr/>
                </a:tc>
                <a:tc>
                  <a:txBody>
                    <a:bodyPr/>
                    <a:lstStyle/>
                    <a:p>
                      <a:r>
                        <a:t>Protocols</a:t>
                      </a:r>
                    </a:p>
                  </a:txBody>
                  <a:tcPr/>
                </a:tc>
                <a:tc>
                  <a:txBody>
                    <a:bodyPr/>
                    <a:lstStyle/>
                    <a:p>
                      <a:r>
                        <a:t>Total</a:t>
                      </a:r>
                    </a:p>
                  </a:txBody>
                  <a:tcPr/>
                </a:tc>
              </a:tr>
              <a:tr h="370840">
                <a:tc>
                  <a:txBody>
                    <a:bodyPr/>
                    <a:lstStyle/>
                    <a:p>
                      <a:r>
                        <a:t>UPLI (Upper Protocol)</a:t>
                      </a:r>
                    </a:p>
                  </a:txBody>
                  <a:tcPr/>
                </a:tc>
                <a:tc>
                  <a:txBody>
                    <a:bodyPr/>
                    <a:lstStyle/>
                    <a:p>
                      <a:r>
                        <a:t>6</a:t>
                      </a:r>
                    </a:p>
                  </a:txBody>
                  <a:tcPr/>
                </a:tc>
                <a:tc>
                  <a:txBody>
                    <a:bodyPr/>
                    <a:lstStyle/>
                    <a:p>
                      <a:r>
                        <a:t>2</a:t>
                      </a:r>
                    </a:p>
                  </a:txBody>
                  <a:tcPr/>
                </a:tc>
                <a:tc>
                  <a:txBody>
                    <a:bodyPr/>
                    <a:lstStyle/>
                    <a:p>
                      <a:r>
                        <a:t>8</a:t>
                      </a:r>
                    </a:p>
                  </a:txBody>
                  <a:tcPr/>
                </a:tc>
              </a:tr>
              <a:tr h="370840">
                <a:tc>
                  <a:txBody>
                    <a:bodyPr/>
                    <a:lstStyle/>
                    <a:p>
                      <a:r>
                        <a:t>Transaction</a:t>
                      </a:r>
                    </a:p>
                  </a:txBody>
                  <a:tcPr/>
                </a:tc>
                <a:tc>
                  <a:txBody>
                    <a:bodyPr/>
                    <a:lstStyle/>
                    <a:p>
                      <a:r>
                        <a:t>7</a:t>
                      </a:r>
                    </a:p>
                  </a:txBody>
                  <a:tcPr/>
                </a:tc>
                <a:tc>
                  <a:txBody>
                    <a:bodyPr/>
                    <a:lstStyle/>
                    <a:p>
                      <a:r>
                        <a:t>2</a:t>
                      </a:r>
                    </a:p>
                  </a:txBody>
                  <a:tcPr/>
                </a:tc>
                <a:tc>
                  <a:txBody>
                    <a:bodyPr/>
                    <a:lstStyle/>
                    <a:p>
                      <a:r>
                        <a:t>9</a:t>
                      </a:r>
                    </a:p>
                  </a:txBody>
                  <a:tcPr/>
                </a:tc>
              </a:tr>
              <a:tr h="370840">
                <a:tc>
                  <a:txBody>
                    <a:bodyPr/>
                    <a:lstStyle/>
                    <a:p>
                      <a:r>
                        <a:t>Data Link</a:t>
                      </a:r>
                    </a:p>
                  </a:txBody>
                  <a:tcPr/>
                </a:tc>
                <a:tc>
                  <a:txBody>
                    <a:bodyPr/>
                    <a:lstStyle/>
                    <a:p>
                      <a:r>
                        <a:t>8</a:t>
                      </a:r>
                    </a:p>
                  </a:txBody>
                  <a:tcPr/>
                </a:tc>
                <a:tc>
                  <a:txBody>
                    <a:bodyPr/>
                    <a:lstStyle/>
                    <a:p>
                      <a:r>
                        <a:t>4</a:t>
                      </a:r>
                    </a:p>
                  </a:txBody>
                  <a:tcPr/>
                </a:tc>
                <a:tc>
                  <a:txBody>
                    <a:bodyPr/>
                    <a:lstStyle/>
                    <a:p>
                      <a:r>
                        <a:t>12</a:t>
                      </a:r>
                    </a:p>
                  </a:txBody>
                  <a:tcPr/>
                </a:tc>
              </a:tr>
              <a:tr h="370840">
                <a:tc>
                  <a:txBody>
                    <a:bodyPr/>
                    <a:lstStyle/>
                    <a:p>
                      <a:r>
                        <a:t>Physical</a:t>
                      </a:r>
                    </a:p>
                  </a:txBody>
                  <a:tcPr/>
                </a:tc>
                <a:tc>
                  <a:txBody>
                    <a:bodyPr/>
                    <a:lstStyle/>
                    <a:p>
                      <a:r>
                        <a:t>3</a:t>
                      </a:r>
                    </a:p>
                  </a:txBody>
                  <a:tcPr/>
                </a:tc>
                <a:tc>
                  <a:txBody>
                    <a:bodyPr/>
                    <a:lstStyle/>
                    <a:p>
                      <a:r>
                        <a:t>1</a:t>
                      </a:r>
                    </a:p>
                  </a:txBody>
                  <a:tcPr/>
                </a:tc>
                <a:tc>
                  <a:txBody>
                    <a:bodyPr/>
                    <a:lstStyle/>
                    <a:p>
                      <a:r>
                        <a:t>4</a:t>
                      </a:r>
                    </a:p>
                  </a:txBody>
                  <a:tcPr/>
                </a:tc>
              </a:tr>
              <a:tr h="370840">
                <a:tc>
                  <a:txBody>
                    <a:bodyPr/>
                    <a:lstStyle/>
                    <a:p>
                      <a:r>
                        <a:t>Security</a:t>
                      </a:r>
                    </a:p>
                  </a:txBody>
                  <a:tcPr/>
                </a:tc>
                <a:tc>
                  <a:txBody>
                    <a:bodyPr/>
                    <a:lstStyle/>
                    <a:p>
                      <a:r>
                        <a:t>3</a:t>
                      </a:r>
                    </a:p>
                  </a:txBody>
                  <a:tcPr/>
                </a:tc>
                <a:tc>
                  <a:txBody>
                    <a:bodyPr/>
                    <a:lstStyle/>
                    <a:p>
                      <a:r>
                        <a:t>2</a:t>
                      </a:r>
                    </a:p>
                  </a:txBody>
                  <a:tcPr/>
                </a:tc>
                <a:tc>
                  <a:txBody>
                    <a:bodyPr/>
                    <a:lstStyle/>
                    <a:p>
                      <a:r>
                        <a:t>5</a:t>
                      </a:r>
                    </a:p>
                  </a:txBody>
                  <a:tcPr/>
                </a:tc>
              </a:tr>
              <a:tr h="370840">
                <a:tc>
                  <a:txBody>
                    <a:bodyPr/>
                    <a:lstStyle/>
                    <a:p>
                      <a:r>
                        <a:t>TOTAL</a:t>
                      </a:r>
                    </a:p>
                  </a:txBody>
                  <a:tcPr/>
                </a:tc>
                <a:tc>
                  <a:txBody>
                    <a:bodyPr/>
                    <a:lstStyle/>
                    <a:p>
                      <a:r>
                        <a:t>27</a:t>
                      </a:r>
                    </a:p>
                  </a:txBody>
                  <a:tcPr/>
                </a:tc>
                <a:tc>
                  <a:txBody>
                    <a:bodyPr/>
                    <a:lstStyle/>
                    <a:p>
                      <a:r>
                        <a:t>11</a:t>
                      </a:r>
                    </a:p>
                  </a:txBody>
                  <a:tcPr/>
                </a:tc>
                <a:tc>
                  <a:txBody>
                    <a:bodyPr/>
                    <a:lstStyle/>
                    <a:p>
                      <a:r>
                        <a:t>38</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UALink is REFERENCE ONLY - NOT supported by PMR</a:t>
            </a:r>
          </a:p>
          <a:p>
            <a:r>
              <a:t>• Included for protocol comparison and future reference</a:t>
            </a:r>
          </a:p>
          <a:p>
            <a:r>
              <a:t>• Datamodel maintained for specification traceability</a:t>
            </a:r>
          </a:p>
        </p:txBody>
      </p:sp>
      <p:sp>
        <p:nvSpPr>
          <p:cNvPr id="3" name="Title 2"/>
          <p:cNvSpPr>
            <a:spLocks noGrp="1"/>
          </p:cNvSpPr>
          <p:nvPr>
            <p:ph type="title"/>
          </p:nvPr>
        </p:nvSpPr>
        <p:spPr/>
        <p:txBody>
          <a:bodyPr/>
          <a:lstStyle/>
          <a:p>
            <a:r>
              <a:t>UALink Note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Ethernet</a:t>
            </a:r>
          </a:p>
        </p:txBody>
      </p:sp>
      <p:sp>
        <p:nvSpPr>
          <p:cNvPr id="3" name="Text Placeholder 2"/>
          <p:cNvSpPr>
            <a:spLocks noGrp="1"/>
          </p:cNvSpPr>
          <p:nvPr>
            <p:ph type="body" idx="1"/>
          </p:nvPr>
        </p:nvSpPr>
        <p:spPr/>
        <p:txBody>
          <a:bodyPr/>
          <a:lstStyle/>
          <a:p>
            <a:r>
              <a:t>12 KSY Files - IEEE 802.3 and IP Standards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Ethernet Layer Coverage</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2225040"/>
        </p:xfrm>
        <a:graphic>
          <a:graphicData uri="http://schemas.openxmlformats.org/drawingml/2006/table">
            <a:tbl>
              <a:tblPr firstRow="1" bandRow="1">
                <a:tableStyleId>{5C22544A-7EE6-4342-B048-85BDC9FD1C3A}</a:tableStyleId>
              </a:tblPr>
              <a:tblGrid>
                <a:gridCol w="4063999"/>
                <a:gridCol w="4063999"/>
                <a:gridCol w="4064001"/>
              </a:tblGrid>
              <a:tr h="370840">
                <a:tc>
                  <a:txBody>
                    <a:bodyPr/>
                    <a:lstStyle/>
                    <a:p>
                      <a:r>
                        <a:t>Layer</a:t>
                      </a:r>
                    </a:p>
                  </a:txBody>
                  <a:tcPr/>
                </a:tc>
                <a:tc>
                  <a:txBody>
                    <a:bodyPr/>
                    <a:lstStyle/>
                    <a:p>
                      <a:r>
                        <a:t>Files</a:t>
                      </a:r>
                    </a:p>
                  </a:txBody>
                  <a:tcPr/>
                </a:tc>
                <a:tc>
                  <a:txBody>
                    <a:bodyPr/>
                    <a:lstStyle/>
                    <a:p>
                      <a:r>
                        <a:t>Standards</a:t>
                      </a:r>
                    </a:p>
                  </a:txBody>
                  <a:tcPr/>
                </a:tc>
              </a:tr>
              <a:tr h="370840">
                <a:tc>
                  <a:txBody>
                    <a:bodyPr/>
                    <a:lstStyle/>
                    <a:p>
                      <a:r>
                        <a:t>Link</a:t>
                      </a:r>
                    </a:p>
                  </a:txBody>
                  <a:tcPr/>
                </a:tc>
                <a:tc>
                  <a:txBody>
                    <a:bodyPr/>
                    <a:lstStyle/>
                    <a:p>
                      <a:r>
                        <a:t>5</a:t>
                      </a:r>
                    </a:p>
                  </a:txBody>
                  <a:tcPr/>
                </a:tc>
                <a:tc>
                  <a:txBody>
                    <a:bodyPr/>
                    <a:lstStyle/>
                    <a:p>
                      <a:r>
                        <a:t>IEEE 802.3, 802.1Q, 802.2</a:t>
                      </a:r>
                    </a:p>
                  </a:txBody>
                  <a:tcPr/>
                </a:tc>
              </a:tr>
              <a:tr h="370840">
                <a:tc>
                  <a:txBody>
                    <a:bodyPr/>
                    <a:lstStyle/>
                    <a:p>
                      <a:r>
                        <a:t>Network</a:t>
                      </a:r>
                    </a:p>
                  </a:txBody>
                  <a:tcPr/>
                </a:tc>
                <a:tc>
                  <a:txBody>
                    <a:bodyPr/>
                    <a:lstStyle/>
                    <a:p>
                      <a:r>
                        <a:t>2</a:t>
                      </a:r>
                    </a:p>
                  </a:txBody>
                  <a:tcPr/>
                </a:tc>
                <a:tc>
                  <a:txBody>
                    <a:bodyPr/>
                    <a:lstStyle/>
                    <a:p>
                      <a:r>
                        <a:t>RFC 791 (IPv4), RFC 8200 (IPv6)</a:t>
                      </a:r>
                    </a:p>
                  </a:txBody>
                  <a:tcPr/>
                </a:tc>
              </a:tr>
              <a:tr h="370840">
                <a:tc>
                  <a:txBody>
                    <a:bodyPr/>
                    <a:lstStyle/>
                    <a:p>
                      <a:r>
                        <a:t>Transport</a:t>
                      </a:r>
                    </a:p>
                  </a:txBody>
                  <a:tcPr/>
                </a:tc>
                <a:tc>
                  <a:txBody>
                    <a:bodyPr/>
                    <a:lstStyle/>
                    <a:p>
                      <a:r>
                        <a:t>2</a:t>
                      </a:r>
                    </a:p>
                  </a:txBody>
                  <a:tcPr/>
                </a:tc>
                <a:tc>
                  <a:txBody>
                    <a:bodyPr/>
                    <a:lstStyle/>
                    <a:p>
                      <a:r>
                        <a:t>RFC 793 (TCP), RFC 768 (UDP)</a:t>
                      </a:r>
                    </a:p>
                  </a:txBody>
                  <a:tcPr/>
                </a:tc>
              </a:tr>
              <a:tr h="370840">
                <a:tc>
                  <a:txBody>
                    <a:bodyPr/>
                    <a:lstStyle/>
                    <a:p>
                      <a:r>
                        <a:t>RSS</a:t>
                      </a:r>
                    </a:p>
                  </a:txBody>
                  <a:tcPr/>
                </a:tc>
                <a:tc>
                  <a:txBody>
                    <a:bodyPr/>
                    <a:lstStyle/>
                    <a:p>
                      <a:r>
                        <a:t>3</a:t>
                      </a:r>
                    </a:p>
                  </a:txBody>
                  <a:tcPr/>
                </a:tc>
                <a:tc>
                  <a:txBody>
                    <a:bodyPr/>
                    <a:lstStyle/>
                    <a:p>
                      <a:r>
                        <a:t>Toeplitz hash, PMR CSR mapping</a:t>
                      </a:r>
                    </a:p>
                  </a:txBody>
                  <a:tcPr/>
                </a:tc>
              </a:tr>
              <a:tr h="370840">
                <a:tc>
                  <a:txBody>
                    <a:bodyPr/>
                    <a:lstStyle/>
                    <a:p>
                      <a:r>
                        <a:t>TOTAL</a:t>
                      </a:r>
                    </a:p>
                  </a:txBody>
                  <a:tcPr/>
                </a:tc>
                <a:tc>
                  <a:txBody>
                    <a:bodyPr/>
                    <a:lstStyle/>
                    <a:p>
                      <a:r>
                        <a:t>12</a:t>
                      </a:r>
                    </a:p>
                  </a:txBody>
                  <a:tcPr/>
                </a:tc>
                <a:tc>
                  <a:txBody>
                    <a:bodyPr/>
                    <a:lstStyle/>
                    <a:p>
                      <a:r>
                        <a:t>-</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Cornelis Proprietary</a:t>
            </a:r>
          </a:p>
        </p:txBody>
      </p:sp>
      <p:sp>
        <p:nvSpPr>
          <p:cNvPr id="3" name="Text Placeholder 2"/>
          <p:cNvSpPr>
            <a:spLocks noGrp="1"/>
          </p:cNvSpPr>
          <p:nvPr>
            <p:ph type="body" idx="1"/>
          </p:nvPr>
        </p:nvSpPr>
        <p:spPr/>
        <p:txBody>
          <a:bodyPr/>
          <a:lstStyle/>
          <a:p>
            <a:r>
              <a:t>12 KSY Files - UE+ Extensions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Cornelis Coverage</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2966720"/>
        </p:xfrm>
        <a:graphic>
          <a:graphicData uri="http://schemas.openxmlformats.org/drawingml/2006/table">
            <a:tbl>
              <a:tblPr firstRow="1" bandRow="1">
                <a:tableStyleId>{5C22544A-7EE6-4342-B048-85BDC9FD1C3A}</a:tableStyleId>
              </a:tblPr>
              <a:tblGrid>
                <a:gridCol w="4063999"/>
                <a:gridCol w="4063999"/>
                <a:gridCol w="4064001"/>
              </a:tblGrid>
              <a:tr h="370840">
                <a:tc>
                  <a:txBody>
                    <a:bodyPr/>
                    <a:lstStyle/>
                    <a:p>
                      <a:r>
                        <a:t>Category</a:t>
                      </a:r>
                    </a:p>
                  </a:txBody>
                  <a:tcPr/>
                </a:tc>
                <a:tc>
                  <a:txBody>
                    <a:bodyPr/>
                    <a:lstStyle/>
                    <a:p>
                      <a:r>
                        <a:t>Files</a:t>
                      </a:r>
                    </a:p>
                  </a:txBody>
                  <a:tcPr/>
                </a:tc>
                <a:tc>
                  <a:txBody>
                    <a:bodyPr/>
                    <a:lstStyle/>
                    <a:p>
                      <a:r>
                        <a:t>Description</a:t>
                      </a:r>
                    </a:p>
                  </a:txBody>
                  <a:tcPr/>
                </a:tc>
              </a:tr>
              <a:tr h="370840">
                <a:tc>
                  <a:txBody>
                    <a:bodyPr/>
                    <a:lstStyle/>
                    <a:p>
                      <a:r>
                        <a:t>Link</a:t>
                      </a:r>
                    </a:p>
                  </a:txBody>
                  <a:tcPr/>
                </a:tc>
                <a:tc>
                  <a:txBody>
                    <a:bodyPr/>
                    <a:lstStyle/>
                    <a:p>
                      <a:r>
                        <a:t>2</a:t>
                      </a:r>
                    </a:p>
                  </a:txBody>
                  <a:tcPr/>
                </a:tc>
                <a:tc>
                  <a:txBody>
                    <a:bodyPr/>
                    <a:lstStyle/>
                    <a:p>
                      <a:r>
                        <a:t>UE+ header, L2 prefix</a:t>
                      </a:r>
                    </a:p>
                  </a:txBody>
                  <a:tcPr/>
                </a:tc>
              </a:tr>
              <a:tr h="370840">
                <a:tc>
                  <a:txBody>
                    <a:bodyPr/>
                    <a:lstStyle/>
                    <a:p>
                      <a:r>
                        <a:t>Network</a:t>
                      </a:r>
                    </a:p>
                  </a:txBody>
                  <a:tcPr/>
                </a:tc>
                <a:tc>
                  <a:txBody>
                    <a:bodyPr/>
                    <a:lstStyle/>
                    <a:p>
                      <a:r>
                        <a:t>4</a:t>
                      </a:r>
                    </a:p>
                  </a:txBody>
                  <a:tcPr/>
                </a:tc>
                <a:tc>
                  <a:txBody>
                    <a:bodyPr/>
                    <a:lstStyle/>
                    <a:p>
                      <a:r>
                        <a:t>UFH-16+, UFH-32+, collective_l2, scaleup_l2</a:t>
                      </a:r>
                    </a:p>
                  </a:txBody>
                  <a:tcPr/>
                </a:tc>
              </a:tr>
              <a:tr h="370840">
                <a:tc>
                  <a:txBody>
                    <a:bodyPr/>
                    <a:lstStyle/>
                    <a:p>
                      <a:r>
                        <a:t>Transport</a:t>
                      </a:r>
                    </a:p>
                  </a:txBody>
                  <a:tcPr/>
                </a:tc>
                <a:tc>
                  <a:txBody>
                    <a:bodyPr/>
                    <a:lstStyle/>
                    <a:p>
                      <a:r>
                        <a:t>2</a:t>
                      </a:r>
                    </a:p>
                  </a:txBody>
                  <a:tcPr/>
                </a:tc>
                <a:tc>
                  <a:txBody>
                    <a:bodyPr/>
                    <a:lstStyle/>
                    <a:p>
                      <a:r>
                        <a:t>CSIG+ telemetry, partition key</a:t>
                      </a:r>
                    </a:p>
                  </a:txBody>
                  <a:tcPr/>
                </a:tc>
              </a:tr>
              <a:tr h="370840">
                <a:tc>
                  <a:txBody>
                    <a:bodyPr/>
                    <a:lstStyle/>
                    <a:p>
                      <a:r>
                        <a:t>Config</a:t>
                      </a:r>
                    </a:p>
                  </a:txBody>
                  <a:tcPr/>
                </a:tc>
                <a:tc>
                  <a:txBody>
                    <a:bodyPr/>
                    <a:lstStyle/>
                    <a:p>
                      <a:r>
                        <a:t>2</a:t>
                      </a:r>
                    </a:p>
                  </a:txBody>
                  <a:tcPr/>
                </a:tc>
                <a:tc>
                  <a:txBody>
                    <a:bodyPr/>
                    <a:lstStyle/>
                    <a:p>
                      <a:r>
                        <a:t>Address vector, peer capability</a:t>
                      </a:r>
                    </a:p>
                  </a:txBody>
                  <a:tcPr/>
                </a:tc>
              </a:tr>
              <a:tr h="370840">
                <a:tc>
                  <a:txBody>
                    <a:bodyPr/>
                    <a:lstStyle/>
                    <a:p>
                      <a:r>
                        <a:t>Protocols</a:t>
                      </a:r>
                    </a:p>
                  </a:txBody>
                  <a:tcPr/>
                </a:tc>
                <a:tc>
                  <a:txBody>
                    <a:bodyPr/>
                    <a:lstStyle/>
                    <a:p>
                      <a:r>
                        <a:t>1</a:t>
                      </a:r>
                    </a:p>
                  </a:txBody>
                  <a:tcPr/>
                </a:tc>
                <a:tc>
                  <a:txBody>
                    <a:bodyPr/>
                    <a:lstStyle/>
                    <a:p>
                      <a:r>
                        <a:t>L2 header selection state machine</a:t>
                      </a:r>
                    </a:p>
                  </a:txBody>
                  <a:tcPr/>
                </a:tc>
              </a:tr>
              <a:tr h="370840">
                <a:tc>
                  <a:txBody>
                    <a:bodyPr/>
                    <a:lstStyle/>
                    <a:p>
                      <a:r>
                        <a:t>Encapsulation</a:t>
                      </a:r>
                    </a:p>
                  </a:txBody>
                  <a:tcPr/>
                </a:tc>
                <a:tc>
                  <a:txBody>
                    <a:bodyPr/>
                    <a:lstStyle/>
                    <a:p>
                      <a:r>
                        <a:t>1</a:t>
                      </a:r>
                    </a:p>
                  </a:txBody>
                  <a:tcPr/>
                </a:tc>
                <a:tc>
                  <a:txBody>
                    <a:bodyPr/>
                    <a:lstStyle/>
                    <a:p>
                      <a:r>
                        <a:t>VxLAN+</a:t>
                      </a:r>
                    </a:p>
                  </a:txBody>
                  <a:tcPr/>
                </a:tc>
              </a:tr>
              <a:tr h="370840">
                <a:tc>
                  <a:txBody>
                    <a:bodyPr/>
                    <a:lstStyle/>
                    <a:p>
                      <a:r>
                        <a:t>TOTAL</a:t>
                      </a:r>
                    </a:p>
                  </a:txBody>
                  <a:tcPr/>
                </a:tc>
                <a:tc>
                  <a:txBody>
                    <a:bodyPr/>
                    <a:lstStyle/>
                    <a:p>
                      <a:r>
                        <a:t>12</a:t>
                      </a:r>
                    </a:p>
                  </a:txBody>
                  <a:tcPr/>
                </a:tc>
                <a:tc>
                  <a:txBody>
                    <a:bodyPr/>
                    <a:lstStyle/>
                    <a:p>
                      <a:r>
                        <a:t>-</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RoCEv2</a:t>
            </a:r>
          </a:p>
        </p:txBody>
      </p:sp>
      <p:sp>
        <p:nvSpPr>
          <p:cNvPr id="3" name="Text Placeholder 2"/>
          <p:cNvSpPr>
            <a:spLocks noGrp="1"/>
          </p:cNvSpPr>
          <p:nvPr>
            <p:ph type="body" idx="1"/>
          </p:nvPr>
        </p:nvSpPr>
        <p:spPr/>
        <p:txBody>
          <a:bodyPr/>
          <a:lstStyle/>
          <a:p>
            <a:r>
              <a:t>9 KSY Files - InfiniBand Architecture v1.4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RoCE Coverage</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1483360"/>
        </p:xfrm>
        <a:graphic>
          <a:graphicData uri="http://schemas.openxmlformats.org/drawingml/2006/table">
            <a:tbl>
              <a:tblPr firstRow="1" bandRow="1">
                <a:tableStyleId>{5C22544A-7EE6-4342-B048-85BDC9FD1C3A}</a:tableStyleId>
              </a:tblPr>
              <a:tblGrid>
                <a:gridCol w="4063999"/>
                <a:gridCol w="4063999"/>
                <a:gridCol w="4064001"/>
              </a:tblGrid>
              <a:tr h="370840">
                <a:tc>
                  <a:txBody>
                    <a:bodyPr/>
                    <a:lstStyle/>
                    <a:p>
                      <a:r>
                        <a:t>Category</a:t>
                      </a:r>
                    </a:p>
                  </a:txBody>
                  <a:tcPr/>
                </a:tc>
                <a:tc>
                  <a:txBody>
                    <a:bodyPr/>
                    <a:lstStyle/>
                    <a:p>
                      <a:r>
                        <a:t>Files</a:t>
                      </a:r>
                    </a:p>
                  </a:txBody>
                  <a:tcPr/>
                </a:tc>
                <a:tc>
                  <a:txBody>
                    <a:bodyPr/>
                    <a:lstStyle/>
                    <a:p>
                      <a:r>
                        <a:t>Headers</a:t>
                      </a:r>
                    </a:p>
                  </a:txBody>
                  <a:tcPr/>
                </a:tc>
              </a:tr>
              <a:tr h="370840">
                <a:tc>
                  <a:txBody>
                    <a:bodyPr/>
                    <a:lstStyle/>
                    <a:p>
                      <a:r>
                        <a:t>Transport</a:t>
                      </a:r>
                    </a:p>
                  </a:txBody>
                  <a:tcPr/>
                </a:tc>
                <a:tc>
                  <a:txBody>
                    <a:bodyPr/>
                    <a:lstStyle/>
                    <a:p>
                      <a:r>
                        <a:t>8</a:t>
                      </a:r>
                    </a:p>
                  </a:txBody>
                  <a:tcPr/>
                </a:tc>
                <a:tc>
                  <a:txBody>
                    <a:bodyPr/>
                    <a:lstStyle/>
                    <a:p>
                      <a:r>
                        <a:t>BTH, RETH, AETH, DETH, IMMDT, AtomicETH, AtomicAckETH, ICRC</a:t>
                      </a:r>
                    </a:p>
                  </a:txBody>
                  <a:tcPr/>
                </a:tc>
              </a:tr>
              <a:tr h="370840">
                <a:tc>
                  <a:txBody>
                    <a:bodyPr/>
                    <a:lstStyle/>
                    <a:p>
                      <a:r>
                        <a:t>Protocols</a:t>
                      </a:r>
                    </a:p>
                  </a:txBody>
                  <a:tcPr/>
                </a:tc>
                <a:tc>
                  <a:txBody>
                    <a:bodyPr/>
                    <a:lstStyle/>
                    <a:p>
                      <a:r>
                        <a:t>1</a:t>
                      </a:r>
                    </a:p>
                  </a:txBody>
                  <a:tcPr/>
                </a:tc>
                <a:tc>
                  <a:txBody>
                    <a:bodyPr/>
                    <a:lstStyle/>
                    <a:p>
                      <a:r>
                        <a:t>QP state machine</a:t>
                      </a:r>
                    </a:p>
                  </a:txBody>
                  <a:tcPr/>
                </a:tc>
              </a:tr>
              <a:tr h="370840">
                <a:tc>
                  <a:txBody>
                    <a:bodyPr/>
                    <a:lstStyle/>
                    <a:p>
                      <a:r>
                        <a:t>TOTAL</a:t>
                      </a:r>
                    </a:p>
                  </a:txBody>
                  <a:tcPr/>
                </a:tc>
                <a:tc>
                  <a:txBody>
                    <a:bodyPr/>
                    <a:lstStyle/>
                    <a:p>
                      <a:r>
                        <a:t>9</a:t>
                      </a:r>
                    </a:p>
                  </a:txBody>
                  <a:tcPr/>
                </a:tc>
                <a:tc>
                  <a:txBody>
                    <a:bodyPr/>
                    <a:lstStyle/>
                    <a:p>
                      <a:r>
                        <a:t>-</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Transport types: RC, UC, RD, UD, CNP (ECN)</a:t>
            </a:r>
          </a:p>
          <a:p>
            <a:r>
              <a:t>• NOT supported: XRC (no shared receive queues)</a:t>
            </a:r>
          </a:p>
          <a:p>
            <a:r>
              <a:t>• Extended atomics implemented over UE/UE+ instead</a:t>
            </a:r>
          </a:p>
        </p:txBody>
      </p:sp>
      <p:sp>
        <p:nvSpPr>
          <p:cNvPr id="3" name="Title 2"/>
          <p:cNvSpPr>
            <a:spLocks noGrp="1"/>
          </p:cNvSpPr>
          <p:nvPr>
            <p:ph type="title"/>
          </p:nvPr>
        </p:nvSpPr>
        <p:spPr/>
        <p:txBody>
          <a:bodyPr/>
          <a:lstStyle/>
          <a:p>
            <a:r>
              <a:t>PMR RoCE Support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State Machines</a:t>
            </a:r>
          </a:p>
        </p:txBody>
      </p:sp>
      <p:sp>
        <p:nvSpPr>
          <p:cNvPr id="3" name="Text Placeholder 2"/>
          <p:cNvSpPr>
            <a:spLocks noGrp="1"/>
          </p:cNvSpPr>
          <p:nvPr>
            <p:ph type="body" idx="1"/>
          </p:nvPr>
        </p:nvSpPr>
        <p:spPr/>
        <p:txBody>
          <a:bodyPr/>
          <a:lstStyle/>
          <a:p>
            <a:r>
              <a:t>51 Protocol State Machines in protocols/ Subdirectories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State Machine Distribution</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4079240"/>
        </p:xfrm>
        <a:graphic>
          <a:graphicData uri="http://schemas.openxmlformats.org/drawingml/2006/table">
            <a:tbl>
              <a:tblPr firstRow="1" bandRow="1">
                <a:tableStyleId>{5C22544A-7EE6-4342-B048-85BDC9FD1C3A}</a:tableStyleId>
              </a:tblPr>
              <a:tblGrid>
                <a:gridCol w="3047999"/>
                <a:gridCol w="3047999"/>
                <a:gridCol w="3047999"/>
                <a:gridCol w="3048002"/>
              </a:tblGrid>
              <a:tr h="370840">
                <a:tc>
                  <a:txBody>
                    <a:bodyPr/>
                    <a:lstStyle/>
                    <a:p>
                      <a:r>
                        <a:t>Protocol</a:t>
                      </a:r>
                    </a:p>
                  </a:txBody>
                  <a:tcPr/>
                </a:tc>
                <a:tc>
                  <a:txBody>
                    <a:bodyPr/>
                    <a:lstStyle/>
                    <a:p>
                      <a:r>
                        <a:t>Layer</a:t>
                      </a:r>
                    </a:p>
                  </a:txBody>
                  <a:tcPr/>
                </a:tc>
                <a:tc>
                  <a:txBody>
                    <a:bodyPr/>
                    <a:lstStyle/>
                    <a:p>
                      <a:r>
                        <a:t>Count</a:t>
                      </a:r>
                    </a:p>
                  </a:txBody>
                  <a:tcPr/>
                </a:tc>
                <a:tc>
                  <a:txBody>
                    <a:bodyPr/>
                    <a:lstStyle/>
                    <a:p>
                      <a:r>
                        <a:t>Examples</a:t>
                      </a:r>
                    </a:p>
                  </a:txBody>
                  <a:tcPr/>
                </a:tc>
              </a:tr>
              <a:tr h="370840">
                <a:tc>
                  <a:txBody>
                    <a:bodyPr/>
                    <a:lstStyle/>
                    <a:p>
                      <a:r>
                        <a:t>UE</a:t>
                      </a:r>
                    </a:p>
                  </a:txBody>
                  <a:tcPr/>
                </a:tc>
                <a:tc>
                  <a:txBody>
                    <a:bodyPr/>
                    <a:lstStyle/>
                    <a:p>
                      <a:r>
                        <a:t>PDS</a:t>
                      </a:r>
                    </a:p>
                  </a:txBody>
                  <a:tcPr/>
                </a:tc>
                <a:tc>
                  <a:txBody>
                    <a:bodyPr/>
                    <a:lstStyle/>
                    <a:p>
                      <a:r>
                        <a:t>16</a:t>
                      </a:r>
                    </a:p>
                  </a:txBody>
                  <a:tcPr/>
                </a:tc>
                <a:tc>
                  <a:txBody>
                    <a:bodyPr/>
                    <a:lstStyle/>
                    <a:p>
                      <a:r>
                        <a:t>pdc_establishment, loss_detection_*, rud_delivery</a:t>
                      </a:r>
                    </a:p>
                  </a:txBody>
                  <a:tcPr/>
                </a:tc>
              </a:tr>
              <a:tr h="370840">
                <a:tc>
                  <a:txBody>
                    <a:bodyPr/>
                    <a:lstStyle/>
                    <a:p>
                      <a:r>
                        <a:t>UE</a:t>
                      </a:r>
                    </a:p>
                  </a:txBody>
                  <a:tcPr/>
                </a:tc>
                <a:tc>
                  <a:txBody>
                    <a:bodyPr/>
                    <a:lstStyle/>
                    <a:p>
                      <a:r>
                        <a:t>CMS</a:t>
                      </a:r>
                    </a:p>
                  </a:txBody>
                  <a:tcPr/>
                </a:tc>
                <a:tc>
                  <a:txBody>
                    <a:bodyPr/>
                    <a:lstStyle/>
                    <a:p>
                      <a:r>
                        <a:t>8</a:t>
                      </a:r>
                    </a:p>
                  </a:txBody>
                  <a:tcPr/>
                </a:tc>
                <a:tc>
                  <a:txBody>
                    <a:bodyPr/>
                    <a:lstStyle/>
                    <a:p>
                      <a:r>
                        <a:t>ccc_state_machine, nscc_source, multipath_selection</a:t>
                      </a:r>
                    </a:p>
                  </a:txBody>
                  <a:tcPr/>
                </a:tc>
              </a:tr>
              <a:tr h="370840">
                <a:tc>
                  <a:txBody>
                    <a:bodyPr/>
                    <a:lstStyle/>
                    <a:p>
                      <a:r>
                        <a:t>UE</a:t>
                      </a:r>
                    </a:p>
                  </a:txBody>
                  <a:tcPr/>
                </a:tc>
                <a:tc>
                  <a:txBody>
                    <a:bodyPr/>
                    <a:lstStyle/>
                    <a:p>
                      <a:r>
                        <a:t>TSS</a:t>
                      </a:r>
                    </a:p>
                  </a:txBody>
                  <a:tcPr/>
                </a:tc>
                <a:tc>
                  <a:txBody>
                    <a:bodyPr/>
                    <a:lstStyle/>
                    <a:p>
                      <a:r>
                        <a:t>7</a:t>
                      </a:r>
                    </a:p>
                  </a:txBody>
                  <a:tcPr/>
                </a:tc>
                <a:tc>
                  <a:txBody>
                    <a:bodyPr/>
                    <a:lstStyle/>
                    <a:p>
                      <a:r>
                        <a:t>join_secure_domain, kdf_*, key_rotation</a:t>
                      </a:r>
                    </a:p>
                  </a:txBody>
                  <a:tcPr/>
                </a:tc>
              </a:tr>
              <a:tr h="370840">
                <a:tc>
                  <a:txBody>
                    <a:bodyPr/>
                    <a:lstStyle/>
                    <a:p>
                      <a:r>
                        <a:t>UE</a:t>
                      </a:r>
                    </a:p>
                  </a:txBody>
                  <a:tcPr/>
                </a:tc>
                <a:tc>
                  <a:txBody>
                    <a:bodyPr/>
                    <a:lstStyle/>
                    <a:p>
                      <a:r>
                        <a:t>LLR</a:t>
                      </a:r>
                    </a:p>
                  </a:txBody>
                  <a:tcPr/>
                </a:tc>
                <a:tc>
                  <a:txBody>
                    <a:bodyPr/>
                    <a:lstStyle/>
                    <a:p>
                      <a:r>
                        <a:t>3</a:t>
                      </a:r>
                    </a:p>
                  </a:txBody>
                  <a:tcPr/>
                </a:tc>
                <a:tc>
                  <a:txBody>
                    <a:bodyPr/>
                    <a:lstStyle/>
                    <a:p>
                      <a:r>
                        <a:t>llr_transmit_sm, llr_receive, ack_nack_transmit_sm</a:t>
                      </a:r>
                    </a:p>
                  </a:txBody>
                  <a:tcPr/>
                </a:tc>
              </a:tr>
              <a:tr h="370840">
                <a:tc>
                  <a:txBody>
                    <a:bodyPr/>
                    <a:lstStyle/>
                    <a:p>
                      <a:r>
                        <a:t>UE</a:t>
                      </a:r>
                    </a:p>
                  </a:txBody>
                  <a:tcPr/>
                </a:tc>
                <a:tc>
                  <a:txBody>
                    <a:bodyPr/>
                    <a:lstStyle/>
                    <a:p>
                      <a:r>
                        <a:t>CBFC</a:t>
                      </a:r>
                    </a:p>
                  </a:txBody>
                  <a:tcPr/>
                </a:tc>
                <a:tc>
                  <a:txBody>
                    <a:bodyPr/>
                    <a:lstStyle/>
                    <a:p>
                      <a:r>
                        <a:t>3</a:t>
                      </a:r>
                    </a:p>
                  </a:txBody>
                  <a:tcPr/>
                </a:tc>
                <a:tc>
                  <a:txBody>
                    <a:bodyPr/>
                    <a:lstStyle/>
                    <a:p>
                      <a:r>
                        <a:t>vc_state_machine, lossless_vc_init/removal</a:t>
                      </a:r>
                    </a:p>
                  </a:txBody>
                  <a:tcPr/>
                </a:tc>
              </a:tr>
              <a:tr h="370840">
                <a:tc>
                  <a:txBody>
                    <a:bodyPr/>
                    <a:lstStyle/>
                    <a:p>
                      <a:r>
                        <a:t>UE</a:t>
                      </a:r>
                    </a:p>
                  </a:txBody>
                  <a:tcPr/>
                </a:tc>
                <a:tc>
                  <a:txBody>
                    <a:bodyPr/>
                    <a:lstStyle/>
                    <a:p>
                      <a:r>
                        <a:t>LLDP</a:t>
                      </a:r>
                    </a:p>
                  </a:txBody>
                  <a:tcPr/>
                </a:tc>
                <a:tc>
                  <a:txBody>
                    <a:bodyPr/>
                    <a:lstStyle/>
                    <a:p>
                      <a:r>
                        <a:t>1</a:t>
                      </a:r>
                    </a:p>
                  </a:txBody>
                  <a:tcPr/>
                </a:tc>
                <a:tc>
                  <a:txBody>
                    <a:bodyPr/>
                    <a:lstStyle/>
                    <a:p>
                      <a:r>
                        <a:t>link_negotiation_sm</a:t>
                      </a:r>
                    </a:p>
                  </a:txBody>
                  <a:tcPr/>
                </a:tc>
              </a:tr>
              <a:tr h="370840">
                <a:tc>
                  <a:txBody>
                    <a:bodyPr/>
                    <a:lstStyle/>
                    <a:p>
                      <a:r>
                        <a:t>UALink</a:t>
                      </a:r>
                    </a:p>
                  </a:txBody>
                  <a:tcPr/>
                </a:tc>
                <a:tc>
                  <a:txBody>
                    <a:bodyPr/>
                    <a:lstStyle/>
                    <a:p>
                      <a:r>
                        <a:t>Various</a:t>
                      </a:r>
                    </a:p>
                  </a:txBody>
                  <a:tcPr/>
                </a:tc>
                <a:tc>
                  <a:txBody>
                    <a:bodyPr/>
                    <a:lstStyle/>
                    <a:p>
                      <a:r>
                        <a:t>11</a:t>
                      </a:r>
                    </a:p>
                  </a:txBody>
                  <a:tcPr/>
                </a:tc>
                <a:tc>
                  <a:txBody>
                    <a:bodyPr/>
                    <a:lstStyle/>
                    <a:p>
                      <a:r>
                        <a:t>link_training, key_derivation, flow_control</a:t>
                      </a:r>
                    </a:p>
                  </a:txBody>
                  <a:tcPr/>
                </a:tc>
              </a:tr>
              <a:tr h="370840">
                <a:tc>
                  <a:txBody>
                    <a:bodyPr/>
                    <a:lstStyle/>
                    <a:p>
                      <a:r>
                        <a:t>Cornelis</a:t>
                      </a:r>
                    </a:p>
                  </a:txBody>
                  <a:tcPr/>
                </a:tc>
                <a:tc>
                  <a:txBody>
                    <a:bodyPr/>
                    <a:lstStyle/>
                    <a:p>
                      <a:r>
                        <a:t>Protocols</a:t>
                      </a:r>
                    </a:p>
                  </a:txBody>
                  <a:tcPr/>
                </a:tc>
                <a:tc>
                  <a:txBody>
                    <a:bodyPr/>
                    <a:lstStyle/>
                    <a:p>
                      <a:r>
                        <a:t>1</a:t>
                      </a:r>
                    </a:p>
                  </a:txBody>
                  <a:tcPr/>
                </a:tc>
                <a:tc>
                  <a:txBody>
                    <a:bodyPr/>
                    <a:lstStyle/>
                    <a:p>
                      <a:r>
                        <a:t>l2_header_selection_sm</a:t>
                      </a:r>
                    </a:p>
                  </a:txBody>
                  <a:tcPr/>
                </a:tc>
              </a:tr>
              <a:tr h="370840">
                <a:tc>
                  <a:txBody>
                    <a:bodyPr/>
                    <a:lstStyle/>
                    <a:p>
                      <a:r>
                        <a:t>RoCE</a:t>
                      </a:r>
                    </a:p>
                  </a:txBody>
                  <a:tcPr/>
                </a:tc>
                <a:tc>
                  <a:txBody>
                    <a:bodyPr/>
                    <a:lstStyle/>
                    <a:p>
                      <a:r>
                        <a:t>Protocols</a:t>
                      </a:r>
                    </a:p>
                  </a:txBody>
                  <a:tcPr/>
                </a:tc>
                <a:tc>
                  <a:txBody>
                    <a:bodyPr/>
                    <a:lstStyle/>
                    <a:p>
                      <a:r>
                        <a:t>1</a:t>
                      </a:r>
                    </a:p>
                  </a:txBody>
                  <a:tcPr/>
                </a:tc>
                <a:tc>
                  <a:txBody>
                    <a:bodyPr/>
                    <a:lstStyle/>
                    <a:p>
                      <a:r>
                        <a:t>qp_state_machine</a:t>
                      </a:r>
                    </a:p>
                  </a:txBody>
                  <a:tcPr/>
                </a:tc>
              </a:tr>
              <a:tr h="370840">
                <a:tc>
                  <a:txBody>
                    <a:bodyPr/>
                    <a:lstStyle/>
                    <a:p>
                      <a:r>
                        <a:t>TOTAL</a:t>
                      </a:r>
                    </a:p>
                  </a:txBody>
                  <a:tcPr/>
                </a:tc>
                <a:tc>
                  <a:txBody>
                    <a:bodyPr/>
                    <a:lstStyle/>
                    <a:p>
                      <a:r>
                        <a:t>-</a:t>
                      </a:r>
                    </a:p>
                  </a:txBody>
                  <a:tcPr/>
                </a:tc>
                <a:tc>
                  <a:txBody>
                    <a:bodyPr/>
                    <a:lstStyle/>
                    <a:p>
                      <a:r>
                        <a:t>51</a:t>
                      </a:r>
                    </a:p>
                  </a:txBody>
                  <a:tcPr/>
                </a:tc>
                <a:tc>
                  <a:txBody>
                    <a:bodyPr/>
                    <a:lstStyle/>
                    <a:p>
                      <a:r>
                        <a:t>-</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Cross-Protocol Comparison</a:t>
            </a:r>
          </a:p>
        </p:txBody>
      </p:sp>
      <p:sp>
        <p:nvSpPr>
          <p:cNvPr id="3" name="Text Placeholder 2"/>
          <p:cNvSpPr>
            <a:spLocks noGrp="1"/>
          </p:cNvSpPr>
          <p:nvPr>
            <p:ph type="body" idx="1"/>
          </p:nvPr>
        </p:nvSpPr>
        <p:spPr/>
        <p:txBody>
          <a:bodyPr/>
          <a:lstStyle/>
          <a:p>
            <a:r>
              <a:t>Header Overhead and Efficiency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Header Overhead Comparison</a:t>
            </a:r>
          </a:p>
        </p:txBody>
      </p:sp>
      <p:sp>
        <p:nvSpPr>
          <p:cNvPr id="3" name="Text Placeholder 2"/>
          <p:cNvSpPr>
            <a:spLocks noGrp="1"/>
          </p:cNvSpPr>
          <p:nvPr>
            <p:ph type="body" idx="10" sz="quarter"/>
          </p:nvPr>
        </p:nvSpPr>
        <p:spPr/>
        <p:txBody>
          <a:bodyPr/>
          <a:lstStyle/>
          <a:p/>
        </p:txBody>
      </p:sp>
      <p:graphicFrame>
        <p:nvGraphicFramePr>
          <p:cNvPr id="4" name="Table Placeholder 3"/>
          <p:cNvGraphicFramePr>
            <a:graphicFrameLocks noGrp="1"/>
          </p:cNvGraphicFramePr>
          <p:nvPr>
            <p:ph type="tbl" idx="11" sz="quarter"/>
          </p:nvPr>
        </p:nvGraphicFramePr>
        <p:xfrm>
          <a:off x="0" y="1847274"/>
          <a:ext cx="12191999" cy="2595880"/>
        </p:xfrm>
        <a:graphic>
          <a:graphicData uri="http://schemas.openxmlformats.org/drawingml/2006/table">
            <a:tbl>
              <a:tblPr firstRow="1" bandRow="1">
                <a:tableStyleId>{5C22544A-7EE6-4342-B048-85BDC9FD1C3A}</a:tableStyleId>
              </a:tblPr>
              <a:tblGrid>
                <a:gridCol w="3047999"/>
                <a:gridCol w="3047999"/>
                <a:gridCol w="3047999"/>
                <a:gridCol w="3048002"/>
              </a:tblGrid>
              <a:tr h="370840">
                <a:tc>
                  <a:txBody>
                    <a:bodyPr/>
                    <a:lstStyle/>
                    <a:p>
                      <a:r>
                        <a:t>Protocol</a:t>
                      </a:r>
                    </a:p>
                  </a:txBody>
                  <a:tcPr/>
                </a:tc>
                <a:tc>
                  <a:txBody>
                    <a:bodyPr/>
                    <a:lstStyle/>
                    <a:p>
                      <a:r>
                        <a:t>Min Overhead</a:t>
                      </a:r>
                    </a:p>
                  </a:txBody>
                  <a:tcPr/>
                </a:tc>
                <a:tc>
                  <a:txBody>
                    <a:bodyPr/>
                    <a:lstStyle/>
                    <a:p>
                      <a:r>
                        <a:t>Max Overhead</a:t>
                      </a:r>
                    </a:p>
                  </a:txBody>
                  <a:tcPr/>
                </a:tc>
                <a:tc>
                  <a:txBody>
                    <a:bodyPr/>
                    <a:lstStyle/>
                    <a:p>
                      <a:r>
                        <a:t>4KB Efficiency</a:t>
                      </a:r>
                    </a:p>
                  </a:txBody>
                  <a:tcPr/>
                </a:tc>
              </a:tr>
              <a:tr h="370840">
                <a:tc>
                  <a:txBody>
                    <a:bodyPr/>
                    <a:lstStyle/>
                    <a:p>
                      <a:r>
                        <a:t>UE+ Standard</a:t>
                      </a:r>
                    </a:p>
                  </a:txBody>
                  <a:tcPr/>
                </a:tc>
                <a:tc>
                  <a:txBody>
                    <a:bodyPr/>
                    <a:lstStyle/>
                    <a:p>
                      <a:r>
                        <a:t>100 bytes</a:t>
                      </a:r>
                    </a:p>
                  </a:txBody>
                  <a:tcPr/>
                </a:tc>
                <a:tc>
                  <a:txBody>
                    <a:bodyPr/>
                    <a:lstStyle/>
                    <a:p>
                      <a:r>
                        <a:t>100 bytes</a:t>
                      </a:r>
                    </a:p>
                  </a:txBody>
                  <a:tcPr/>
                </a:tc>
                <a:tc>
                  <a:txBody>
                    <a:bodyPr/>
                    <a:lstStyle/>
                    <a:p>
                      <a:r>
                        <a:t>97.6%</a:t>
                      </a:r>
                    </a:p>
                  </a:txBody>
                  <a:tcPr/>
                </a:tc>
              </a:tr>
              <a:tr h="370840">
                <a:tc>
                  <a:txBody>
                    <a:bodyPr/>
                    <a:lstStyle/>
                    <a:p>
                      <a:r>
                        <a:t>UE+ Small Message</a:t>
                      </a:r>
                    </a:p>
                  </a:txBody>
                  <a:tcPr/>
                </a:tc>
                <a:tc>
                  <a:txBody>
                    <a:bodyPr/>
                    <a:lstStyle/>
                    <a:p>
                      <a:r>
                        <a:t>68 bytes</a:t>
                      </a:r>
                    </a:p>
                  </a:txBody>
                  <a:tcPr/>
                </a:tc>
                <a:tc>
                  <a:txBody>
                    <a:bodyPr/>
                    <a:lstStyle/>
                    <a:p>
                      <a:r>
                        <a:t>68 bytes</a:t>
                      </a:r>
                    </a:p>
                  </a:txBody>
                  <a:tcPr/>
                </a:tc>
                <a:tc>
                  <a:txBody>
                    <a:bodyPr/>
                    <a:lstStyle/>
                    <a:p>
                      <a:r>
                        <a:t>98.4%</a:t>
                      </a:r>
                    </a:p>
                  </a:txBody>
                  <a:tcPr/>
                </a:tc>
              </a:tr>
              <a:tr h="370840">
                <a:tc>
                  <a:txBody>
                    <a:bodyPr/>
                    <a:lstStyle/>
                    <a:p>
                      <a:r>
                        <a:t>UE+ Encrypted</a:t>
                      </a:r>
                    </a:p>
                  </a:txBody>
                  <a:tcPr/>
                </a:tc>
                <a:tc>
                  <a:txBody>
                    <a:bodyPr/>
                    <a:lstStyle/>
                    <a:p>
                      <a:r>
                        <a:t>116 bytes</a:t>
                      </a:r>
                    </a:p>
                  </a:txBody>
                  <a:tcPr/>
                </a:tc>
                <a:tc>
                  <a:txBody>
                    <a:bodyPr/>
                    <a:lstStyle/>
                    <a:p>
                      <a:r>
                        <a:t>132 bytes</a:t>
                      </a:r>
                    </a:p>
                  </a:txBody>
                  <a:tcPr/>
                </a:tc>
                <a:tc>
                  <a:txBody>
                    <a:bodyPr/>
                    <a:lstStyle/>
                    <a:p>
                      <a:r>
                        <a:t>96.9%</a:t>
                      </a:r>
                    </a:p>
                  </a:txBody>
                  <a:tcPr/>
                </a:tc>
              </a:tr>
              <a:tr h="370840">
                <a:tc>
                  <a:txBody>
                    <a:bodyPr/>
                    <a:lstStyle/>
                    <a:p>
                      <a:r>
                        <a:t>RoCEv2 (IPv4)</a:t>
                      </a:r>
                    </a:p>
                  </a:txBody>
                  <a:tcPr/>
                </a:tc>
                <a:tc>
                  <a:txBody>
                    <a:bodyPr/>
                    <a:lstStyle/>
                    <a:p>
                      <a:r>
                        <a:t>58 bytes</a:t>
                      </a:r>
                    </a:p>
                  </a:txBody>
                  <a:tcPr/>
                </a:tc>
                <a:tc>
                  <a:txBody>
                    <a:bodyPr/>
                    <a:lstStyle/>
                    <a:p>
                      <a:r>
                        <a:t>78 bytes</a:t>
                      </a:r>
                    </a:p>
                  </a:txBody>
                  <a:tcPr/>
                </a:tc>
                <a:tc>
                  <a:txBody>
                    <a:bodyPr/>
                    <a:lstStyle/>
                    <a:p>
                      <a:r>
                        <a:t>98.6%</a:t>
                      </a:r>
                    </a:p>
                  </a:txBody>
                  <a:tcPr/>
                </a:tc>
              </a:tr>
              <a:tr h="370840">
                <a:tc>
                  <a:txBody>
                    <a:bodyPr/>
                    <a:lstStyle/>
                    <a:p>
                      <a:r>
                        <a:t>RoCEv2 (IPv6)</a:t>
                      </a:r>
                    </a:p>
                  </a:txBody>
                  <a:tcPr/>
                </a:tc>
                <a:tc>
                  <a:txBody>
                    <a:bodyPr/>
                    <a:lstStyle/>
                    <a:p>
                      <a:r>
                        <a:t>78 bytes</a:t>
                      </a:r>
                    </a:p>
                  </a:txBody>
                  <a:tcPr/>
                </a:tc>
                <a:tc>
                  <a:txBody>
                    <a:bodyPr/>
                    <a:lstStyle/>
                    <a:p>
                      <a:r>
                        <a:t>98 bytes</a:t>
                      </a:r>
                    </a:p>
                  </a:txBody>
                  <a:tcPr/>
                </a:tc>
                <a:tc>
                  <a:txBody>
                    <a:bodyPr/>
                    <a:lstStyle/>
                    <a:p>
                      <a:r>
                        <a:t>98.1%</a:t>
                      </a:r>
                    </a:p>
                  </a:txBody>
                  <a:tcPr/>
                </a:tc>
              </a:tr>
              <a:tr h="370840">
                <a:tc>
                  <a:txBody>
                    <a:bodyPr/>
                    <a:lstStyle/>
                    <a:p>
                      <a:r>
                        <a:t>Standard Ethernet</a:t>
                      </a:r>
                    </a:p>
                  </a:txBody>
                  <a:tcPr/>
                </a:tc>
                <a:tc>
                  <a:txBody>
                    <a:bodyPr/>
                    <a:lstStyle/>
                    <a:p>
                      <a:r>
                        <a:t>14 bytes</a:t>
                      </a:r>
                    </a:p>
                  </a:txBody>
                  <a:tcPr/>
                </a:tc>
                <a:tc>
                  <a:txBody>
                    <a:bodyPr/>
                    <a:lstStyle/>
                    <a:p>
                      <a:r>
                        <a:t>18 bytes</a:t>
                      </a:r>
                    </a:p>
                  </a:txBody>
                  <a:tcPr/>
                </a:tc>
                <a:tc>
                  <a:txBody>
                    <a:bodyPr/>
                    <a:lstStyle/>
                    <a:p>
                      <a:r>
                        <a:t>99.6%</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Report Index</a:t>
            </a:r>
          </a:p>
        </p:txBody>
      </p:sp>
      <p:sp>
        <p:nvSpPr>
          <p:cNvPr id="3" name="Text Placeholder 2"/>
          <p:cNvSpPr>
            <a:spLocks noGrp="1"/>
          </p:cNvSpPr>
          <p:nvPr>
            <p:ph type="body" idx="1"/>
          </p:nvPr>
        </p:nvSpPr>
        <p:spPr/>
        <p:txBody>
          <a:bodyPr/>
          <a:lstStyle/>
          <a:p>
            <a:r>
              <a:t>Detailed Technical Reports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technical_report_ue.pptx - Ultra Ethernet (103 files, 800 lines)</a:t>
            </a:r>
          </a:p>
          <a:p>
            <a:r>
              <a:t>• technical_report_ethernet.pptx - Ethernet (12 files, 366 lines)</a:t>
            </a:r>
          </a:p>
          <a:p>
            <a:r>
              <a:t>• technical_report_roce.pptx - RoCEv2 (9 files, 411 lines)</a:t>
            </a:r>
          </a:p>
          <a:p>
            <a:r>
              <a:t>• technical_report_cornelis.pptx - Cornelis (12 files, 382 lines)</a:t>
            </a:r>
          </a:p>
          <a:p>
            <a:r>
              <a:t>• technical_report_ualink.pptx - UALink Reference (38 files, 486 lines)</a:t>
            </a:r>
          </a:p>
        </p:txBody>
      </p:sp>
      <p:sp>
        <p:nvSpPr>
          <p:cNvPr id="3" name="Title 2"/>
          <p:cNvSpPr>
            <a:spLocks noGrp="1"/>
          </p:cNvSpPr>
          <p:nvPr>
            <p:ph type="title"/>
          </p:nvPr>
        </p:nvSpPr>
        <p:spPr/>
        <p:txBody>
          <a:bodyPr/>
          <a:lstStyle/>
          <a:p>
            <a:r>
              <a:t>Protocol Reports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Text Placeholder 2"/>
          <p:cNvSpPr>
            <a:spLocks noGrp="1"/>
          </p:cNvSpPr>
          <p:nvPr>
            <p:ph type="body" idx="1"/>
          </p:nvPr>
        </p:nvSpPr>
        <p:spPr/>
        <p:txBody>
          <a:bodyPr/>
          <a:lstStyle/>
          <a:p>
            <a:r>
              <a:t>Specifications and Documentation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Ultra Ethernet Specification v1.0.1</a:t>
            </a:r>
          </a:p>
          <a:p>
            <a:r>
              <a:t>• InfiniBand Architecture Specification v1.4</a:t>
            </a:r>
          </a:p>
          <a:p>
            <a:r>
              <a:t>• IEEE 802.3 Ethernet Standard</a:t>
            </a:r>
          </a:p>
          <a:p>
            <a:r>
              <a:t>• IEEE 802.1Q VLAN Standard</a:t>
            </a:r>
          </a:p>
          <a:p>
            <a:r>
              <a:t>• UALink 200 Specification v1.0</a:t>
            </a:r>
          </a:p>
          <a:p>
            <a:r>
              <a:t>• RFC 791 (IPv4), RFC 8200 (IPv6), RFC 793 (TCP), RFC 768 (UDP)</a:t>
            </a:r>
          </a:p>
        </p:txBody>
      </p:sp>
      <p:sp>
        <p:nvSpPr>
          <p:cNvPr id="3" name="Title 2"/>
          <p:cNvSpPr>
            <a:spLocks noGrp="1"/>
          </p:cNvSpPr>
          <p:nvPr>
            <p:ph type="title"/>
          </p:nvPr>
        </p:nvSpPr>
        <p:spPr/>
        <p:txBody>
          <a:bodyPr/>
          <a:lstStyle/>
          <a:p>
            <a:r>
              <a:t>External Specifications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analysis/packet_taxonomy/packet_taxonomy.md - Master index</a:t>
            </a:r>
          </a:p>
          <a:p>
            <a:r>
              <a:t>• analysis/packet_taxonomy/packet_taxonomy_ue_plus_variants.md - UE+ variants</a:t>
            </a:r>
          </a:p>
          <a:p>
            <a:r>
              <a:t>• analysis/packet_taxonomy/WORK_ITEMS.md - Work tracking</a:t>
            </a:r>
          </a:p>
          <a:p>
            <a:r>
              <a:t>• analysis/packet_taxonomy/DATAMODEL_UPDATES.md - Change history</a:t>
            </a:r>
          </a:p>
        </p:txBody>
      </p:sp>
      <p:sp>
        <p:nvSpPr>
          <p:cNvPr id="3" name="Title 2"/>
          <p:cNvSpPr>
            <a:spLocks noGrp="1"/>
          </p:cNvSpPr>
          <p:nvPr>
            <p:ph type="title"/>
          </p:nvPr>
        </p:nvSpPr>
        <p:spPr/>
        <p:txBody>
          <a:bodyPr/>
          <a:lstStyle/>
          <a:p>
            <a:r>
              <a:t>Internal Documentation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t>• earlysim/datamodel/protocols/ue/ - Ultra Ethernet (103 files)</a:t>
            </a:r>
          </a:p>
          <a:p>
            <a:r>
              <a:t>• earlysim/datamodel/protocols/ethernet/ - Ethernet (12 files)</a:t>
            </a:r>
          </a:p>
          <a:p>
            <a:r>
              <a:t>• earlysim/datamodel/protocols/roce/ - RoCEv2 (9 files)</a:t>
            </a:r>
          </a:p>
          <a:p>
            <a:r>
              <a:t>• earlysim/datamodel/protocols/cornelis/ - Cornelis (12 files)</a:t>
            </a:r>
          </a:p>
          <a:p>
            <a:r>
              <a:t>• earlysim/datamodel/protocols/ualink/ - UALink (38 files)</a:t>
            </a:r>
          </a:p>
        </p:txBody>
      </p:sp>
      <p:sp>
        <p:nvSpPr>
          <p:cNvPr id="3" name="Title 2"/>
          <p:cNvSpPr>
            <a:spLocks noGrp="1"/>
          </p:cNvSpPr>
          <p:nvPr>
            <p:ph type="title"/>
          </p:nvPr>
        </p:nvSpPr>
        <p:spPr/>
        <p:txBody>
          <a:bodyPr/>
          <a:lstStyle/>
          <a:p>
            <a:r>
              <a:t>Datamodel Locations</a:t>
            </a:r>
          </a:p>
        </p:txBody>
      </p:sp>
    </p:spTree>
  </p:cSld>
  <p:clrMapOvr>
    <a:masterClrMapping/>
  </p:clrMapOvr>
</p:sld>
</file>

<file path=ppt/theme/theme1.xml><?xml version="1.0" encoding="utf-8"?>
<a:theme xmlns:a="http://schemas.openxmlformats.org/drawingml/2006/main" name="5_Office Theme">
  <a:themeElements>
    <a:clrScheme name="New Cornelis Brand">
      <a:dk1>
        <a:srgbClr val="6400B9"/>
      </a:dk1>
      <a:lt1>
        <a:srgbClr val="FFFFFF"/>
      </a:lt1>
      <a:dk2>
        <a:srgbClr val="3D0070"/>
      </a:dk2>
      <a:lt2>
        <a:srgbClr val="991DFF"/>
      </a:lt2>
      <a:accent1>
        <a:srgbClr val="8B00FE"/>
      </a:accent1>
      <a:accent2>
        <a:srgbClr val="991DFF"/>
      </a:accent2>
      <a:accent3>
        <a:srgbClr val="AD53FD"/>
      </a:accent3>
      <a:accent4>
        <a:srgbClr val="35343C"/>
      </a:accent4>
      <a:accent5>
        <a:srgbClr val="4C4B57"/>
      </a:accent5>
      <a:accent6>
        <a:srgbClr val="9D9CAA"/>
      </a:accent6>
      <a:hlink>
        <a:srgbClr val="8B00FE"/>
      </a:hlink>
      <a:folHlink>
        <a:srgbClr val="6400B9"/>
      </a:folHlink>
    </a:clrScheme>
    <a:fontScheme name="Custom 2">
      <a:majorFont>
        <a:latin typeface="Saira Expanded SemiBold"/>
        <a:ea typeface=""/>
        <a:cs typeface=""/>
      </a:majorFont>
      <a:minorFont>
        <a:latin typeface="Saira"/>
        <a:ea typeface=""/>
        <a:cs typeface=""/>
      </a:minorFont>
    </a:fontScheme>
    <a:fmtScheme name="Inset">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a:bevelT w="101600" h="25400" prst="softRound"/>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 PPT Template_Light.potx" id="{21D915A3-CE6F-4140-A059-A795AC524F3F}" vid="{50EF0C8E-98F3-41D2-9A99-0785A920493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653227EFA3D144B4F9B06F007145E3" ma:contentTypeVersion="48" ma:contentTypeDescription="Create a new document." ma:contentTypeScope="" ma:versionID="be0164df2a005fa2d390aab7505fd57f">
  <xsd:schema xmlns:xsd="http://www.w3.org/2001/XMLSchema" xmlns:xs="http://www.w3.org/2001/XMLSchema" xmlns:p="http://schemas.microsoft.com/office/2006/metadata/properties" xmlns:ns1="http://schemas.microsoft.com/sharepoint/v3" xmlns:ns2="b49ca187-4f68-45e7-8077-dcf9b25b7285" xmlns:ns3="abc4e0d4-2e11-4d2b-931d-cb9fc30c6685" xmlns:ns4="http://schemas.microsoft.com/sharepoint.v3" targetNamespace="http://schemas.microsoft.com/office/2006/metadata/properties" ma:root="true" ma:fieldsID="de4414065ad7fea119e785c8e6a86210" ns1:_="" ns2:_="" ns3:_="" ns4:_="">
    <xsd:import namespace="http://schemas.microsoft.com/sharepoint/v3"/>
    <xsd:import namespace="b49ca187-4f68-45e7-8077-dcf9b25b7285"/>
    <xsd:import namespace="abc4e0d4-2e11-4d2b-931d-cb9fc30c6685"/>
    <xsd:import namespace="http://schemas.microsoft.com/sharepoint.v3"/>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2:TaxCatchAll" minOccurs="0"/>
                <xsd:element ref="ns2:SharedWithUsers" minOccurs="0"/>
                <xsd:element ref="ns2:SharedWithDetails" minOccurs="0"/>
                <xsd:element ref="ns3:MediaServiceObjectDetectorVersions" minOccurs="0"/>
                <xsd:element ref="ns3:lcf76f155ced4ddcb4097134ff3c332f" minOccurs="0"/>
                <xsd:element ref="ns3:MediaServiceSearchProperties" minOccurs="0"/>
                <xsd:element ref="ns3:MediaLengthInSeconds" minOccurs="0"/>
                <xsd:element ref="ns4:Category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12"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9ca187-4f68-45e7-8077-dcf9b25b728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3" nillable="true" ma:displayName="Taxonomy Catch All Column" ma:description="" ma:hidden="true" ma:list="{3094f560-c313-4005-8af5-6c328bc05426}" ma:internalName="TaxCatchAll" ma:showField="CatchAllData" ma:web="b49ca187-4f68-45e7-8077-dcf9b25b7285">
      <xsd:complexType>
        <xsd:complexContent>
          <xsd:extension base="dms:MultiChoiceLookup">
            <xsd:sequence>
              <xsd:element name="Value" type="dms:Lookup" maxOccurs="unbounded" minOccurs="0" nillable="true"/>
            </xsd:sequence>
          </xsd:extension>
        </xsd:complexContent>
      </xsd:complexType>
    </xsd:element>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c4e0d4-2e11-4d2b-931d-cb9fc30c6685" elementFormDefault="qualified">
    <xsd:import namespace="http://schemas.microsoft.com/office/2006/documentManagement/types"/>
    <xsd:import namespace="http://schemas.microsoft.com/office/infopath/2007/PartnerControls"/>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4451702-ee48-4fb3-a7d0-1fc691b5406b"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ategoryDescription" ma:index="21" nillable="true" ma:displayName="Description" ma:internalName="CategoryDescription">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ategoryDescription xmlns="http://schemas.microsoft.com/sharepoint.v3" xsi:nil="true"/>
    <lcf76f155ced4ddcb4097134ff3c332f xmlns="abc4e0d4-2e11-4d2b-931d-cb9fc30c6685">
      <Terms xmlns="http://schemas.microsoft.com/office/infopath/2007/PartnerControls"/>
    </lcf76f155ced4ddcb4097134ff3c332f>
    <PublishingExpirationDate xmlns="http://schemas.microsoft.com/sharepoint/v3" xsi:nil="true"/>
    <PublishingStartDate xmlns="http://schemas.microsoft.com/sharepoint/v3" xsi:nil="true"/>
    <TaxCatchAll xmlns="b49ca187-4f68-45e7-8077-dcf9b25b7285" xsi:nil="true"/>
  </documentManagement>
</p:properties>
</file>

<file path=customXml/item3.xml><?xml version="1.0" encoding="utf-8"?>
<?mso-contentType ?>
<spe:Receivers xmlns:spe="http://schemas.microsoft.com/sharepoint/event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70A200-2018-40F2-ACF4-1EDCA097A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49ca187-4f68-45e7-8077-dcf9b25b7285"/>
    <ds:schemaRef ds:uri="abc4e0d4-2e11-4d2b-931d-cb9fc30c6685"/>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DE1FF4-E276-452C-ACA1-58825830DA33}">
  <ds:schemaRefs>
    <ds:schemaRef ds:uri="http://schemas.microsoft.com/office/2006/metadata/properties"/>
    <ds:schemaRef ds:uri="http://schemas.microsoft.com/sharepoint.v3"/>
    <ds:schemaRef ds:uri="http://purl.org/dc/dcmitype/"/>
    <ds:schemaRef ds:uri="http://schemas.microsoft.com/office/infopath/2007/PartnerControls"/>
    <ds:schemaRef ds:uri="http://purl.org/dc/terms/"/>
    <ds:schemaRef ds:uri="http://schemas.microsoft.com/sharepoint/v3"/>
    <ds:schemaRef ds:uri="http://schemas.openxmlformats.org/package/2006/metadata/core-properties"/>
    <ds:schemaRef ds:uri="http://schemas.microsoft.com/office/2006/documentManagement/types"/>
    <ds:schemaRef ds:uri="http://www.w3.org/XML/1998/namespace"/>
    <ds:schemaRef ds:uri="abc4e0d4-2e11-4d2b-931d-cb9fc30c6685"/>
    <ds:schemaRef ds:uri="b49ca187-4f68-45e7-8077-dcf9b25b7285"/>
    <ds:schemaRef ds:uri="http://purl.org/dc/elements/1.1/"/>
  </ds:schemaRefs>
</ds:datastoreItem>
</file>

<file path=customXml/itemProps3.xml><?xml version="1.0" encoding="utf-8"?>
<ds:datastoreItem xmlns:ds="http://schemas.openxmlformats.org/officeDocument/2006/customXml" ds:itemID="{17F5674D-189E-4E26-AFF9-F8FA6DBD4AA8}">
  <ds:schemaRefs>
    <ds:schemaRef ds:uri="http://schemas.microsoft.com/sharepoint/events"/>
  </ds:schemaRefs>
</ds:datastoreItem>
</file>

<file path=customXml/itemProps4.xml><?xml version="1.0" encoding="utf-8"?>
<ds:datastoreItem xmlns:ds="http://schemas.openxmlformats.org/officeDocument/2006/customXml" ds:itemID="{E917AFFD-C253-4487-B83A-AAD30D5C05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27935</TotalTime>
  <Words>536</Words>
  <Application>Microsoft Office PowerPoint</Application>
  <PresentationFormat>Widescreen</PresentationFormat>
  <Paragraphs>15</Paragraphs>
  <Slides>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Aptos Black</vt:lpstr>
      <vt:lpstr>Arial</vt:lpstr>
      <vt:lpstr>Arial Narrow</vt:lpstr>
      <vt:lpstr>Calibri</vt:lpstr>
      <vt:lpstr>Poppins</vt:lpstr>
      <vt:lpstr>Poppins Medium</vt:lpstr>
      <vt:lpstr>Saira</vt:lpstr>
      <vt:lpstr>Saira Expanded SemiBold</vt:lpstr>
      <vt:lpstr>Symbol</vt:lpstr>
      <vt:lpstr>5_Office Theme</vt:lpstr>
      <vt:lpstr>Title</vt:lpstr>
      <vt:lpstr>Notices and Disclaimers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Heng</dc:creator>
  <cp:lastModifiedBy>Schupper, Lisa L</cp:lastModifiedBy>
  <cp:revision>23</cp:revision>
  <dcterms:created xsi:type="dcterms:W3CDTF">2022-07-08T21:47:39Z</dcterms:created>
  <dcterms:modified xsi:type="dcterms:W3CDTF">2025-12-07T21:25:21Z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0x010100C8653227EFA3D144B4F9B06F007145E3</vt:lpwstr>
  </property>
  <property fmtid="{D5CDD505-2E9C-101B-9397-08002B2CF9AE}" pid="3" name="MediaServiceImageTags">
    <vt:lpwstr/>
  </property>
  <property fmtid="{D5CDD505-2E9C-101B-9397-08002B2CF9AE}" pid="4" name="b5c8439c0f5046928b7a6c406acb4c25">
    <vt:lpwstr/>
  </property>
  <property fmtid="{D5CDD505-2E9C-101B-9397-08002B2CF9AE}" pid="5" name="RefLibPTIDepartmentName">
    <vt:lpwstr/>
  </property>
  <property fmtid="{D5CDD505-2E9C-101B-9397-08002B2CF9AE}" pid="6" name="db0e9dfb34a048389a6f815dbdf60112">
    <vt:lpwstr/>
  </property>
  <property fmtid="{D5CDD505-2E9C-101B-9397-08002B2CF9AE}" pid="7" name="o6c0f2e36b054cee9d63e58c076b3545">
    <vt:lpwstr/>
  </property>
  <property fmtid="{D5CDD505-2E9C-101B-9397-08002B2CF9AE}" pid="8" name="RefLibPTIContentType">
    <vt:lpwstr/>
  </property>
  <property fmtid="{D5CDD505-2E9C-101B-9397-08002B2CF9AE}" pid="9" name="RefLibPTIPPCName">
    <vt:lpwstr/>
  </property>
</Properties>
</file>