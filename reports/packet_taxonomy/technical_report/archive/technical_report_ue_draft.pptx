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1.svg" ContentType="image/svg+xml"/>
  <Override PartName="/ppt/media/image13.svg" ContentType="image/svg+xml"/>
  <Override PartName="/ppt/media/image15.svg" ContentType="image/svg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739" r:id="rId5"/>
  </p:sldMasterIdLst>
  <p:notesMasterIdLst>
    <p:notesMasterId r:id="rId6"/>
  </p:notes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77" r:id="rId33"/>
    <p:sldId id="278" r:id="rId34"/>
    <p:sldId id="279" r:id="rId35"/>
    <p:sldId id="280" r:id="rId36"/>
    <p:sldId id="281" r:id="rId37"/>
    <p:sldId id="282" r:id="rId38"/>
    <p:sldId id="283" r:id="rId39"/>
    <p:sldId id="284" r:id="rId40"/>
    <p:sldId id="285" r:id="rId41"/>
    <p:sldId id="286" r:id="rId42"/>
    <p:sldId id="287" r:id="rId43"/>
    <p:sldId id="288" r:id="rId44"/>
    <p:sldId id="289" r:id="rId45"/>
    <p:sldId id="290" r:id="rId46"/>
    <p:sldId id="291" r:id="rId47"/>
    <p:sldId id="292" r:id="rId48"/>
    <p:sldId id="293" r:id="rId49"/>
    <p:sldId id="294" r:id="rId50"/>
    <p:sldId id="295" r:id="rId51"/>
    <p:sldId id="296" r:id="rId52"/>
    <p:sldId id="297" r:id="rId53"/>
    <p:sldId id="298" r:id="rId54"/>
    <p:sldId id="299" r:id="rId55"/>
    <p:sldId id="300" r:id="rId56"/>
    <p:sldId id="301" r:id="rId57"/>
    <p:sldId id="302" r:id="rId58"/>
    <p:sldId id="303" r:id="rId59"/>
    <p:sldId id="304" r:id="rId60"/>
    <p:sldId id="305" r:id="rId61"/>
    <p:sldId id="306" r:id="rId62"/>
    <p:sldId id="307" r:id="rId63"/>
    <p:sldId id="308" r:id="rId64"/>
    <p:sldId id="309" r:id="rId65"/>
    <p:sldId id="310" r:id="rId66"/>
    <p:sldId id="311" r:id="rId67"/>
    <p:sldId id="312" r:id="rId68"/>
    <p:sldId id="313" r:id="rId69"/>
    <p:sldId id="314" r:id="rId70"/>
    <p:sldId id="315" r:id="rId71"/>
    <p:sldId id="316" r:id="rId72"/>
    <p:sldId id="317" r:id="rId73"/>
    <p:sldId id="318" r:id="rId74"/>
    <p:sldId id="319" r:id="rId11"/>
    <p:sldId id="320" r:id="rId10"/>
    <p:sldId id="321" r:id="rId9"/>
    <p:sldId id="322" r:id="rId8"/>
    <p:sldId id="323" r:id="rId7"/>
    <p:sldId id="324" r:id="rId80"/>
    <p:sldId id="325" r:id="rId81"/>
    <p:sldId id="326" r:id="rId82"/>
    <p:sldId id="327" r:id="rId83"/>
    <p:sldId id="328" r:id="rId84"/>
    <p:sldId id="329" r:id="rId85"/>
    <p:sldId id="330" r:id="rId86"/>
    <p:sldId id="331" r:id="rId87"/>
    <p:sldId id="332" r:id="rId88"/>
    <p:sldId id="333" r:id="rId89"/>
    <p:sldId id="334" r:id="rId90"/>
    <p:sldId id="335" r:id="rId91"/>
    <p:sldId id="336" r:id="rId92"/>
    <p:sldId id="337" r:id="rId93"/>
    <p:sldId id="338" r:id="rId94"/>
    <p:sldId id="339" r:id="rId95"/>
    <p:sldId id="340" r:id="rId96"/>
    <p:sldId id="341" r:id="rId97"/>
    <p:sldId id="342" r:id="rId9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  <p:ext uri="GoogleSlidesCustomDataVersion2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75" roundtripDataSignature="AMtx7mhxDH5FARZnmGpYYgqGTRyKNkJV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0A3A"/>
    <a:srgbClr val="AD53FD"/>
    <a:srgbClr val="3D0070"/>
    <a:srgbClr val="6400B9"/>
    <a:srgbClr val="8B00FE"/>
    <a:srgbClr val="000000"/>
    <a:srgbClr val="E5484D"/>
    <a:srgbClr val="D43DFD"/>
    <a:srgbClr val="12B76A"/>
    <a:srgbClr val="0006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94660"/>
  </p:normalViewPr>
  <p:slideViewPr>
    <p:cSldViewPr snapToGrid="0">
      <p:cViewPr>
        <p:scale>
          <a:sx n="90" d="100"/>
          <a:sy n="90" d="100"/>
        </p:scale>
        <p:origin x="588" y="-12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2" d="100"/>
          <a:sy n="62" d="100"/>
        </p:scale>
        <p:origin x="3226" y="77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68.xml"/><Relationship Id="rId8" Type="http://schemas.openxmlformats.org/officeDocument/2006/relationships/slide" Target="slides/slide67.xml"/><Relationship Id="rId9" Type="http://schemas.openxmlformats.org/officeDocument/2006/relationships/slide" Target="slides/slide66.xml"/><Relationship Id="rId10" Type="http://schemas.openxmlformats.org/officeDocument/2006/relationships/slide" Target="slides/slide65.xml"/><Relationship Id="rId11" Type="http://schemas.openxmlformats.org/officeDocument/2006/relationships/slide" Target="slides/slide64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slide" Target="slides/slide19.xml"/><Relationship Id="rId31" Type="http://schemas.openxmlformats.org/officeDocument/2006/relationships/slide" Target="slides/slide20.xml"/><Relationship Id="rId32" Type="http://schemas.openxmlformats.org/officeDocument/2006/relationships/slide" Target="slides/slide21.xml"/><Relationship Id="rId33" Type="http://schemas.openxmlformats.org/officeDocument/2006/relationships/slide" Target="slides/slide22.xml"/><Relationship Id="rId34" Type="http://schemas.openxmlformats.org/officeDocument/2006/relationships/slide" Target="slides/slide23.xml"/><Relationship Id="rId35" Type="http://schemas.openxmlformats.org/officeDocument/2006/relationships/slide" Target="slides/slide24.xml"/><Relationship Id="rId36" Type="http://schemas.openxmlformats.org/officeDocument/2006/relationships/slide" Target="slides/slide25.xml"/><Relationship Id="rId37" Type="http://schemas.openxmlformats.org/officeDocument/2006/relationships/slide" Target="slides/slide26.xml"/><Relationship Id="rId38" Type="http://schemas.openxmlformats.org/officeDocument/2006/relationships/slide" Target="slides/slide27.xml"/><Relationship Id="rId39" Type="http://schemas.openxmlformats.org/officeDocument/2006/relationships/slide" Target="slides/slide28.xml"/><Relationship Id="rId40" Type="http://schemas.openxmlformats.org/officeDocument/2006/relationships/slide" Target="slides/slide29.xml"/><Relationship Id="rId41" Type="http://schemas.openxmlformats.org/officeDocument/2006/relationships/slide" Target="slides/slide30.xml"/><Relationship Id="rId42" Type="http://schemas.openxmlformats.org/officeDocument/2006/relationships/slide" Target="slides/slide31.xml"/><Relationship Id="rId43" Type="http://schemas.openxmlformats.org/officeDocument/2006/relationships/slide" Target="slides/slide32.xml"/><Relationship Id="rId44" Type="http://schemas.openxmlformats.org/officeDocument/2006/relationships/slide" Target="slides/slide33.xml"/><Relationship Id="rId45" Type="http://schemas.openxmlformats.org/officeDocument/2006/relationships/slide" Target="slides/slide34.xml"/><Relationship Id="rId46" Type="http://schemas.openxmlformats.org/officeDocument/2006/relationships/slide" Target="slides/slide35.xml"/><Relationship Id="rId47" Type="http://schemas.openxmlformats.org/officeDocument/2006/relationships/slide" Target="slides/slide36.xml"/><Relationship Id="rId48" Type="http://schemas.openxmlformats.org/officeDocument/2006/relationships/slide" Target="slides/slide37.xml"/><Relationship Id="rId49" Type="http://schemas.openxmlformats.org/officeDocument/2006/relationships/slide" Target="slides/slide38.xml"/><Relationship Id="rId50" Type="http://schemas.openxmlformats.org/officeDocument/2006/relationships/slide" Target="slides/slide39.xml"/><Relationship Id="rId51" Type="http://schemas.openxmlformats.org/officeDocument/2006/relationships/slide" Target="slides/slide40.xml"/><Relationship Id="rId52" Type="http://schemas.openxmlformats.org/officeDocument/2006/relationships/slide" Target="slides/slide41.xml"/><Relationship Id="rId53" Type="http://schemas.openxmlformats.org/officeDocument/2006/relationships/slide" Target="slides/slide42.xml"/><Relationship Id="rId54" Type="http://schemas.openxmlformats.org/officeDocument/2006/relationships/slide" Target="slides/slide43.xml"/><Relationship Id="rId55" Type="http://schemas.openxmlformats.org/officeDocument/2006/relationships/slide" Target="slides/slide44.xml"/><Relationship Id="rId56" Type="http://schemas.openxmlformats.org/officeDocument/2006/relationships/slide" Target="slides/slide45.xml"/><Relationship Id="rId57" Type="http://schemas.openxmlformats.org/officeDocument/2006/relationships/slide" Target="slides/slide46.xml"/><Relationship Id="rId58" Type="http://schemas.openxmlformats.org/officeDocument/2006/relationships/slide" Target="slides/slide47.xml"/><Relationship Id="rId59" Type="http://schemas.openxmlformats.org/officeDocument/2006/relationships/slide" Target="slides/slide48.xml"/><Relationship Id="rId60" Type="http://schemas.openxmlformats.org/officeDocument/2006/relationships/slide" Target="slides/slide49.xml"/><Relationship Id="rId61" Type="http://schemas.openxmlformats.org/officeDocument/2006/relationships/slide" Target="slides/slide50.xml"/><Relationship Id="rId62" Type="http://schemas.openxmlformats.org/officeDocument/2006/relationships/slide" Target="slides/slide51.xml"/><Relationship Id="rId63" Type="http://schemas.openxmlformats.org/officeDocument/2006/relationships/slide" Target="slides/slide52.xml"/><Relationship Id="rId64" Type="http://schemas.openxmlformats.org/officeDocument/2006/relationships/slide" Target="slides/slide53.xml"/><Relationship Id="rId65" Type="http://schemas.openxmlformats.org/officeDocument/2006/relationships/slide" Target="slides/slide54.xml"/><Relationship Id="rId66" Type="http://schemas.openxmlformats.org/officeDocument/2006/relationships/slide" Target="slides/slide55.xml"/><Relationship Id="rId67" Type="http://schemas.openxmlformats.org/officeDocument/2006/relationships/slide" Target="slides/slide56.xml"/><Relationship Id="rId68" Type="http://schemas.openxmlformats.org/officeDocument/2006/relationships/slide" Target="slides/slide57.xml"/><Relationship Id="rId69" Type="http://schemas.openxmlformats.org/officeDocument/2006/relationships/slide" Target="slides/slide58.xml"/><Relationship Id="rId70" Type="http://schemas.openxmlformats.org/officeDocument/2006/relationships/slide" Target="slides/slide59.xml"/><Relationship Id="rId71" Type="http://schemas.openxmlformats.org/officeDocument/2006/relationships/slide" Target="slides/slide60.xml"/><Relationship Id="rId72" Type="http://schemas.openxmlformats.org/officeDocument/2006/relationships/slide" Target="slides/slide61.xml"/><Relationship Id="rId73" Type="http://schemas.openxmlformats.org/officeDocument/2006/relationships/slide" Target="slides/slide62.xml"/><Relationship Id="rId74" Type="http://schemas.openxmlformats.org/officeDocument/2006/relationships/slide" Target="slides/slide63.xml"/><Relationship Id="rId75" Type="http://customschemas.google.com/relationships/presentationmetadata" Target="metadata"/><Relationship Id="rId76" Type="http://schemas.openxmlformats.org/officeDocument/2006/relationships/presProps" Target="presProps.xml"/><Relationship Id="rId77" Type="http://schemas.openxmlformats.org/officeDocument/2006/relationships/viewProps" Target="viewProps.xml"/><Relationship Id="rId78" Type="http://schemas.openxmlformats.org/officeDocument/2006/relationships/theme" Target="theme/theme1.xml"/><Relationship Id="rId79" Type="http://schemas.openxmlformats.org/officeDocument/2006/relationships/tableStyles" Target="tableStyles.xml"/><Relationship Id="rId80" Type="http://schemas.openxmlformats.org/officeDocument/2006/relationships/slide" Target="slides/slide69.xml"/><Relationship Id="rId81" Type="http://schemas.openxmlformats.org/officeDocument/2006/relationships/slide" Target="slides/slide70.xml"/><Relationship Id="rId82" Type="http://schemas.openxmlformats.org/officeDocument/2006/relationships/slide" Target="slides/slide71.xml"/><Relationship Id="rId83" Type="http://schemas.openxmlformats.org/officeDocument/2006/relationships/slide" Target="slides/slide72.xml"/><Relationship Id="rId84" Type="http://schemas.openxmlformats.org/officeDocument/2006/relationships/slide" Target="slides/slide73.xml"/><Relationship Id="rId85" Type="http://schemas.openxmlformats.org/officeDocument/2006/relationships/slide" Target="slides/slide74.xml"/><Relationship Id="rId86" Type="http://schemas.openxmlformats.org/officeDocument/2006/relationships/slide" Target="slides/slide75.xml"/><Relationship Id="rId87" Type="http://schemas.openxmlformats.org/officeDocument/2006/relationships/slide" Target="slides/slide76.xml"/><Relationship Id="rId88" Type="http://schemas.openxmlformats.org/officeDocument/2006/relationships/slide" Target="slides/slide77.xml"/><Relationship Id="rId89" Type="http://schemas.openxmlformats.org/officeDocument/2006/relationships/slide" Target="slides/slide78.xml"/><Relationship Id="rId90" Type="http://schemas.openxmlformats.org/officeDocument/2006/relationships/slide" Target="slides/slide79.xml"/><Relationship Id="rId91" Type="http://schemas.openxmlformats.org/officeDocument/2006/relationships/slide" Target="slides/slide80.xml"/><Relationship Id="rId92" Type="http://schemas.openxmlformats.org/officeDocument/2006/relationships/slide" Target="slides/slide81.xml"/><Relationship Id="rId93" Type="http://schemas.openxmlformats.org/officeDocument/2006/relationships/slide" Target="slides/slide82.xml"/><Relationship Id="rId94" Type="http://schemas.openxmlformats.org/officeDocument/2006/relationships/slide" Target="slides/slide83.xml"/><Relationship Id="rId95" Type="http://schemas.openxmlformats.org/officeDocument/2006/relationships/slide" Target="slides/slide84.xml"/><Relationship Id="rId96" Type="http://schemas.openxmlformats.org/officeDocument/2006/relationships/slide" Target="slides/slide85.xml"/><Relationship Id="rId97" Type="http://schemas.openxmlformats.org/officeDocument/2006/relationships/slide" Target="slides/slide86.xml"/><Relationship Id="rId98" Type="http://schemas.openxmlformats.org/officeDocument/2006/relationships/slide" Target="slides/slide8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Relationship Id="rId3" Type="http://schemas.openxmlformats.org/officeDocument/2006/relationships/image" Target="../media/image6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6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6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6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6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6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6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6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6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6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6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6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6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6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6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6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6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1.svg"/><Relationship Id="rId4" Type="http://schemas.openxmlformats.org/officeDocument/2006/relationships/image" Target="../media/image6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3.svg"/><Relationship Id="rId4" Type="http://schemas.openxmlformats.org/officeDocument/2006/relationships/image" Target="../media/image14.png"/><Relationship Id="rId5" Type="http://schemas.openxmlformats.org/officeDocument/2006/relationships/image" Target="../media/image15.svg"/><Relationship Id="rId6" Type="http://schemas.openxmlformats.org/officeDocument/2006/relationships/image" Target="../media/image6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with moti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5357" y="3948803"/>
            <a:ext cx="9112295" cy="313163"/>
          </a:xfrm>
        </p:spPr>
        <p:txBody>
          <a:bodyPr vert="horz" wrap="square" lIns="0" tIns="0" rIns="0" bIns="0" rtlCol="0">
            <a:spAutoFit/>
          </a:bodyPr>
          <a:lstStyle>
            <a:lvl1pPr marL="0" indent="0">
              <a:buNone/>
              <a:defRPr lang="en-US" sz="2200" dirty="0">
                <a:solidFill>
                  <a:schemeClr val="bg1"/>
                </a:solidFill>
                <a:latin typeface="+mj-lt"/>
                <a:cs typeface="Poppins" pitchFamily="2" charset="77"/>
              </a:defRPr>
            </a:lvl1pPr>
          </a:lstStyle>
          <a:p>
            <a:pPr marL="304792" marR="0" lvl="0" indent="-304792" algn="l" defTabSz="914377" rtl="0" eaLnBrk="1" fontAlgn="auto" latinLnBrk="0" hangingPunct="1">
              <a:lnSpc>
                <a:spcPct val="90000"/>
              </a:lnSpc>
              <a:spcBef>
                <a:spcPts val="2667"/>
              </a:spcBef>
              <a:spcAft>
                <a:spcPts val="0"/>
              </a:spcAft>
              <a:buClr>
                <a:schemeClr val="tx2"/>
              </a:buClr>
              <a:buSzTx/>
              <a:tabLst/>
              <a:defRPr/>
            </a:pPr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1874137C-A765-47B1-B0B1-10D06AF6D0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3674" y="2437396"/>
            <a:ext cx="9112294" cy="1478400"/>
          </a:xfrm>
          <a:noFill/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lang="en-US" sz="4000" b="0" kern="1200" dirty="0">
                <a:solidFill>
                  <a:schemeClr val="bg2"/>
                </a:solidFill>
                <a:latin typeface="+mj-lt"/>
                <a:ea typeface="Poppins Medium" panose="00000600000000000000" pitchFamily="2" charset="0"/>
                <a:cs typeface="Poppins Medium" panose="00000600000000000000" pitchFamily="2" charset="0"/>
              </a:defRPr>
            </a:lvl1pPr>
          </a:lstStyle>
          <a:p>
            <a:r>
              <a:rPr lang="en-US" dirty="0"/>
              <a:t>Presentation title can </a:t>
            </a:r>
            <a:br>
              <a:rPr lang="en-US" dirty="0"/>
            </a:br>
            <a:r>
              <a:rPr lang="en-US" dirty="0"/>
              <a:t>extend to two lines</a:t>
            </a:r>
          </a:p>
        </p:txBody>
      </p:sp>
      <p:sp>
        <p:nvSpPr>
          <p:cNvPr id="6" name="Presenter Name 3">
            <a:extLst>
              <a:ext uri="{FF2B5EF4-FFF2-40B4-BE49-F238E27FC236}">
                <a16:creationId xmlns:a16="http://schemas.microsoft.com/office/drawing/2014/main" id="{C04F57AA-54B2-45D6-A733-72203FE0CF7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75358" y="4987395"/>
            <a:ext cx="5120643" cy="320088"/>
          </a:xfrm>
        </p:spPr>
        <p:txBody>
          <a:bodyPr wrap="square">
            <a:spAutoFit/>
          </a:bodyPr>
          <a:lstStyle>
            <a:lvl1pPr marL="0" indent="0" algn="l">
              <a:buNone/>
              <a:defRPr sz="1600">
                <a:solidFill>
                  <a:schemeClr val="bg2"/>
                </a:solidFill>
                <a:latin typeface="+mn-lt"/>
                <a:cs typeface="Poppins" pitchFamily="2" charset="77"/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8" name="Presenter Info 4">
            <a:extLst>
              <a:ext uri="{FF2B5EF4-FFF2-40B4-BE49-F238E27FC236}">
                <a16:creationId xmlns:a16="http://schemas.microsoft.com/office/drawing/2014/main" id="{C2103BC2-100F-4A8E-85B0-54037B4529E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75358" y="5271645"/>
            <a:ext cx="5120643" cy="248914"/>
          </a:xfrm>
        </p:spPr>
        <p:txBody>
          <a:bodyPr wrap="square">
            <a:spAutoFit/>
          </a:bodyPr>
          <a:lstStyle>
            <a:lvl1pPr marL="0" indent="0" algn="l">
              <a:buNone/>
              <a:defRPr sz="1100">
                <a:solidFill>
                  <a:schemeClr val="bg2"/>
                </a:solidFill>
                <a:latin typeface="+mn-lt"/>
                <a:cs typeface="Poppins" pitchFamily="2" charset="77"/>
              </a:defRPr>
            </a:lvl1pPr>
          </a:lstStyle>
          <a:p>
            <a:pPr lvl="0"/>
            <a:r>
              <a:rPr lang="en-US"/>
              <a:t>Presenter Title | @</a:t>
            </a:r>
            <a:r>
              <a:rPr lang="en-US" err="1"/>
              <a:t>socialmedia</a:t>
            </a:r>
            <a:endParaRPr lang="en-US"/>
          </a:p>
        </p:txBody>
      </p:sp>
      <p:sp>
        <p:nvSpPr>
          <p:cNvPr id="17" name="Presenter Name 3">
            <a:extLst>
              <a:ext uri="{FF2B5EF4-FFF2-40B4-BE49-F238E27FC236}">
                <a16:creationId xmlns:a16="http://schemas.microsoft.com/office/drawing/2014/main" id="{F8232522-9A11-D612-56BC-CBE29D0D459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75357" y="4695684"/>
            <a:ext cx="5120643" cy="263149"/>
          </a:xfrm>
        </p:spPr>
        <p:txBody>
          <a:bodyPr wrap="square">
            <a:spAutoFit/>
          </a:bodyPr>
          <a:lstStyle>
            <a:lvl1pPr marL="0" indent="0" algn="l">
              <a:buNone/>
              <a:defRPr sz="1200">
                <a:solidFill>
                  <a:schemeClr val="bg2"/>
                </a:solidFill>
                <a:latin typeface="+mn-lt"/>
                <a:cs typeface="Poppins" pitchFamily="2" charset="77"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2" name="Picture 1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1C246593-E14B-CD45-D152-7A1767714E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3828" y="525004"/>
            <a:ext cx="4741164" cy="1113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036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lain presenter on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E1F7546-E356-2268-8B5F-0BB3552903C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834836"/>
            <a:ext cx="12192000" cy="5912420"/>
          </a:xfrm>
          <a:prstGeom prst="rect">
            <a:avLst/>
          </a:prstGeom>
        </p:spPr>
      </p:pic>
      <p:pic>
        <p:nvPicPr>
          <p:cNvPr id="3" name="Picture 2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F1B248D1-F52E-89C8-04D7-E864F2D9984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570" y="267246"/>
            <a:ext cx="4741164" cy="111308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8FE0A42-B2E3-955C-586B-72311E87C4C1}"/>
              </a:ext>
            </a:extLst>
          </p:cNvPr>
          <p:cNvSpPr/>
          <p:nvPr userDrawn="1"/>
        </p:nvSpPr>
        <p:spPr>
          <a:xfrm>
            <a:off x="-18853" y="18658"/>
            <a:ext cx="12192000" cy="6839342"/>
          </a:xfrm>
          <a:prstGeom prst="rect">
            <a:avLst/>
          </a:prstGeom>
          <a:gradFill flip="none" rotWithShape="1">
            <a:gsLst>
              <a:gs pos="100000">
                <a:schemeClr val="tx1"/>
              </a:gs>
              <a:gs pos="1000">
                <a:schemeClr val="tx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Presenter Name 3">
            <a:extLst>
              <a:ext uri="{FF2B5EF4-FFF2-40B4-BE49-F238E27FC236}">
                <a16:creationId xmlns:a16="http://schemas.microsoft.com/office/drawing/2014/main" id="{8E7349B2-D534-09BC-2C1A-06C6CBBE60E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70908" y="4990380"/>
            <a:ext cx="5120643" cy="320088"/>
          </a:xfrm>
        </p:spPr>
        <p:txBody>
          <a:bodyPr wrap="square">
            <a:spAutoFit/>
          </a:bodyPr>
          <a:lstStyle>
            <a:lvl1pPr marL="0" indent="0" algn="r">
              <a:buNone/>
              <a:defRPr sz="1600">
                <a:solidFill>
                  <a:schemeClr val="bg2"/>
                </a:solidFill>
                <a:latin typeface="+mn-lt"/>
                <a:cs typeface="Poppins" pitchFamily="2" charset="77"/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10" name="Presenter Info 4">
            <a:extLst>
              <a:ext uri="{FF2B5EF4-FFF2-40B4-BE49-F238E27FC236}">
                <a16:creationId xmlns:a16="http://schemas.microsoft.com/office/drawing/2014/main" id="{D6234BA8-878B-96B0-EE1A-FC8519E6219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70908" y="5274630"/>
            <a:ext cx="5120643" cy="248914"/>
          </a:xfrm>
        </p:spPr>
        <p:txBody>
          <a:bodyPr wrap="square">
            <a:spAutoFit/>
          </a:bodyPr>
          <a:lstStyle>
            <a:lvl1pPr marL="0" indent="0" algn="r">
              <a:buNone/>
              <a:defRPr sz="1100">
                <a:solidFill>
                  <a:schemeClr val="bg2"/>
                </a:solidFill>
                <a:latin typeface="+mn-lt"/>
                <a:cs typeface="Poppins" pitchFamily="2" charset="77"/>
              </a:defRPr>
            </a:lvl1pPr>
          </a:lstStyle>
          <a:p>
            <a:pPr lvl="0"/>
            <a:r>
              <a:rPr lang="en-US"/>
              <a:t>Presenter Title | @</a:t>
            </a:r>
            <a:r>
              <a:rPr lang="en-US" err="1"/>
              <a:t>socialmedia</a:t>
            </a:r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8D17B96C-6973-BB7C-6E29-2B549A7F5E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79255" y="2128409"/>
            <a:ext cx="9112293" cy="1724171"/>
          </a:xfrm>
          <a:prstGeom prst="rect">
            <a:avLst/>
          </a:prstGeom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defRPr lang="en-US" sz="5400" b="0" kern="1200" dirty="0">
                <a:solidFill>
                  <a:schemeClr val="bg2"/>
                </a:solidFill>
                <a:latin typeface="+mj-lt"/>
                <a:ea typeface="Poppins Medium" panose="00000600000000000000" pitchFamily="2" charset="0"/>
                <a:cs typeface="Poppins Medium" panose="00000600000000000000" pitchFamily="2" charset="0"/>
              </a:defRPr>
            </a:lvl1pPr>
          </a:lstStyle>
          <a:p>
            <a:r>
              <a:rPr lang="en-US" dirty="0"/>
              <a:t>Presentation title can </a:t>
            </a:r>
            <a:br>
              <a:rPr lang="en-US" dirty="0"/>
            </a:br>
            <a:r>
              <a:rPr lang="en-US" dirty="0"/>
              <a:t>extend to two lines</a:t>
            </a:r>
          </a:p>
        </p:txBody>
      </p:sp>
      <p:sp>
        <p:nvSpPr>
          <p:cNvPr id="14" name="Presenter Name 3">
            <a:extLst>
              <a:ext uri="{FF2B5EF4-FFF2-40B4-BE49-F238E27FC236}">
                <a16:creationId xmlns:a16="http://schemas.microsoft.com/office/drawing/2014/main" id="{55F6CC15-A7D7-5710-411E-F98E50B0C8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70907" y="4698669"/>
            <a:ext cx="5120643" cy="263149"/>
          </a:xfrm>
        </p:spPr>
        <p:txBody>
          <a:bodyPr wrap="square">
            <a:spAutoFit/>
          </a:bodyPr>
          <a:lstStyle>
            <a:lvl1pPr marL="0" indent="0" algn="r">
              <a:buNone/>
              <a:defRPr sz="1200">
                <a:solidFill>
                  <a:schemeClr val="bg2"/>
                </a:solidFill>
                <a:latin typeface="+mn-lt"/>
                <a:cs typeface="Poppins" pitchFamily="2" charset="77"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5C0FE2E-2057-6FFA-5C8E-31AEBA94C2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79255" y="3970780"/>
            <a:ext cx="9112293" cy="415077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338485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 Plain presenter on righ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A close-up of a grid&#10;&#10;AI-generated content may be incorrect.">
            <a:extLst>
              <a:ext uri="{FF2B5EF4-FFF2-40B4-BE49-F238E27FC236}">
                <a16:creationId xmlns:a16="http://schemas.microsoft.com/office/drawing/2014/main" id="{41BDF87A-2A4B-D8EF-55EB-BBA05805F8A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932"/>
            <a:ext cx="12363089" cy="68659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1B248D1-F52E-89C8-04D7-E864F2D9984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4571" y="267246"/>
            <a:ext cx="4741162" cy="1113086"/>
          </a:xfrm>
          <a:prstGeom prst="rect">
            <a:avLst/>
          </a:prstGeom>
        </p:spPr>
      </p:pic>
      <p:sp>
        <p:nvSpPr>
          <p:cNvPr id="9" name="Presenter Name 3">
            <a:extLst>
              <a:ext uri="{FF2B5EF4-FFF2-40B4-BE49-F238E27FC236}">
                <a16:creationId xmlns:a16="http://schemas.microsoft.com/office/drawing/2014/main" id="{8E7349B2-D534-09BC-2C1A-06C6CBBE60E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70908" y="4990380"/>
            <a:ext cx="5120643" cy="320088"/>
          </a:xfrm>
          <a:gradFill>
            <a:gsLst>
              <a:gs pos="14000">
                <a:schemeClr val="tx1">
                  <a:alpha val="18000"/>
                </a:schemeClr>
              </a:gs>
              <a:gs pos="83000">
                <a:schemeClr val="tx1"/>
              </a:gs>
            </a:gsLst>
            <a:lin ang="18900000" scaled="1"/>
          </a:gradFill>
        </p:spPr>
        <p:txBody>
          <a:bodyPr wrap="square">
            <a:spAutoFit/>
          </a:bodyPr>
          <a:lstStyle>
            <a:lvl1pPr marL="0" indent="0" algn="r">
              <a:buNone/>
              <a:defRPr sz="1600">
                <a:solidFill>
                  <a:schemeClr val="bg2"/>
                </a:solidFill>
                <a:latin typeface="+mn-lt"/>
                <a:cs typeface="Poppins" pitchFamily="2" charset="77"/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10" name="Presenter Info 4">
            <a:extLst>
              <a:ext uri="{FF2B5EF4-FFF2-40B4-BE49-F238E27FC236}">
                <a16:creationId xmlns:a16="http://schemas.microsoft.com/office/drawing/2014/main" id="{D6234BA8-878B-96B0-EE1A-FC8519E6219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70908" y="5274630"/>
            <a:ext cx="5120643" cy="248914"/>
          </a:xfrm>
          <a:gradFill>
            <a:gsLst>
              <a:gs pos="14000">
                <a:schemeClr val="tx1">
                  <a:alpha val="18000"/>
                </a:schemeClr>
              </a:gs>
              <a:gs pos="83000">
                <a:schemeClr val="tx1"/>
              </a:gs>
            </a:gsLst>
            <a:lin ang="18900000" scaled="1"/>
          </a:gradFill>
        </p:spPr>
        <p:txBody>
          <a:bodyPr wrap="square">
            <a:spAutoFit/>
          </a:bodyPr>
          <a:lstStyle>
            <a:lvl1pPr marL="0" indent="0" algn="r">
              <a:buNone/>
              <a:defRPr sz="1100">
                <a:solidFill>
                  <a:schemeClr val="bg2"/>
                </a:solidFill>
                <a:latin typeface="+mn-lt"/>
                <a:cs typeface="Poppins" pitchFamily="2" charset="77"/>
              </a:defRPr>
            </a:lvl1pPr>
          </a:lstStyle>
          <a:p>
            <a:pPr lvl="0"/>
            <a:r>
              <a:rPr lang="en-US"/>
              <a:t>Presenter Title | @</a:t>
            </a:r>
            <a:r>
              <a:rPr lang="en-US" err="1"/>
              <a:t>socialmedia</a:t>
            </a:r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8D17B96C-6973-BB7C-6E29-2B549A7F5E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79255" y="2128409"/>
            <a:ext cx="9112293" cy="1724171"/>
          </a:xfrm>
          <a:prstGeom prst="rect">
            <a:avLst/>
          </a:prstGeom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defRPr lang="en-US" sz="5400" b="0" kern="1200" dirty="0">
                <a:solidFill>
                  <a:schemeClr val="bg2"/>
                </a:solidFill>
                <a:latin typeface="+mj-lt"/>
                <a:ea typeface="Poppins Medium" panose="00000600000000000000" pitchFamily="2" charset="0"/>
                <a:cs typeface="Poppins Medium" panose="00000600000000000000" pitchFamily="2" charset="0"/>
              </a:defRPr>
            </a:lvl1pPr>
          </a:lstStyle>
          <a:p>
            <a:r>
              <a:rPr lang="en-US" dirty="0"/>
              <a:t>Presentation title can </a:t>
            </a:r>
            <a:br>
              <a:rPr lang="en-US" dirty="0"/>
            </a:br>
            <a:r>
              <a:rPr lang="en-US" dirty="0"/>
              <a:t>extend to two lines</a:t>
            </a:r>
          </a:p>
        </p:txBody>
      </p:sp>
      <p:sp>
        <p:nvSpPr>
          <p:cNvPr id="14" name="Presenter Name 3">
            <a:extLst>
              <a:ext uri="{FF2B5EF4-FFF2-40B4-BE49-F238E27FC236}">
                <a16:creationId xmlns:a16="http://schemas.microsoft.com/office/drawing/2014/main" id="{55F6CC15-A7D7-5710-411E-F98E50B0C8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70907" y="4698669"/>
            <a:ext cx="5120643" cy="263149"/>
          </a:xfrm>
          <a:gradFill>
            <a:gsLst>
              <a:gs pos="14000">
                <a:schemeClr val="tx1">
                  <a:alpha val="18000"/>
                </a:schemeClr>
              </a:gs>
              <a:gs pos="83000">
                <a:schemeClr val="tx1"/>
              </a:gs>
            </a:gsLst>
            <a:lin ang="18900000" scaled="1"/>
          </a:gradFill>
        </p:spPr>
        <p:txBody>
          <a:bodyPr wrap="square">
            <a:spAutoFit/>
          </a:bodyPr>
          <a:lstStyle>
            <a:lvl1pPr marL="0" indent="0" algn="r">
              <a:buNone/>
              <a:defRPr sz="1200">
                <a:solidFill>
                  <a:schemeClr val="bg2"/>
                </a:solidFill>
                <a:latin typeface="+mn-lt"/>
                <a:cs typeface="Poppins" pitchFamily="2" charset="77"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5C0FE2E-2057-6FFA-5C8E-31AEBA94C2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79255" y="3970780"/>
            <a:ext cx="9112293" cy="415077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827835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B" preserve="1">
  <p:cSld name="Cover B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C54B4AA1-DBB2-526F-4E45-9B636FB468A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" y="901917"/>
            <a:ext cx="12192000" cy="595608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95EB7E6-B8EC-0376-3C64-7F3C1990370D}"/>
              </a:ext>
            </a:extLst>
          </p:cNvPr>
          <p:cNvSpPr/>
          <p:nvPr userDrawn="1"/>
        </p:nvSpPr>
        <p:spPr>
          <a:xfrm>
            <a:off x="-1" y="0"/>
            <a:ext cx="12192000" cy="6858000"/>
          </a:xfrm>
          <a:prstGeom prst="rect">
            <a:avLst/>
          </a:prstGeom>
          <a:gradFill flip="none" rotWithShape="1">
            <a:gsLst>
              <a:gs pos="79000">
                <a:schemeClr val="tx1">
                  <a:alpha val="0"/>
                </a:schemeClr>
              </a:gs>
              <a:gs pos="13000">
                <a:schemeClr val="tx1"/>
              </a:gs>
            </a:gsLst>
            <a:lin ang="189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Google Shape;16;p40"/>
          <p:cNvSpPr txBox="1">
            <a:spLocks noGrp="1"/>
          </p:cNvSpPr>
          <p:nvPr>
            <p:ph type="subTitle" idx="1"/>
          </p:nvPr>
        </p:nvSpPr>
        <p:spPr>
          <a:xfrm>
            <a:off x="297642" y="4654332"/>
            <a:ext cx="9112295" cy="432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  <a:latin typeface="+mj-lt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17" name="Google Shape;17;p40"/>
          <p:cNvSpPr txBox="1">
            <a:spLocks noGrp="1"/>
          </p:cNvSpPr>
          <p:nvPr>
            <p:ph type="body" idx="2"/>
          </p:nvPr>
        </p:nvSpPr>
        <p:spPr>
          <a:xfrm>
            <a:off x="297643" y="5731853"/>
            <a:ext cx="5120643" cy="442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accent4"/>
                </a:solidFill>
                <a:latin typeface="+mn-lt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Google Shape;18;p40"/>
          <p:cNvSpPr txBox="1">
            <a:spLocks noGrp="1"/>
          </p:cNvSpPr>
          <p:nvPr>
            <p:ph type="body" idx="3"/>
          </p:nvPr>
        </p:nvSpPr>
        <p:spPr>
          <a:xfrm>
            <a:off x="297643" y="6016103"/>
            <a:ext cx="5120643" cy="372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accent4"/>
                </a:solidFill>
                <a:latin typeface="+mn-lt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Google Shape;19;p40"/>
          <p:cNvSpPr txBox="1">
            <a:spLocks noGrp="1"/>
          </p:cNvSpPr>
          <p:nvPr>
            <p:ph type="title"/>
          </p:nvPr>
        </p:nvSpPr>
        <p:spPr>
          <a:xfrm>
            <a:off x="184425" y="2897379"/>
            <a:ext cx="9112293" cy="1724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Poppins Medium"/>
              <a:buNone/>
              <a:defRPr sz="5400" b="0">
                <a:solidFill>
                  <a:schemeClr val="bg2"/>
                </a:solidFill>
                <a:latin typeface="+mj-lt"/>
                <a:ea typeface="Poppins Medium"/>
                <a:cs typeface="Poppins Medium"/>
                <a:sym typeface="Poppi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20" name="Google Shape;20;p40"/>
          <p:cNvSpPr txBox="1">
            <a:spLocks noGrp="1"/>
          </p:cNvSpPr>
          <p:nvPr>
            <p:ph type="body" idx="4"/>
          </p:nvPr>
        </p:nvSpPr>
        <p:spPr>
          <a:xfrm>
            <a:off x="297642" y="5440142"/>
            <a:ext cx="5120643" cy="386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accent4"/>
                </a:solidFill>
                <a:latin typeface="+mn-lt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C7666A5-14B2-3D36-3D70-88D79AD651A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7124" y="323230"/>
            <a:ext cx="4741162" cy="1113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778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1738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lank" type="blank" preserve="1">
  <p:cSld name="Blank with logo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B23BF9F8-F92A-19BC-0132-AE69C7CB9D1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130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Only" preserve="1" userDrawn="1">
  <p:cSld name="1_Title Only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4EDC221-ECA4-C855-89A6-27A713E57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616" y="390997"/>
            <a:ext cx="11299064" cy="758429"/>
          </a:xfrm>
        </p:spPr>
        <p:txBody>
          <a:bodyPr anchor="t"/>
          <a:lstStyle>
            <a:lvl1pPr>
              <a:defRPr b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4" name="Picture 3" descr="A black and grey logo&#10;&#10;AI-generated content may be incorrect.">
            <a:extLst>
              <a:ext uri="{FF2B5EF4-FFF2-40B4-BE49-F238E27FC236}">
                <a16:creationId xmlns:a16="http://schemas.microsoft.com/office/drawing/2014/main" id="{A8D2FC7B-FD75-9151-D953-0B8E32E9D8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046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1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1F35BFC-45DA-41CB-B411-40026E11E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320" y="1584960"/>
            <a:ext cx="11209360" cy="4557222"/>
          </a:xfrm>
        </p:spPr>
        <p:txBody>
          <a:bodyPr/>
          <a:lstStyle>
            <a:lvl1pPr marL="0" indent="0">
              <a:buNone/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1pPr>
            <a:lvl2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2pPr>
            <a:lvl3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3pPr>
            <a:lvl4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4pPr>
            <a:lvl5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71522497-B421-1DC0-7E36-7571DBE48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616" y="390997"/>
            <a:ext cx="11299064" cy="758429"/>
          </a:xfrm>
        </p:spPr>
        <p:txBody>
          <a:bodyPr anchor="t"/>
          <a:lstStyle>
            <a:lvl1pPr>
              <a:defRPr b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8593E28C-D816-D562-4029-9FA87B3EA6C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203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and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>
            <a:extLst>
              <a:ext uri="{FF2B5EF4-FFF2-40B4-BE49-F238E27FC236}">
                <a16:creationId xmlns:a16="http://schemas.microsoft.com/office/drawing/2014/main" id="{50E09302-A0C4-445D-BF16-53CD11E353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1320" y="1167898"/>
            <a:ext cx="11209360" cy="349776"/>
          </a:xfrm>
        </p:spPr>
        <p:txBody>
          <a:bodyPr wrap="square" tIns="0">
            <a:spAutoFit/>
          </a:bodyPr>
          <a:lstStyle>
            <a:lvl1pPr marL="0" indent="0">
              <a:buNone/>
              <a:defRPr sz="2133" b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 if needed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6D2746D-0340-4A15-96B1-30ACF62C6B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320" y="1856234"/>
            <a:ext cx="11209360" cy="4324775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  <a:lvl2pPr>
              <a:defRPr>
                <a:solidFill>
                  <a:schemeClr val="accent5"/>
                </a:solidFill>
              </a:defRPr>
            </a:lvl2pPr>
            <a:lvl3pPr>
              <a:defRPr>
                <a:solidFill>
                  <a:schemeClr val="accent5"/>
                </a:solidFill>
              </a:defRPr>
            </a:lvl3pPr>
            <a:lvl4pPr>
              <a:defRPr>
                <a:solidFill>
                  <a:schemeClr val="accent5"/>
                </a:solidFill>
              </a:defRPr>
            </a:lvl4pPr>
            <a:lvl5pPr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6A1E53DC-9DD3-543C-149A-D9E0AB766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616" y="390997"/>
            <a:ext cx="11299064" cy="758429"/>
          </a:xfrm>
        </p:spPr>
        <p:txBody>
          <a:bodyPr anchor="t"/>
          <a:lstStyle>
            <a:lvl1pPr>
              <a:defRPr b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3" name="Picture 2" descr="A black and grey logo&#10;&#10;AI-generated content may be incorrect.">
            <a:extLst>
              <a:ext uri="{FF2B5EF4-FFF2-40B4-BE49-F238E27FC236}">
                <a16:creationId xmlns:a16="http://schemas.microsoft.com/office/drawing/2014/main" id="{CF7E27DE-8E32-FA75-0126-0DA79B80E61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684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+ Content +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>
            <a:extLst>
              <a:ext uri="{FF2B5EF4-FFF2-40B4-BE49-F238E27FC236}">
                <a16:creationId xmlns:a16="http://schemas.microsoft.com/office/drawing/2014/main" id="{5E6ABB56-9B5C-4A36-6FC3-F4794D69BFE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hqprint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0" y="3173705"/>
            <a:ext cx="12192000" cy="368429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1F35BFC-45DA-41CB-B411-40026E11E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1616" y="1584960"/>
            <a:ext cx="11299064" cy="4621876"/>
          </a:xfrm>
        </p:spPr>
        <p:txBody>
          <a:bodyPr/>
          <a:lstStyle>
            <a:lvl1pPr marL="0" indent="0">
              <a:buNone/>
              <a:defRPr b="0" i="0">
                <a:latin typeface="+mn-lt"/>
                <a:cs typeface="Poppins" pitchFamily="2" charset="77"/>
              </a:defRPr>
            </a:lvl1pPr>
            <a:lvl2pPr>
              <a:defRPr b="0" i="0">
                <a:latin typeface="+mn-lt"/>
                <a:cs typeface="Poppins" pitchFamily="2" charset="77"/>
              </a:defRPr>
            </a:lvl2pPr>
            <a:lvl3pPr>
              <a:defRPr b="0" i="0">
                <a:latin typeface="+mn-lt"/>
                <a:cs typeface="Poppins" pitchFamily="2" charset="77"/>
              </a:defRPr>
            </a:lvl3pPr>
            <a:lvl4pPr>
              <a:defRPr b="0" i="0">
                <a:latin typeface="+mn-lt"/>
                <a:cs typeface="Poppins" pitchFamily="2" charset="77"/>
              </a:defRPr>
            </a:lvl4pPr>
            <a:lvl5pPr>
              <a:defRPr b="0" i="0">
                <a:latin typeface="+mn-lt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B521BFDF-A407-85B7-CE50-A0AC570A1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616" y="390997"/>
            <a:ext cx="11299064" cy="758429"/>
          </a:xfrm>
        </p:spPr>
        <p:txBody>
          <a:bodyPr anchor="t"/>
          <a:lstStyle>
            <a:lvl1pPr>
              <a:defRPr b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97A2920D-D205-397E-67AE-B0189C0E4BB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980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+ Content +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A320152-06BD-632D-C7F1-BB20919BDC9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V="1">
            <a:off x="0" y="3799002"/>
            <a:ext cx="12192000" cy="3412503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1F35BFC-45DA-41CB-B411-40026E11E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468" y="1549392"/>
            <a:ext cx="11299064" cy="4611263"/>
          </a:xfrm>
        </p:spPr>
        <p:txBody>
          <a:bodyPr/>
          <a:lstStyle>
            <a:lvl1pPr marL="0" indent="0">
              <a:buNone/>
              <a:defRPr b="0" i="0">
                <a:latin typeface="+mn-lt"/>
                <a:cs typeface="Poppins" pitchFamily="2" charset="77"/>
              </a:defRPr>
            </a:lvl1pPr>
            <a:lvl2pPr>
              <a:defRPr b="0" i="0">
                <a:latin typeface="+mn-lt"/>
                <a:cs typeface="Poppins" pitchFamily="2" charset="77"/>
              </a:defRPr>
            </a:lvl2pPr>
            <a:lvl3pPr>
              <a:defRPr b="0" i="0">
                <a:latin typeface="+mn-lt"/>
                <a:cs typeface="Poppins" pitchFamily="2" charset="77"/>
              </a:defRPr>
            </a:lvl3pPr>
            <a:lvl4pPr>
              <a:defRPr b="0" i="0">
                <a:latin typeface="+mn-lt"/>
                <a:cs typeface="Poppins" pitchFamily="2" charset="77"/>
              </a:defRPr>
            </a:lvl4pPr>
            <a:lvl5pPr>
              <a:defRPr b="0" i="0">
                <a:latin typeface="+mn-lt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AC12A23A-9F4B-B60F-C6F2-6A8BA708B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616" y="390997"/>
            <a:ext cx="11299064" cy="758429"/>
          </a:xfrm>
        </p:spPr>
        <p:txBody>
          <a:bodyPr anchor="t"/>
          <a:lstStyle>
            <a:lvl1pPr>
              <a:defRPr b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704FAB98-94B7-993A-1312-2A89FECD390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740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 preserve="1" userDrawn="1">
  <p:cSld name="Title and 3 Claim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32C0FC5C-2F52-714C-CEAC-4C76258CFDC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089748" y="2272154"/>
            <a:ext cx="2331720" cy="2174840"/>
          </a:xfrm>
          <a:prstGeom prst="roundRect">
            <a:avLst>
              <a:gd name="adj" fmla="val 8516"/>
            </a:avLst>
          </a:prstGeom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>
            <a:noAutofit/>
          </a:bodyPr>
          <a:lstStyle>
            <a:lvl1pPr algn="ctr">
              <a:defRPr sz="2800">
                <a:solidFill>
                  <a:schemeClr val="bg1"/>
                </a:solidFill>
                <a:latin typeface="+mj-lt"/>
              </a:defRPr>
            </a:lvl1pPr>
            <a:lvl2pPr>
              <a:defRPr>
                <a:latin typeface="+mj-lt"/>
              </a:defRPr>
            </a:lvl2pPr>
          </a:lstStyle>
          <a:p>
            <a:pPr lvl="0"/>
            <a:r>
              <a:rPr lang="en-US" dirty="0"/>
              <a:t>Attribute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E4646FCE-385C-976D-77FC-ED24EDBC730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03954" y="4169260"/>
            <a:ext cx="2098052" cy="811988"/>
          </a:xfrm>
          <a:prstGeom prst="roundRect">
            <a:avLst/>
          </a:prstGeom>
          <a:solidFill>
            <a:schemeClr val="bg2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>
            <a:noAutofit/>
          </a:bodyPr>
          <a:lstStyle>
            <a:lvl1pPr algn="ctr">
              <a:defRPr sz="4400">
                <a:latin typeface="+mj-lt"/>
              </a:defRPr>
            </a:lvl1pPr>
          </a:lstStyle>
          <a:p>
            <a:pPr lvl="0"/>
            <a:r>
              <a:rPr lang="en-US" dirty="0"/>
              <a:t>Claim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B4734D29-D59F-92B4-9390-44755DB51E4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37451" y="5138602"/>
            <a:ext cx="1231058" cy="914400"/>
          </a:xfrm>
        </p:spPr>
        <p:txBody>
          <a:bodyPr>
            <a:normAutofit/>
          </a:bodyPr>
          <a:lstStyle>
            <a:lvl1pPr algn="ctr">
              <a:defRPr sz="160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Detail </a:t>
            </a:r>
          </a:p>
        </p:txBody>
      </p:sp>
      <p:sp>
        <p:nvSpPr>
          <p:cNvPr id="31" name="Content Placeholder 23">
            <a:extLst>
              <a:ext uri="{FF2B5EF4-FFF2-40B4-BE49-F238E27FC236}">
                <a16:creationId xmlns:a16="http://schemas.microsoft.com/office/drawing/2014/main" id="{62E08B65-0577-AB1D-420D-BFB6E04E2F1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879846" y="2272154"/>
            <a:ext cx="2331720" cy="2174840"/>
          </a:xfrm>
          <a:prstGeom prst="roundRect">
            <a:avLst>
              <a:gd name="adj" fmla="val 8516"/>
            </a:avLst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>
            <a:noAutofit/>
          </a:bodyPr>
          <a:lstStyle>
            <a:lvl1pPr algn="ctr">
              <a:defRPr sz="2800">
                <a:solidFill>
                  <a:schemeClr val="bg1"/>
                </a:solidFill>
                <a:latin typeface="+mj-lt"/>
              </a:defRPr>
            </a:lvl1pPr>
            <a:lvl2pPr>
              <a:defRPr>
                <a:latin typeface="+mj-lt"/>
              </a:defRPr>
            </a:lvl2pPr>
          </a:lstStyle>
          <a:p>
            <a:pPr lvl="0"/>
            <a:r>
              <a:rPr lang="en-US" dirty="0"/>
              <a:t>Attribute</a:t>
            </a:r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BD25B02D-A96A-C7A3-CC43-0D4A2A0C8ED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94052" y="4169260"/>
            <a:ext cx="2098052" cy="81198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>
            <a:lvl1pPr algn="ctr">
              <a:defRPr sz="44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Claim</a:t>
            </a:r>
          </a:p>
        </p:txBody>
      </p:sp>
      <p:sp>
        <p:nvSpPr>
          <p:cNvPr id="33" name="Text Placeholder 29">
            <a:extLst>
              <a:ext uri="{FF2B5EF4-FFF2-40B4-BE49-F238E27FC236}">
                <a16:creationId xmlns:a16="http://schemas.microsoft.com/office/drawing/2014/main" id="{E10583AA-9FA5-C03C-B239-E32B4AB99F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27549" y="5138602"/>
            <a:ext cx="1231058" cy="914400"/>
          </a:xfrm>
        </p:spPr>
        <p:txBody>
          <a:bodyPr>
            <a:normAutofit/>
          </a:bodyPr>
          <a:lstStyle>
            <a:lvl1pPr algn="ctr">
              <a:defRPr sz="160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Detail </a:t>
            </a:r>
          </a:p>
        </p:txBody>
      </p:sp>
      <p:sp>
        <p:nvSpPr>
          <p:cNvPr id="34" name="Content Placeholder 23">
            <a:extLst>
              <a:ext uri="{FF2B5EF4-FFF2-40B4-BE49-F238E27FC236}">
                <a16:creationId xmlns:a16="http://schemas.microsoft.com/office/drawing/2014/main" id="{9F20930C-2297-EA9B-3951-6E76707AFD27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675200" y="2272154"/>
            <a:ext cx="2331720" cy="2174840"/>
          </a:xfrm>
          <a:prstGeom prst="roundRect">
            <a:avLst>
              <a:gd name="adj" fmla="val 8516"/>
            </a:avLst>
          </a:prstGeom>
          <a:ln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>
            <a:noAutofit/>
          </a:bodyPr>
          <a:lstStyle>
            <a:lvl1pPr algn="ctr">
              <a:defRPr sz="2800">
                <a:solidFill>
                  <a:schemeClr val="bg1"/>
                </a:solidFill>
                <a:latin typeface="+mj-lt"/>
              </a:defRPr>
            </a:lvl1pPr>
            <a:lvl2pPr>
              <a:defRPr>
                <a:latin typeface="+mj-lt"/>
              </a:defRPr>
            </a:lvl2pPr>
          </a:lstStyle>
          <a:p>
            <a:pPr lvl="0"/>
            <a:r>
              <a:rPr lang="en-US" dirty="0"/>
              <a:t>Attribute</a:t>
            </a:r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89435D7E-AA41-2071-45B7-C30B29DCF5D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789406" y="4169260"/>
            <a:ext cx="2098052" cy="811988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>
            <a:noAutofit/>
          </a:bodyPr>
          <a:lstStyle>
            <a:lvl1pPr algn="ctr">
              <a:defRPr sz="4400">
                <a:latin typeface="+mj-lt"/>
              </a:defRPr>
            </a:lvl1pPr>
          </a:lstStyle>
          <a:p>
            <a:pPr lvl="0"/>
            <a:r>
              <a:rPr lang="en-US" dirty="0"/>
              <a:t>Claim</a:t>
            </a:r>
          </a:p>
        </p:txBody>
      </p: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0D6BF53D-2A43-BB5E-284A-BDE32867968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222903" y="5138602"/>
            <a:ext cx="1231058" cy="914400"/>
          </a:xfrm>
        </p:spPr>
        <p:txBody>
          <a:bodyPr>
            <a:normAutofit/>
          </a:bodyPr>
          <a:lstStyle>
            <a:lvl1pPr algn="ctr">
              <a:defRPr sz="160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Detail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479898D-4398-32AB-6867-E210E64CC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616" y="390997"/>
            <a:ext cx="11299064" cy="758429"/>
          </a:xfrm>
        </p:spPr>
        <p:txBody>
          <a:bodyPr anchor="t"/>
          <a:lstStyle>
            <a:lvl1pPr>
              <a:defRPr b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4" name="Picture 3" descr="A black and grey logo&#10;&#10;AI-generated content may be incorrect.">
            <a:extLst>
              <a:ext uri="{FF2B5EF4-FFF2-40B4-BE49-F238E27FC236}">
                <a16:creationId xmlns:a16="http://schemas.microsoft.com/office/drawing/2014/main" id="{E19B98C6-F092-40D1-34D4-B0F77A1702B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181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1F35BFC-45DA-41CB-B411-40026E11E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320" y="1584960"/>
            <a:ext cx="5426880" cy="4557222"/>
          </a:xfrm>
        </p:spPr>
        <p:txBody>
          <a:bodyPr/>
          <a:lstStyle>
            <a:lvl1pPr marL="0" indent="0">
              <a:buNone/>
              <a:defRPr>
                <a:solidFill>
                  <a:schemeClr val="accent5"/>
                </a:solidFill>
              </a:defRPr>
            </a:lvl1pPr>
            <a:lvl2pPr>
              <a:defRPr>
                <a:solidFill>
                  <a:schemeClr val="accent5"/>
                </a:solidFill>
              </a:defRPr>
            </a:lvl2pPr>
            <a:lvl3pPr>
              <a:defRPr>
                <a:solidFill>
                  <a:schemeClr val="accent5"/>
                </a:solidFill>
              </a:defRPr>
            </a:lvl3pPr>
            <a:lvl4pPr>
              <a:defRPr>
                <a:solidFill>
                  <a:schemeClr val="accent5"/>
                </a:solidFill>
              </a:defRPr>
            </a:lvl4pPr>
            <a:lvl5pPr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02560BD-FF7E-43D5-95BA-1D2D492F2E93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274053" y="1584960"/>
            <a:ext cx="5426880" cy="4557222"/>
          </a:xfrm>
        </p:spPr>
        <p:txBody>
          <a:bodyPr/>
          <a:lstStyle>
            <a:lvl1pPr marL="0" indent="0">
              <a:buNone/>
              <a:defRPr>
                <a:solidFill>
                  <a:schemeClr val="accent5"/>
                </a:solidFill>
              </a:defRPr>
            </a:lvl1pPr>
            <a:lvl2pPr>
              <a:defRPr>
                <a:solidFill>
                  <a:schemeClr val="accent5"/>
                </a:solidFill>
              </a:defRPr>
            </a:lvl2pPr>
            <a:lvl3pPr>
              <a:defRPr>
                <a:solidFill>
                  <a:schemeClr val="accent5"/>
                </a:solidFill>
              </a:defRPr>
            </a:lvl3pPr>
            <a:lvl4pPr>
              <a:defRPr>
                <a:solidFill>
                  <a:schemeClr val="accent5"/>
                </a:solidFill>
              </a:defRPr>
            </a:lvl4pPr>
            <a:lvl5pPr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A309B5A-1F63-1CE5-382D-AD190361BEC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53964" y="6360816"/>
            <a:ext cx="1713225" cy="428862"/>
          </a:xfrm>
          <a:prstGeom prst="rect">
            <a:avLst/>
          </a:prstGeom>
        </p:spPr>
      </p:pic>
      <p:sp>
        <p:nvSpPr>
          <p:cNvPr id="2" name="Title 2">
            <a:extLst>
              <a:ext uri="{FF2B5EF4-FFF2-40B4-BE49-F238E27FC236}">
                <a16:creationId xmlns:a16="http://schemas.microsoft.com/office/drawing/2014/main" id="{AAF2404E-7607-B049-3395-564F0963E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616" y="390997"/>
            <a:ext cx="11299064" cy="758429"/>
          </a:xfrm>
        </p:spPr>
        <p:txBody>
          <a:bodyPr anchor="t"/>
          <a:lstStyle>
            <a:lvl1pPr>
              <a:defRPr b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3" name="Picture 2" descr="A black and grey logo&#10;&#10;AI-generated content may be incorrect.">
            <a:extLst>
              <a:ext uri="{FF2B5EF4-FFF2-40B4-BE49-F238E27FC236}">
                <a16:creationId xmlns:a16="http://schemas.microsoft.com/office/drawing/2014/main" id="{71820D11-61CD-BE19-6D62-899ADB3868C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057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1991" y="469209"/>
            <a:ext cx="5113613" cy="631992"/>
          </a:xfrm>
        </p:spPr>
        <p:txBody>
          <a:bodyPr>
            <a:noAutofit/>
          </a:bodyPr>
          <a:lstStyle>
            <a:lvl1pPr>
              <a:defRPr sz="4400" b="0" i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title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1F35BFC-45DA-41CB-B411-40026E11E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320" y="1584960"/>
            <a:ext cx="5113613" cy="4785360"/>
          </a:xfrm>
        </p:spPr>
        <p:txBody>
          <a:bodyPr/>
          <a:lstStyle>
            <a:lvl1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1pPr>
            <a:lvl2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2pPr>
            <a:lvl3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3pPr>
            <a:lvl4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4pPr>
            <a:lvl5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AB4C02E-8D38-49A2-8468-4C52ACE2558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87067" y="469208"/>
            <a:ext cx="5113867" cy="626325"/>
          </a:xfr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en-US" sz="4400" b="0" i="0" dirty="0" smtClean="0">
                <a:solidFill>
                  <a:schemeClr val="bg1"/>
                </a:solidFill>
                <a:latin typeface="+mj-lt"/>
                <a:ea typeface="+mj-ea"/>
                <a:cs typeface="Poppins Medium" panose="00000600000000000000" pitchFamily="2" charset="0"/>
              </a:defRPr>
            </a:lvl1pPr>
            <a:lvl2pPr>
              <a:defRPr lang="en-US" sz="2400" dirty="0" smtClean="0"/>
            </a:lvl2pPr>
            <a:lvl3pPr>
              <a:defRPr lang="en-US" sz="2400" dirty="0" smtClean="0"/>
            </a:lvl3pPr>
            <a:lvl4pPr>
              <a:defRPr lang="en-US" sz="2400" dirty="0" smtClean="0"/>
            </a:lvl4pPr>
            <a:lvl5pPr>
              <a:defRPr lang="en-US" sz="2400" dirty="0"/>
            </a:lvl5pPr>
          </a:lstStyle>
          <a:p>
            <a:pPr marL="152396" lvl="0" indent="-457189">
              <a:lnSpc>
                <a:spcPct val="90000"/>
              </a:lnSpc>
              <a:spcBef>
                <a:spcPct val="0"/>
              </a:spcBef>
            </a:pPr>
            <a:r>
              <a:rPr lang="en-US"/>
              <a:t>Click to add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02560BD-FF7E-43D5-95BA-1D2D492F2E93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587069" y="1584960"/>
            <a:ext cx="5113611" cy="4636936"/>
          </a:xfrm>
        </p:spPr>
        <p:txBody>
          <a:bodyPr/>
          <a:lstStyle>
            <a:lvl1pPr>
              <a:buClr>
                <a:schemeClr val="bg2"/>
              </a:buClr>
              <a:defRPr b="0"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1pPr>
            <a:lvl2pPr>
              <a:buClr>
                <a:schemeClr val="bg2"/>
              </a:buClr>
              <a:defRPr b="0"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2pPr>
            <a:lvl3pPr>
              <a:buClr>
                <a:schemeClr val="bg2"/>
              </a:buClr>
              <a:defRPr b="0"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3pPr>
            <a:lvl4pPr>
              <a:buClr>
                <a:schemeClr val="bg2"/>
              </a:buClr>
              <a:defRPr b="0"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4pPr>
            <a:lvl5pPr>
              <a:buClr>
                <a:schemeClr val="bg2"/>
              </a:buClr>
              <a:defRPr b="0"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3" name="Picture 2" descr="A black and grey logo&#10;&#10;AI-generated content may be incorrect.">
            <a:extLst>
              <a:ext uri="{FF2B5EF4-FFF2-40B4-BE49-F238E27FC236}">
                <a16:creationId xmlns:a16="http://schemas.microsoft.com/office/drawing/2014/main" id="{0E6A0DDB-FBA4-C224-4D4B-E0467F2A7FE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413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Page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5A418392-99DF-4D92-5299-0597BD719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851" y="1706151"/>
            <a:ext cx="5374749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02E2C1D-450C-919F-32A5-794D5170E24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8851" y="628650"/>
            <a:ext cx="3554095" cy="261867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  <a:lvl2pPr marL="457200" indent="0">
              <a:buNone/>
              <a:defRPr sz="1400">
                <a:solidFill>
                  <a:schemeClr val="tx2"/>
                </a:solidFill>
              </a:defRPr>
            </a:lvl2pPr>
            <a:lvl3pPr marL="914400" indent="0">
              <a:buNone/>
              <a:defRPr sz="1200">
                <a:solidFill>
                  <a:schemeClr val="tx2"/>
                </a:solidFill>
              </a:defRPr>
            </a:lvl3pPr>
            <a:lvl4pPr marL="1371600" indent="0">
              <a:buNone/>
              <a:defRPr sz="1100">
                <a:solidFill>
                  <a:schemeClr val="tx2"/>
                </a:solidFill>
              </a:defRPr>
            </a:lvl4pPr>
            <a:lvl5pPr marL="1828800" indent="0"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525EB669-9551-7B42-346B-8835CA72F1E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1393" y="3227610"/>
            <a:ext cx="4769277" cy="2155920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accent5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/>
              <a:t>Click to edit level</a:t>
            </a:r>
          </a:p>
        </p:txBody>
      </p:sp>
      <p:pic>
        <p:nvPicPr>
          <p:cNvPr id="3" name="Picture 2" descr="A black and grey logo&#10;&#10;AI-generated content may be incorrect.">
            <a:extLst>
              <a:ext uri="{FF2B5EF4-FFF2-40B4-BE49-F238E27FC236}">
                <a16:creationId xmlns:a16="http://schemas.microsoft.com/office/drawing/2014/main" id="{6A1FE187-CF9C-3C59-D46C-39E9DF6AE51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6879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:3 text image with fa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">
            <a:extLst>
              <a:ext uri="{FF2B5EF4-FFF2-40B4-BE49-F238E27FC236}">
                <a16:creationId xmlns:a16="http://schemas.microsoft.com/office/drawing/2014/main" id="{50E62194-15A3-1C44-558D-2CCD975549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37760" y="0"/>
            <a:ext cx="7254240" cy="6858000"/>
          </a:xfrm>
          <a:noFill/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8DD5C10-AE48-47C2-C043-9412C8552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489" y="1675492"/>
            <a:ext cx="4097972" cy="1660604"/>
          </a:xfrm>
        </p:spPr>
        <p:txBody>
          <a:bodyPr>
            <a:noAutofit/>
          </a:bodyPr>
          <a:lstStyle>
            <a:lvl1pPr>
              <a:defRPr sz="4200" b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B5B239F-9433-2E79-7918-C6B1E6366F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9490" y="3572715"/>
            <a:ext cx="4097972" cy="2317737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1pPr>
            <a:lvl2pPr marL="457200" indent="0">
              <a:buNone/>
              <a:defRPr sz="20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914400" indent="0">
              <a:buNone/>
              <a:defRPr sz="18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1371600" indent="0">
              <a:buNone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1828800" indent="0">
              <a:buNone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Footer Placeholder 7">
            <a:extLst>
              <a:ext uri="{FF2B5EF4-FFF2-40B4-BE49-F238E27FC236}">
                <a16:creationId xmlns:a16="http://schemas.microsoft.com/office/drawing/2014/main" id="{4A61F839-F15B-A9AC-32D5-6D963FB2B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9489" y="1099426"/>
            <a:ext cx="3055373" cy="379957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bg1"/>
                </a:solidFill>
                <a:latin typeface="+mj-lt"/>
                <a:cs typeface="Poppins" panose="00000500000000000000" pitchFamily="2" charset="0"/>
              </a:defRPr>
            </a:lvl1pPr>
          </a:lstStyle>
          <a:p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F85F2E6-4189-688E-A923-5F1AC075A0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53964" y="6360816"/>
            <a:ext cx="1713225" cy="428862"/>
          </a:xfrm>
          <a:prstGeom prst="rect">
            <a:avLst/>
          </a:prstGeom>
        </p:spPr>
      </p:pic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598A5B34-9B61-FB37-5F4C-93E47B8D6F0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489" y="217054"/>
            <a:ext cx="2048766" cy="480990"/>
          </a:xfrm>
          <a:prstGeom prst="rect">
            <a:avLst/>
          </a:prstGeom>
        </p:spPr>
      </p:pic>
      <p:pic>
        <p:nvPicPr>
          <p:cNvPr id="5" name="Picture 4" descr="A black and grey logo&#10;&#10;AI-generated content may be incorrect.">
            <a:extLst>
              <a:ext uri="{FF2B5EF4-FFF2-40B4-BE49-F238E27FC236}">
                <a16:creationId xmlns:a16="http://schemas.microsoft.com/office/drawing/2014/main" id="{AACA8B22-1182-E22B-5B5A-3AD27B2D82F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3226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 Im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E9524391-095F-4CD4-BE48-73B0890652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50935" y="1514592"/>
            <a:ext cx="7350931" cy="531428"/>
          </a:xfrm>
        </p:spPr>
        <p:txBody>
          <a:bodyPr/>
          <a:lstStyle>
            <a:lvl1pPr>
              <a:defRPr b="0" i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 dirty="0"/>
              <a:t>Click to edit title 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986A320-6B07-4EBA-AB8F-5A9D885F7A0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50936" y="2346036"/>
            <a:ext cx="7350930" cy="3903947"/>
          </a:xfrm>
        </p:spPr>
        <p:txBody>
          <a:bodyPr numCol="2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6400B9"/>
              </a:buClr>
              <a:buSzPct val="100000"/>
              <a:buFont typeface="+mj-lt"/>
              <a:buNone/>
              <a:defRPr lang="en-US" sz="2400" kern="1200" dirty="0">
                <a:solidFill>
                  <a:schemeClr val="accent5"/>
                </a:solidFill>
                <a:latin typeface="+mj-lt"/>
                <a:ea typeface="+mn-ea"/>
                <a:cs typeface="Poppins" panose="00000500000000000000" pitchFamily="2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4"/>
              </a:buClr>
              <a:buSzPct val="100000"/>
              <a:buFont typeface="+mj-lt"/>
              <a:buNone/>
              <a:defRPr lang="en-US" sz="2000" kern="1200" dirty="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4"/>
              </a:buClr>
              <a:buSzPct val="100000"/>
              <a:buFont typeface="+mj-lt"/>
              <a:buNone/>
              <a:defRPr lang="en-US" sz="2000" kern="1200" dirty="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4"/>
              </a:buClr>
              <a:buSzPct val="100000"/>
              <a:buFont typeface="+mj-lt"/>
              <a:buNone/>
              <a:defRPr lang="en-US" sz="2000" kern="1200" dirty="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4"/>
              </a:buClr>
              <a:buSzPct val="100000"/>
              <a:buFont typeface="+mj-lt"/>
              <a:buNone/>
              <a:defRPr lang="en-US" sz="2000" kern="1200" dirty="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  </a:t>
            </a:r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C0214854-A06E-40D3-B4BA-EB33E4C29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" y="0"/>
            <a:ext cx="3981449" cy="6858000"/>
          </a:xfr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89F6EF1-348A-9A4A-F8FA-F2DD47AB0DA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53964" y="6360816"/>
            <a:ext cx="1713225" cy="428862"/>
          </a:xfrm>
          <a:prstGeom prst="rect">
            <a:avLst/>
          </a:prstGeom>
        </p:spPr>
      </p:pic>
      <p:pic>
        <p:nvPicPr>
          <p:cNvPr id="4" name="Picture 3" descr="A black and grey logo&#10;&#10;AI-generated content may be incorrect.">
            <a:extLst>
              <a:ext uri="{FF2B5EF4-FFF2-40B4-BE49-F238E27FC236}">
                <a16:creationId xmlns:a16="http://schemas.microsoft.com/office/drawing/2014/main" id="{2C326CFA-FC4A-0FAF-CD64-36B4480A49A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103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Left 1: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E9524391-095F-4CD4-BE48-73B0890652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22982" y="487681"/>
            <a:ext cx="6828581" cy="531428"/>
          </a:xfrm>
        </p:spPr>
        <p:txBody>
          <a:bodyPr/>
          <a:lstStyle>
            <a:lvl1pPr>
              <a:defRPr b="0" i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 dirty="0"/>
              <a:t>Click to edit title 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2894BEB0-D61D-4A64-9596-8FB93E85A09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22982" y="1130725"/>
            <a:ext cx="6828581" cy="349776"/>
          </a:xfrm>
        </p:spPr>
        <p:txBody>
          <a:bodyPr wrap="square" tIns="0">
            <a:spAutoFit/>
          </a:bodyPr>
          <a:lstStyle>
            <a:lvl1pPr marL="0" indent="0">
              <a:buNone/>
              <a:defRPr sz="2133" b="0">
                <a:solidFill>
                  <a:schemeClr val="accent5"/>
                </a:solidFill>
                <a:latin typeface="+mj-lt"/>
                <a:cs typeface="Poppins" panose="00000500000000000000" pitchFamily="2" charset="0"/>
              </a:defRPr>
            </a:lvl1pPr>
          </a:lstStyle>
          <a:p>
            <a:pPr lvl="0"/>
            <a:r>
              <a:rPr lang="en-US" dirty="0"/>
              <a:t>Subtitle if needed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986A320-6B07-4EBA-AB8F-5A9D885F7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2982" y="1584960"/>
            <a:ext cx="6828581" cy="4575695"/>
          </a:xfrm>
        </p:spPr>
        <p:txBody>
          <a:bodyPr/>
          <a:lstStyle>
            <a:lvl1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1pPr>
            <a:lvl2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2pPr>
            <a:lvl3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3pPr>
            <a:lvl4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4pPr>
            <a:lvl5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C0214854-A06E-40D3-B4BA-EB33E4C29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" y="0"/>
            <a:ext cx="4400631" cy="6858000"/>
          </a:xfr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09E7D38-1EB7-DC73-2C65-7FE6EAAAAF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53964" y="6360816"/>
            <a:ext cx="1713225" cy="428862"/>
          </a:xfrm>
          <a:prstGeom prst="rect">
            <a:avLst/>
          </a:prstGeom>
        </p:spPr>
      </p:pic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5318E716-6564-DCF6-0ADF-1B5440B412B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559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1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1F35BFC-45DA-41CB-B411-40026E11E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320" y="5166479"/>
            <a:ext cx="11209360" cy="1009878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1pPr>
            <a:lvl2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2pPr>
            <a:lvl3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3pPr>
            <a:lvl4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4pPr>
            <a:lvl5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9D7B4829-A151-F160-74A7-953F2848A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616" y="259398"/>
            <a:ext cx="10515600" cy="1009878"/>
          </a:xfrm>
        </p:spPr>
        <p:txBody>
          <a:bodyPr/>
          <a:lstStyle>
            <a:lvl1pPr algn="ctr">
              <a:defRPr b="0">
                <a:solidFill>
                  <a:schemeClr val="bg1"/>
                </a:solidFill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Picture 3" descr="A black and grey logo&#10;&#10;AI-generated content may be incorrect.">
            <a:extLst>
              <a:ext uri="{FF2B5EF4-FFF2-40B4-BE49-F238E27FC236}">
                <a16:creationId xmlns:a16="http://schemas.microsoft.com/office/drawing/2014/main" id="{71281818-ACE8-D64A-3A09-12A458B23C9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065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 Left 1: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E9524391-095F-4CD4-BE48-73B089065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303" y="610733"/>
            <a:ext cx="4400631" cy="531428"/>
          </a:xfrm>
        </p:spPr>
        <p:txBody>
          <a:bodyPr/>
          <a:lstStyle>
            <a:lvl1pPr>
              <a:defRPr b="0" i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986A320-6B07-4EBA-AB8F-5A9D885F7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304" y="1549392"/>
            <a:ext cx="4400631" cy="4785360"/>
          </a:xfrm>
        </p:spPr>
        <p:txBody>
          <a:bodyPr/>
          <a:lstStyle>
            <a:lvl1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1pPr>
            <a:lvl2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2pPr>
            <a:lvl3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3pPr>
            <a:lvl4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4pPr>
            <a:lvl5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C0214854-A06E-40D3-B4BA-EB33E4C29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019870" y="3691"/>
            <a:ext cx="7150360" cy="6858000"/>
          </a:xfr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09E7D38-1EB7-DC73-2C65-7FE6EAAAAF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53964" y="6360816"/>
            <a:ext cx="1713225" cy="428862"/>
          </a:xfrm>
          <a:prstGeom prst="rect">
            <a:avLst/>
          </a:prstGeom>
        </p:spPr>
      </p:pic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904B87D0-2616-6A9C-1E3A-C0A3AAF5858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510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Right 2: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E9524391-095F-4CD4-BE48-73B089065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052" y="487681"/>
            <a:ext cx="7350931" cy="531428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2894BEB0-D61D-4A64-9596-8FB93E85A09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2051" y="1117949"/>
            <a:ext cx="7350931" cy="349776"/>
          </a:xfrm>
        </p:spPr>
        <p:txBody>
          <a:bodyPr wrap="square" tIns="0">
            <a:spAutoFit/>
          </a:bodyPr>
          <a:lstStyle>
            <a:lvl1pPr marL="0" indent="0">
              <a:buNone/>
              <a:defRPr sz="2133" b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 if needed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986A320-6B07-4EBA-AB8F-5A9D885F7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320" y="1584960"/>
            <a:ext cx="7350931" cy="4785360"/>
          </a:xfrm>
        </p:spPr>
        <p:txBody>
          <a:bodyPr/>
          <a:lstStyle>
            <a:lvl1pPr>
              <a:defRPr>
                <a:solidFill>
                  <a:schemeClr val="accent5"/>
                </a:solidFill>
                <a:latin typeface="+mn-lt"/>
              </a:defRPr>
            </a:lvl1pPr>
            <a:lvl2pPr>
              <a:defRPr>
                <a:solidFill>
                  <a:schemeClr val="accent5"/>
                </a:solidFill>
                <a:latin typeface="+mn-lt"/>
              </a:defRPr>
            </a:lvl2pPr>
            <a:lvl3pPr>
              <a:defRPr>
                <a:solidFill>
                  <a:schemeClr val="accent5"/>
                </a:solidFill>
                <a:latin typeface="+mn-lt"/>
              </a:defRPr>
            </a:lvl3pPr>
            <a:lvl4pPr>
              <a:defRPr>
                <a:solidFill>
                  <a:schemeClr val="accent5"/>
                </a:solidFill>
                <a:latin typeface="+mn-lt"/>
              </a:defRPr>
            </a:lvl4pPr>
            <a:lvl5pPr>
              <a:defRPr>
                <a:solidFill>
                  <a:schemeClr val="accent5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C0214854-A06E-40D3-B4BA-EB33E4C29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210552" y="0"/>
            <a:ext cx="3981449" cy="6858000"/>
          </a:xfr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5" name="Picture 4" descr="A black and grey logo&#10;&#10;AI-generated content may be incorrect.">
            <a:extLst>
              <a:ext uri="{FF2B5EF4-FFF2-40B4-BE49-F238E27FC236}">
                <a16:creationId xmlns:a16="http://schemas.microsoft.com/office/drawing/2014/main" id="{AB908FE8-D744-608D-FD9E-0C7CA108184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719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E9524391-095F-4CD4-BE48-73B0890652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0746" y="487681"/>
            <a:ext cx="5430181" cy="531428"/>
          </a:xfrm>
        </p:spPr>
        <p:txBody>
          <a:bodyPr/>
          <a:lstStyle>
            <a:lvl1pPr>
              <a:defRPr b="0" i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2894BEB0-D61D-4A64-9596-8FB93E85A09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0746" y="1163449"/>
            <a:ext cx="5430181" cy="349776"/>
          </a:xfrm>
        </p:spPr>
        <p:txBody>
          <a:bodyPr wrap="square" tIns="0">
            <a:spAutoFit/>
          </a:bodyPr>
          <a:lstStyle>
            <a:lvl1pPr marL="0" indent="0">
              <a:buNone/>
              <a:defRPr sz="2133" b="0">
                <a:solidFill>
                  <a:schemeClr val="accent5"/>
                </a:solidFill>
                <a:latin typeface="+mj-lt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Subtitle if needed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986A320-6B07-4EBA-AB8F-5A9D885F7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136" y="1584960"/>
            <a:ext cx="5430181" cy="4785360"/>
          </a:xfrm>
        </p:spPr>
        <p:txBody>
          <a:bodyPr/>
          <a:lstStyle>
            <a:lvl1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1pPr>
            <a:lvl2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2pPr>
            <a:lvl3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3pPr>
            <a:lvl4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4pPr>
            <a:lvl5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C0214854-A06E-40D3-B4BA-EB33E4C29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71684" y="0"/>
            <a:ext cx="5918200" cy="6858000"/>
          </a:xfr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8121B95-703C-D55D-BF4F-3E6CF59654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53964" y="6360816"/>
            <a:ext cx="1713225" cy="428862"/>
          </a:xfrm>
          <a:prstGeom prst="rect">
            <a:avLst/>
          </a:prstGeom>
        </p:spPr>
      </p:pic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1A7054F8-BAA4-0C19-4C22-F3ECEF48FAD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979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Im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E9524391-095F-4CD4-BE48-73B0890652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68273" y="487681"/>
            <a:ext cx="5430181" cy="531428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+mj-lt"/>
                <a:cs typeface="Poppins" panose="00000500000000000000" pitchFamily="2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2894BEB0-D61D-4A64-9596-8FB93E85A09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68273" y="1176262"/>
            <a:ext cx="5430181" cy="349776"/>
          </a:xfrm>
        </p:spPr>
        <p:txBody>
          <a:bodyPr wrap="square" tIns="0">
            <a:spAutoFit/>
          </a:bodyPr>
          <a:lstStyle>
            <a:lvl1pPr marL="0" indent="0">
              <a:buNone/>
              <a:defRPr sz="2133" b="0">
                <a:solidFill>
                  <a:schemeClr val="accent5"/>
                </a:solidFill>
                <a:latin typeface="+mj-lt"/>
                <a:cs typeface="Poppins" panose="00000500000000000000" pitchFamily="2" charset="0"/>
              </a:defRPr>
            </a:lvl1pPr>
          </a:lstStyle>
          <a:p>
            <a:pPr lvl="0"/>
            <a:r>
              <a:rPr lang="en-US" dirty="0"/>
              <a:t>Subtitle if needed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986A320-6B07-4EBA-AB8F-5A9D885F7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68273" y="1584960"/>
            <a:ext cx="5430181" cy="4658822"/>
          </a:xfrm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1pPr>
            <a:lvl2pPr>
              <a:defRPr b="0"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2pPr>
            <a:lvl3pPr>
              <a:defRPr b="0"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3pPr>
            <a:lvl4pPr>
              <a:defRPr b="0"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4pPr>
            <a:lvl5pPr>
              <a:defRPr b="0"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C0214854-A06E-40D3-B4BA-EB33E4C29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5918200" cy="6858000"/>
          </a:xfr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39D744E6-E74A-1652-D0F5-7D889B7FAA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442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, and intruding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1F35BFC-45DA-41CB-B411-40026E11E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320" y="1584960"/>
            <a:ext cx="5426880" cy="4785360"/>
          </a:xfrm>
        </p:spPr>
        <p:txBody>
          <a:bodyPr/>
          <a:lstStyle>
            <a:lvl1pPr>
              <a:defRPr>
                <a:solidFill>
                  <a:schemeClr val="accent5"/>
                </a:solidFill>
                <a:latin typeface="+mn-lt"/>
              </a:defRPr>
            </a:lvl1pPr>
            <a:lvl2pPr>
              <a:defRPr>
                <a:solidFill>
                  <a:schemeClr val="accent5"/>
                </a:solidFill>
                <a:latin typeface="+mn-lt"/>
              </a:defRPr>
            </a:lvl2pPr>
            <a:lvl3pPr>
              <a:defRPr>
                <a:solidFill>
                  <a:schemeClr val="accent5"/>
                </a:solidFill>
                <a:latin typeface="+mn-lt"/>
              </a:defRPr>
            </a:lvl3pPr>
            <a:lvl4pPr>
              <a:defRPr>
                <a:solidFill>
                  <a:schemeClr val="accent5"/>
                </a:solidFill>
                <a:latin typeface="+mn-lt"/>
              </a:defRPr>
            </a:lvl4pPr>
            <a:lvl5pPr>
              <a:defRPr>
                <a:solidFill>
                  <a:schemeClr val="accent5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E5AD3FD9-5B0C-46BE-A071-C012F798CB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60987" y="895738"/>
            <a:ext cx="6359847" cy="5066523"/>
          </a:xfrm>
          <a:prstGeom prst="roundRect">
            <a:avLst>
              <a:gd name="adj" fmla="val 4059"/>
            </a:avLst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0EC94FC8-6A64-7AE0-4DCD-B2341FA78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616" y="259398"/>
            <a:ext cx="5516584" cy="1009878"/>
          </a:xfrm>
        </p:spPr>
        <p:txBody>
          <a:bodyPr/>
          <a:lstStyle>
            <a:lvl1pPr>
              <a:defRPr b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3" name="Picture 2" descr="A black and grey logo&#10;&#10;AI-generated content may be incorrect.">
            <a:extLst>
              <a:ext uri="{FF2B5EF4-FFF2-40B4-BE49-F238E27FC236}">
                <a16:creationId xmlns:a16="http://schemas.microsoft.com/office/drawing/2014/main" id="{F5D34AB3-5594-6B43-43D4-8DDE60EF546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328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Content and Picture Inse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5265978C-1542-C937-848D-94F11105CB47}"/>
              </a:ext>
            </a:extLst>
          </p:cNvPr>
          <p:cNvSpPr txBox="1">
            <a:spLocks/>
          </p:cNvSpPr>
          <p:nvPr userDrawn="1"/>
        </p:nvSpPr>
        <p:spPr>
          <a:xfrm>
            <a:off x="5834270" y="4012189"/>
            <a:ext cx="3668960" cy="113330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ptos Black" panose="020B0004020202020204" pitchFamily="34" charset="0"/>
                <a:ea typeface="+mj-ea"/>
                <a:cs typeface="+mj-cs"/>
              </a:defRPr>
            </a:lvl1pPr>
          </a:lstStyle>
          <a:p>
            <a:pPr algn="r">
              <a:lnSpc>
                <a:spcPct val="100000"/>
              </a:lnSpc>
            </a:pPr>
            <a:endParaRPr lang="en-US" sz="3600">
              <a:solidFill>
                <a:schemeClr val="bg1"/>
              </a:solidFill>
              <a:latin typeface="Aptos Black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EAC0F2F-5A34-CBCF-1CE5-4C63B1B8EC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82543"/>
            <a:ext cx="5181600" cy="4351338"/>
          </a:xfrm>
        </p:spPr>
        <p:txBody>
          <a:bodyPr/>
          <a:lstStyle>
            <a:lvl1pPr marL="0" indent="0">
              <a:buNone/>
              <a:defRPr>
                <a:solidFill>
                  <a:schemeClr val="accent5"/>
                </a:solidFill>
                <a:latin typeface="+mn-lt"/>
                <a:cs typeface="Poppins Medium" panose="00000600000000000000" pitchFamily="2" charset="0"/>
              </a:defRPr>
            </a:lvl1pPr>
            <a:lvl2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2pPr>
            <a:lvl3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3pPr>
            <a:lvl4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4pPr>
            <a:lvl5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3" name="Picture Placeholder 1">
            <a:extLst>
              <a:ext uri="{FF2B5EF4-FFF2-40B4-BE49-F238E27FC236}">
                <a16:creationId xmlns:a16="http://schemas.microsoft.com/office/drawing/2014/main" id="{97C7A487-723C-8EAF-33A3-0E6CEF81F4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599583" y="1682543"/>
            <a:ext cx="5075582" cy="4351338"/>
          </a:xfrm>
          <a:prstGeom prst="roundRect">
            <a:avLst>
              <a:gd name="adj" fmla="val 3294"/>
            </a:avLst>
          </a:prstGeom>
          <a:noFill/>
          <a:ln w="38100">
            <a:solidFill>
              <a:schemeClr val="accent1"/>
            </a:solidFill>
          </a:ln>
          <a:effectLst>
            <a:glow rad="38100">
              <a:schemeClr val="accent2"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DFA0A056-05EC-1674-3BCD-A8417F38D24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53964" y="6360816"/>
            <a:ext cx="1713225" cy="428862"/>
          </a:xfrm>
          <a:prstGeom prst="rect">
            <a:avLst/>
          </a:prstGeom>
        </p:spPr>
      </p:pic>
      <p:sp>
        <p:nvSpPr>
          <p:cNvPr id="9" name="Title 2">
            <a:extLst>
              <a:ext uri="{FF2B5EF4-FFF2-40B4-BE49-F238E27FC236}">
                <a16:creationId xmlns:a16="http://schemas.microsoft.com/office/drawing/2014/main" id="{B16157D1-CB4F-14E1-1727-2C40CD6B7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616" y="390997"/>
            <a:ext cx="11299064" cy="758429"/>
          </a:xfrm>
        </p:spPr>
        <p:txBody>
          <a:bodyPr anchor="t"/>
          <a:lstStyle>
            <a:lvl1pPr>
              <a:defRPr b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ECCC8CFF-2305-7F24-3972-0EC51013E3E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33065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32E5C3F4-3663-B0DA-D297-92566BFCDF2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53964" y="6360816"/>
            <a:ext cx="1713225" cy="428862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5A1374C-277A-2675-F8EB-3BEC0D00F3C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9138" y="1595438"/>
            <a:ext cx="10515394" cy="1690859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accent5"/>
                </a:solidFill>
              </a:defRPr>
            </a:lvl1pPr>
            <a:lvl2pPr>
              <a:defRPr sz="2000">
                <a:solidFill>
                  <a:schemeClr val="accent5"/>
                </a:solidFill>
              </a:defRPr>
            </a:lvl2pPr>
            <a:lvl3pPr>
              <a:defRPr sz="1800">
                <a:solidFill>
                  <a:schemeClr val="accent5"/>
                </a:solidFill>
              </a:defRPr>
            </a:lvl3pPr>
            <a:lvl4pPr>
              <a:defRPr sz="1600">
                <a:solidFill>
                  <a:schemeClr val="accent5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D6A764E-8FF8-C8E5-6D39-B3477E7F861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18932" y="3571703"/>
            <a:ext cx="3374569" cy="2278589"/>
          </a:xfrm>
          <a:prstGeom prst="roundRect">
            <a:avLst>
              <a:gd name="adj" fmla="val 1025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7FBC179B-4E5F-7167-606B-7404A311574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289447" y="3590360"/>
            <a:ext cx="3374569" cy="2278589"/>
          </a:xfrm>
          <a:prstGeom prst="roundRect">
            <a:avLst>
              <a:gd name="adj" fmla="val 1025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6AAC06FD-1B4F-E3AE-9911-96DD5380CED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869294" y="3599688"/>
            <a:ext cx="3374569" cy="2278589"/>
          </a:xfrm>
          <a:prstGeom prst="roundRect">
            <a:avLst>
              <a:gd name="adj" fmla="val 1025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8727A32E-13A1-6D1E-5B43-8C3EA1610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616" y="390997"/>
            <a:ext cx="11299064" cy="758429"/>
          </a:xfrm>
        </p:spPr>
        <p:txBody>
          <a:bodyPr anchor="t"/>
          <a:lstStyle>
            <a:lvl1pPr>
              <a:defRPr b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E68C994E-DFBB-663A-C428-48666F0B9E2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65265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to-a-Pa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/>
          <p:cNvSpPr>
            <a:spLocks noGrp="1"/>
          </p:cNvSpPr>
          <p:nvPr>
            <p:ph sz="quarter" idx="15" hasCustomPrompt="1"/>
          </p:nvPr>
        </p:nvSpPr>
        <p:spPr>
          <a:xfrm>
            <a:off x="554182" y="2178800"/>
            <a:ext cx="5263767" cy="1694329"/>
          </a:xfrm>
          <a:prstGeom prst="rect">
            <a:avLst/>
          </a:prstGeom>
        </p:spPr>
        <p:txBody>
          <a:bodyPr lIns="73152" tIns="36576" rIns="73152">
            <a:noAutofit/>
          </a:bodyPr>
          <a:lstStyle>
            <a:lvl1pPr marL="0" indent="0">
              <a:lnSpc>
                <a:spcPct val="100000"/>
              </a:lnSpc>
              <a:spcBef>
                <a:spcPts val="137"/>
              </a:spcBef>
              <a:buNone/>
              <a:defRPr sz="1236">
                <a:solidFill>
                  <a:schemeClr val="accent5"/>
                </a:solidFill>
                <a:latin typeface="+mn-lt"/>
              </a:defRPr>
            </a:lvl1pPr>
            <a:lvl2pPr marL="251222" indent="-251222">
              <a:lnSpc>
                <a:spcPct val="100000"/>
              </a:lnSpc>
              <a:spcBef>
                <a:spcPts val="137"/>
              </a:spcBef>
              <a:buFont typeface="Symbol" panose="05050102010706020507" pitchFamily="18" charset="2"/>
              <a:buChar char=""/>
              <a:defRPr sz="1236">
                <a:solidFill>
                  <a:schemeClr val="accent5"/>
                </a:solidFill>
              </a:defRPr>
            </a:lvl2pPr>
            <a:lvl3pPr marL="502445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3pPr>
            <a:lvl4pPr marL="753667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4pPr>
            <a:lvl5pPr marL="1004889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5pPr>
            <a:lvl6pPr marL="1256111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6pPr>
            <a:lvl7pPr>
              <a:lnSpc>
                <a:spcPct val="100000"/>
              </a:lnSpc>
              <a:spcBef>
                <a:spcPts val="137"/>
              </a:spcBef>
              <a:defRPr sz="1236"/>
            </a:lvl7pPr>
          </a:lstStyle>
          <a:p>
            <a:pPr lvl="0"/>
            <a:r>
              <a:rPr lang="en-US" dirty="0"/>
              <a:t>Message Text</a:t>
            </a:r>
          </a:p>
          <a:p>
            <a:pPr lvl="1"/>
            <a:r>
              <a:rPr lang="en-US" dirty="0"/>
              <a:t>Bullet 1</a:t>
            </a:r>
          </a:p>
          <a:p>
            <a:pPr lvl="2"/>
            <a:r>
              <a:rPr lang="en-US" dirty="0"/>
              <a:t>Bullet 2</a:t>
            </a:r>
          </a:p>
          <a:p>
            <a:pPr lvl="3"/>
            <a:r>
              <a:rPr lang="en-US" dirty="0"/>
              <a:t>Bullet 3</a:t>
            </a:r>
          </a:p>
          <a:p>
            <a:pPr lvl="4"/>
            <a:r>
              <a:rPr lang="en-US" dirty="0"/>
              <a:t>Bullet 4</a:t>
            </a:r>
          </a:p>
          <a:p>
            <a:pPr lvl="5"/>
            <a:r>
              <a:rPr lang="en-US" dirty="0"/>
              <a:t>Bullet 5</a:t>
            </a:r>
          </a:p>
        </p:txBody>
      </p:sp>
      <p:sp>
        <p:nvSpPr>
          <p:cNvPr id="2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6372131" y="2178800"/>
            <a:ext cx="5265688" cy="1694329"/>
          </a:xfrm>
          <a:prstGeom prst="rect">
            <a:avLst/>
          </a:prstGeom>
        </p:spPr>
        <p:txBody>
          <a:bodyPr lIns="73152" tIns="36576" rIns="73152">
            <a:noAutofit/>
          </a:bodyPr>
          <a:lstStyle>
            <a:lvl1pPr marL="0" indent="0">
              <a:lnSpc>
                <a:spcPct val="100000"/>
              </a:lnSpc>
              <a:spcBef>
                <a:spcPts val="137"/>
              </a:spcBef>
              <a:buNone/>
              <a:defRPr sz="1236">
                <a:solidFill>
                  <a:schemeClr val="accent5"/>
                </a:solidFill>
                <a:latin typeface="+mn-lt"/>
              </a:defRPr>
            </a:lvl1pPr>
            <a:lvl2pPr marL="251222" indent="-251222">
              <a:lnSpc>
                <a:spcPct val="100000"/>
              </a:lnSpc>
              <a:spcBef>
                <a:spcPts val="137"/>
              </a:spcBef>
              <a:buFont typeface="Symbol" panose="05050102010706020507" pitchFamily="18" charset="2"/>
              <a:buChar char=""/>
              <a:defRPr sz="1236">
                <a:solidFill>
                  <a:schemeClr val="accent5"/>
                </a:solidFill>
              </a:defRPr>
            </a:lvl2pPr>
            <a:lvl3pPr marL="502445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3pPr>
            <a:lvl4pPr marL="753667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4pPr>
            <a:lvl5pPr marL="1004889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5pPr>
            <a:lvl6pPr marL="1256111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6pPr>
            <a:lvl7pPr>
              <a:lnSpc>
                <a:spcPct val="100000"/>
              </a:lnSpc>
              <a:spcBef>
                <a:spcPts val="137"/>
              </a:spcBef>
              <a:defRPr sz="1236"/>
            </a:lvl7pPr>
          </a:lstStyle>
          <a:p>
            <a:pPr lvl="0"/>
            <a:r>
              <a:rPr lang="en-US" dirty="0"/>
              <a:t>Message Text</a:t>
            </a:r>
          </a:p>
          <a:p>
            <a:pPr lvl="1"/>
            <a:r>
              <a:rPr lang="en-US" dirty="0"/>
              <a:t>Bullet 1</a:t>
            </a:r>
          </a:p>
          <a:p>
            <a:pPr lvl="2"/>
            <a:r>
              <a:rPr lang="en-US" dirty="0"/>
              <a:t>Bullet 2</a:t>
            </a:r>
          </a:p>
          <a:p>
            <a:pPr lvl="3"/>
            <a:r>
              <a:rPr lang="en-US" dirty="0"/>
              <a:t>Bullet 3</a:t>
            </a:r>
          </a:p>
          <a:p>
            <a:pPr lvl="4"/>
            <a:r>
              <a:rPr lang="en-US" dirty="0"/>
              <a:t>Bullet 4</a:t>
            </a:r>
          </a:p>
          <a:p>
            <a:pPr lvl="5"/>
            <a:r>
              <a:rPr lang="en-US" dirty="0"/>
              <a:t>Bullet 5</a:t>
            </a:r>
          </a:p>
        </p:txBody>
      </p:sp>
      <p:sp>
        <p:nvSpPr>
          <p:cNvPr id="11" name="Content Placeholder 13"/>
          <p:cNvSpPr>
            <a:spLocks noGrp="1"/>
          </p:cNvSpPr>
          <p:nvPr>
            <p:ph sz="quarter" idx="22" hasCustomPrompt="1"/>
          </p:nvPr>
        </p:nvSpPr>
        <p:spPr>
          <a:xfrm>
            <a:off x="554182" y="4466250"/>
            <a:ext cx="5264727" cy="1694329"/>
          </a:xfrm>
          <a:prstGeom prst="rect">
            <a:avLst/>
          </a:prstGeom>
        </p:spPr>
        <p:txBody>
          <a:bodyPr lIns="73152" tIns="36576" rIns="73152">
            <a:noAutofit/>
          </a:bodyPr>
          <a:lstStyle>
            <a:lvl1pPr marL="0" indent="0">
              <a:lnSpc>
                <a:spcPct val="100000"/>
              </a:lnSpc>
              <a:spcBef>
                <a:spcPts val="137"/>
              </a:spcBef>
              <a:buNone/>
              <a:defRPr sz="1236">
                <a:solidFill>
                  <a:schemeClr val="accent5"/>
                </a:solidFill>
                <a:latin typeface="+mn-lt"/>
              </a:defRPr>
            </a:lvl1pPr>
            <a:lvl2pPr marL="285750" indent="-285750">
              <a:lnSpc>
                <a:spcPct val="100000"/>
              </a:lnSpc>
              <a:spcBef>
                <a:spcPts val="137"/>
              </a:spcBef>
              <a:buFont typeface="Arial" panose="020B0604020202020204" pitchFamily="34" charset="0"/>
              <a:buChar char="•"/>
              <a:defRPr sz="1236">
                <a:solidFill>
                  <a:schemeClr val="accent5"/>
                </a:solidFill>
              </a:defRPr>
            </a:lvl2pPr>
            <a:lvl3pPr marL="502445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3pPr>
            <a:lvl4pPr marL="753667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4pPr>
            <a:lvl5pPr marL="1004889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5pPr>
            <a:lvl6pPr marL="1256111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6pPr>
            <a:lvl7pPr marL="2743200" indent="0">
              <a:lnSpc>
                <a:spcPct val="100000"/>
              </a:lnSpc>
              <a:spcBef>
                <a:spcPts val="137"/>
              </a:spcBef>
              <a:buNone/>
              <a:defRPr sz="1236"/>
            </a:lvl7pPr>
          </a:lstStyle>
          <a:p>
            <a:pPr lvl="0"/>
            <a:r>
              <a:rPr lang="en-US" dirty="0"/>
              <a:t>Message Text</a:t>
            </a:r>
          </a:p>
          <a:p>
            <a:pPr lvl="1"/>
            <a:r>
              <a:rPr lang="en-US" dirty="0"/>
              <a:t>Bullet 1</a:t>
            </a:r>
          </a:p>
          <a:p>
            <a:pPr lvl="2"/>
            <a:r>
              <a:rPr lang="en-US" dirty="0"/>
              <a:t>Bullet 2</a:t>
            </a:r>
          </a:p>
          <a:p>
            <a:pPr lvl="3"/>
            <a:r>
              <a:rPr lang="en-US" dirty="0"/>
              <a:t>Bullet 3</a:t>
            </a:r>
          </a:p>
          <a:p>
            <a:pPr lvl="4"/>
            <a:r>
              <a:rPr lang="en-US" dirty="0"/>
              <a:t>Bullet 4</a:t>
            </a:r>
          </a:p>
          <a:p>
            <a:pPr lvl="5"/>
            <a:r>
              <a:rPr lang="en-US" dirty="0"/>
              <a:t>Bullet  5</a:t>
            </a:r>
          </a:p>
        </p:txBody>
      </p:sp>
      <p:sp>
        <p:nvSpPr>
          <p:cNvPr id="13" name="Content Placeholder 13"/>
          <p:cNvSpPr>
            <a:spLocks noGrp="1"/>
          </p:cNvSpPr>
          <p:nvPr>
            <p:ph sz="quarter" idx="24" hasCustomPrompt="1"/>
          </p:nvPr>
        </p:nvSpPr>
        <p:spPr>
          <a:xfrm>
            <a:off x="6374052" y="4466250"/>
            <a:ext cx="5263767" cy="1694329"/>
          </a:xfrm>
          <a:prstGeom prst="rect">
            <a:avLst/>
          </a:prstGeom>
        </p:spPr>
        <p:txBody>
          <a:bodyPr lIns="73152" tIns="36576" rIns="73152">
            <a:noAutofit/>
          </a:bodyPr>
          <a:lstStyle>
            <a:lvl1pPr marL="0" indent="0">
              <a:lnSpc>
                <a:spcPct val="100000"/>
              </a:lnSpc>
              <a:spcBef>
                <a:spcPts val="137"/>
              </a:spcBef>
              <a:buNone/>
              <a:defRPr sz="1236">
                <a:solidFill>
                  <a:schemeClr val="accent5"/>
                </a:solidFill>
                <a:latin typeface="+mn-lt"/>
              </a:defRPr>
            </a:lvl1pPr>
            <a:lvl2pPr marL="285750" indent="-285750">
              <a:lnSpc>
                <a:spcPct val="100000"/>
              </a:lnSpc>
              <a:spcBef>
                <a:spcPts val="137"/>
              </a:spcBef>
              <a:buFont typeface="Arial" panose="020B0604020202020204" pitchFamily="34" charset="0"/>
              <a:buChar char="•"/>
              <a:defRPr sz="1236">
                <a:solidFill>
                  <a:schemeClr val="accent5"/>
                </a:solidFill>
              </a:defRPr>
            </a:lvl2pPr>
            <a:lvl3pPr marL="502445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3pPr>
            <a:lvl4pPr marL="753667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4pPr>
            <a:lvl5pPr marL="1004889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5pPr>
            <a:lvl6pPr marL="1004889" indent="0">
              <a:lnSpc>
                <a:spcPct val="100000"/>
              </a:lnSpc>
              <a:spcBef>
                <a:spcPts val="137"/>
              </a:spcBef>
              <a:buFont typeface="Arial" panose="020B0604020202020204" pitchFamily="34" charset="0"/>
              <a:buNone/>
              <a:defRPr sz="1236">
                <a:solidFill>
                  <a:schemeClr val="accent5"/>
                </a:solidFill>
              </a:defRPr>
            </a:lvl6pPr>
            <a:lvl7pPr marL="2743200" indent="0">
              <a:lnSpc>
                <a:spcPct val="100000"/>
              </a:lnSpc>
              <a:spcBef>
                <a:spcPts val="137"/>
              </a:spcBef>
              <a:buNone/>
              <a:defRPr sz="1236"/>
            </a:lvl7pPr>
          </a:lstStyle>
          <a:p>
            <a:pPr lvl="0"/>
            <a:r>
              <a:rPr lang="en-US" dirty="0"/>
              <a:t>Message Text</a:t>
            </a:r>
          </a:p>
          <a:p>
            <a:pPr lvl="1"/>
            <a:r>
              <a:rPr lang="en-US" dirty="0"/>
              <a:t>Bullet 1</a:t>
            </a:r>
          </a:p>
          <a:p>
            <a:pPr lvl="2"/>
            <a:r>
              <a:rPr lang="en-US" dirty="0"/>
              <a:t>Bullet 2</a:t>
            </a:r>
          </a:p>
          <a:p>
            <a:pPr lvl="3"/>
            <a:r>
              <a:rPr lang="en-US" dirty="0"/>
              <a:t>Bullet 3</a:t>
            </a:r>
          </a:p>
          <a:p>
            <a:pPr lvl="4"/>
            <a:r>
              <a:rPr lang="en-US" dirty="0"/>
              <a:t>Bullet 4</a:t>
            </a:r>
          </a:p>
          <a:p>
            <a:pPr lvl="5"/>
            <a:r>
              <a:rPr lang="en-US" dirty="0"/>
              <a:t>Bullet 5</a:t>
            </a:r>
          </a:p>
        </p:txBody>
      </p:sp>
      <p:sp>
        <p:nvSpPr>
          <p:cNvPr id="25" name="Content Placeholder 13"/>
          <p:cNvSpPr>
            <a:spLocks noGrp="1"/>
          </p:cNvSpPr>
          <p:nvPr>
            <p:ph sz="quarter" idx="17" hasCustomPrompt="1"/>
          </p:nvPr>
        </p:nvSpPr>
        <p:spPr>
          <a:xfrm>
            <a:off x="554181" y="1170105"/>
            <a:ext cx="11083636" cy="2739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lang="en-US" sz="2133" b="0" kern="1200" dirty="0">
                <a:solidFill>
                  <a:schemeClr val="accent5"/>
                </a:solidFill>
                <a:latin typeface="+mj-lt"/>
                <a:ea typeface="+mn-ea"/>
                <a:cs typeface="Poppins" panose="00000500000000000000" pitchFamily="2" charset="0"/>
              </a:defRPr>
            </a:lvl1pPr>
            <a:lvl2pPr marL="316500" indent="-314028">
              <a:buFont typeface="Symbol" panose="05050102010706020507" pitchFamily="18" charset="2"/>
              <a:buChar char=""/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 dirty="0"/>
              <a:t>Message Text</a:t>
            </a:r>
          </a:p>
        </p:txBody>
      </p:sp>
      <p:sp>
        <p:nvSpPr>
          <p:cNvPr id="7" name="shp_SDPTitle"/>
          <p:cNvSpPr>
            <a:spLocks noGrp="1"/>
          </p:cNvSpPr>
          <p:nvPr>
            <p:ph type="dt" sz="half" idx="10"/>
          </p:nvPr>
        </p:nvSpPr>
        <p:spPr>
          <a:xfrm>
            <a:off x="6096001" y="-453643"/>
            <a:ext cx="5541818" cy="161365"/>
          </a:xfrm>
          <a:prstGeom prst="rect">
            <a:avLst/>
          </a:prstGeom>
        </p:spPr>
        <p:txBody>
          <a:bodyPr vert="horz" wrap="square" lIns="45720" tIns="0" rIns="0" bIns="27432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lang="en-US" sz="1099" b="0" i="0" kern="1200" cap="all" spc="275" baseline="0" smtClean="0">
                <a:solidFill>
                  <a:srgbClr val="E6E6E6"/>
                </a:solidFill>
                <a:latin typeface="Arial Narrow" panose="020B060602020203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8" name="shp_PresTitle"/>
          <p:cNvSpPr>
            <a:spLocks noGrp="1"/>
          </p:cNvSpPr>
          <p:nvPr>
            <p:ph type="ftr" sz="quarter" idx="11"/>
          </p:nvPr>
        </p:nvSpPr>
        <p:spPr>
          <a:xfrm>
            <a:off x="554182" y="-453643"/>
            <a:ext cx="9310255" cy="161365"/>
          </a:xfrm>
          <a:prstGeom prst="rect">
            <a:avLst/>
          </a:prstGeom>
        </p:spPr>
        <p:txBody>
          <a:bodyPr vert="horz" lIns="0" tIns="0" rIns="3291840" bIns="27432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lang="en-US" sz="1099" b="0" i="0" kern="1200" cap="all" spc="275" baseline="0" smtClean="0">
                <a:solidFill>
                  <a:srgbClr val="E6E6E6"/>
                </a:solidFill>
                <a:latin typeface="Arial Narrow" panose="020B060602020203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4182" y="1914754"/>
            <a:ext cx="5263767" cy="264047"/>
          </a:xfrm>
          <a:prstGeom prst="rect">
            <a:avLst/>
          </a:prstGeom>
          <a:noFill/>
        </p:spPr>
        <p:txBody>
          <a:bodyPr vert="horz" wrap="square" lIns="73152" tIns="36576" rIns="73152" bIns="36576" rtlCol="0" anchor="b">
            <a:spAutoFit/>
          </a:bodyPr>
          <a:lstStyle>
            <a:lvl1pPr marL="0" indent="0" algn="l">
              <a:buNone/>
              <a:tabLst>
                <a:tab pos="5966529" algn="r"/>
              </a:tabLst>
              <a:defRPr kumimoji="0" lang="en-US" sz="1236" b="1" i="0" u="none" strike="noStrike" kern="1200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  <a:ea typeface="+mn-ea"/>
                <a:cs typeface="Poppins SemiBold" panose="00000700000000000000" pitchFamily="2" charset="0"/>
              </a:defRPr>
            </a:lvl1pPr>
          </a:lstStyle>
          <a:p>
            <a:pPr marL="228600" marR="0" lvl="0" indent="-228600" algn="l" defTabSz="131717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35A8F"/>
              </a:buClr>
              <a:buSzPct val="75000"/>
              <a:tabLst>
                <a:tab pos="5770261" algn="r"/>
              </a:tabLst>
            </a:pPr>
            <a:r>
              <a:rPr lang="en-US"/>
              <a:t>Click to edit Master text styles</a:t>
            </a:r>
          </a:p>
        </p:txBody>
      </p:sp>
      <p:sp>
        <p:nvSpPr>
          <p:cNvPr id="29" name="Text Placeholder 2"/>
          <p:cNvSpPr>
            <a:spLocks noGrp="1"/>
          </p:cNvSpPr>
          <p:nvPr>
            <p:ph type="body" idx="21"/>
          </p:nvPr>
        </p:nvSpPr>
        <p:spPr>
          <a:xfrm>
            <a:off x="6372131" y="1914754"/>
            <a:ext cx="5265688" cy="264047"/>
          </a:xfrm>
          <a:prstGeom prst="rect">
            <a:avLst/>
          </a:prstGeom>
          <a:noFill/>
        </p:spPr>
        <p:txBody>
          <a:bodyPr vert="horz" wrap="square" lIns="73152" tIns="36576" rIns="73152" bIns="36576" rtlCol="0" anchor="b">
            <a:spAutoFit/>
          </a:bodyPr>
          <a:lstStyle>
            <a:lvl1pPr marL="0" indent="0" algn="l">
              <a:buNone/>
              <a:tabLst>
                <a:tab pos="5966529" algn="r"/>
              </a:tabLst>
              <a:defRPr kumimoji="0" lang="en-US" sz="1236" b="1" i="0" u="none" strike="noStrike" kern="1200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  <a:ea typeface="+mn-ea"/>
                <a:cs typeface="Poppins SemiBold" panose="00000700000000000000" pitchFamily="2" charset="0"/>
              </a:defRPr>
            </a:lvl1pPr>
          </a:lstStyle>
          <a:p>
            <a:pPr marL="228600" marR="0" lvl="0" indent="-228600" algn="l" defTabSz="131717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35A8F"/>
              </a:buClr>
              <a:buSzPct val="75000"/>
              <a:tabLst>
                <a:tab pos="5770261" algn="r"/>
              </a:tabLst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2"/>
          <p:cNvSpPr>
            <a:spLocks noGrp="1"/>
          </p:cNvSpPr>
          <p:nvPr>
            <p:ph type="body" idx="23"/>
          </p:nvPr>
        </p:nvSpPr>
        <p:spPr>
          <a:xfrm>
            <a:off x="554181" y="4202204"/>
            <a:ext cx="5264727" cy="264047"/>
          </a:xfrm>
          <a:prstGeom prst="rect">
            <a:avLst/>
          </a:prstGeom>
          <a:noFill/>
        </p:spPr>
        <p:txBody>
          <a:bodyPr vert="horz" wrap="square" lIns="73152" tIns="36576" rIns="73152" bIns="36576" rtlCol="0" anchor="b">
            <a:spAutoFit/>
          </a:bodyPr>
          <a:lstStyle>
            <a:lvl1pPr marL="0" indent="0" algn="l">
              <a:buNone/>
              <a:tabLst>
                <a:tab pos="5966529" algn="r"/>
              </a:tabLst>
              <a:defRPr kumimoji="0" lang="en-US" sz="1236" b="1" i="0" u="none" strike="noStrike" kern="1200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  <a:ea typeface="+mn-ea"/>
                <a:cs typeface="Poppins SemiBold" panose="00000700000000000000" pitchFamily="2" charset="0"/>
              </a:defRPr>
            </a:lvl1pPr>
          </a:lstStyle>
          <a:p>
            <a:pPr marL="228600" marR="0" lvl="0" indent="-228600" algn="l" defTabSz="131717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35A8F"/>
              </a:buClr>
              <a:buSzPct val="75000"/>
              <a:tabLst>
                <a:tab pos="5770261" algn="r"/>
              </a:tabLst>
            </a:pPr>
            <a:r>
              <a:rPr lang="en-US"/>
              <a:t>Click to edit Master text styles</a:t>
            </a:r>
          </a:p>
        </p:txBody>
      </p:sp>
      <p:sp>
        <p:nvSpPr>
          <p:cNvPr id="15" name="Text Placeholder 2"/>
          <p:cNvSpPr>
            <a:spLocks noGrp="1"/>
          </p:cNvSpPr>
          <p:nvPr>
            <p:ph type="body" idx="25"/>
          </p:nvPr>
        </p:nvSpPr>
        <p:spPr>
          <a:xfrm>
            <a:off x="6374052" y="4202204"/>
            <a:ext cx="5263767" cy="264047"/>
          </a:xfrm>
          <a:prstGeom prst="rect">
            <a:avLst/>
          </a:prstGeom>
          <a:noFill/>
        </p:spPr>
        <p:txBody>
          <a:bodyPr vert="horz" wrap="square" lIns="73152" tIns="36576" rIns="73152" bIns="36576" rtlCol="0" anchor="b">
            <a:spAutoFit/>
          </a:bodyPr>
          <a:lstStyle>
            <a:lvl1pPr marL="0" indent="0" algn="l">
              <a:buNone/>
              <a:tabLst>
                <a:tab pos="5966529" algn="r"/>
              </a:tabLst>
              <a:defRPr kumimoji="0" lang="en-US" sz="1236" b="1" i="0" u="none" strike="noStrike" kern="1200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  <a:ea typeface="+mn-ea"/>
                <a:cs typeface="Poppins SemiBold" panose="00000700000000000000" pitchFamily="2" charset="0"/>
              </a:defRPr>
            </a:lvl1pPr>
          </a:lstStyle>
          <a:p>
            <a:pPr marL="228600" marR="0" lvl="0" indent="-228600" algn="l" defTabSz="131717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35A8F"/>
              </a:buClr>
              <a:buSzPct val="75000"/>
              <a:tabLst>
                <a:tab pos="5770261" algn="r"/>
              </a:tabLst>
            </a:pPr>
            <a:r>
              <a:rPr lang="en-US"/>
              <a:t>Click to edit Master text styles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EA254D8-B036-2190-97EF-02A52F3ED67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53964" y="6360816"/>
            <a:ext cx="1713225" cy="428862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7A994474-C32F-F40E-FD59-6933F5C73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616" y="390997"/>
            <a:ext cx="11299064" cy="758429"/>
          </a:xfrm>
        </p:spPr>
        <p:txBody>
          <a:bodyPr anchor="t"/>
          <a:lstStyle>
            <a:lvl1pPr>
              <a:defRPr b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F3093AAD-750C-902E-D015-9D01ECEA599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78130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to-a-Pa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/>
          <p:cNvSpPr>
            <a:spLocks noGrp="1"/>
          </p:cNvSpPr>
          <p:nvPr>
            <p:ph sz="quarter" idx="15" hasCustomPrompt="1"/>
          </p:nvPr>
        </p:nvSpPr>
        <p:spPr>
          <a:xfrm>
            <a:off x="554183" y="2178800"/>
            <a:ext cx="3325091" cy="1694329"/>
          </a:xfrm>
          <a:prstGeom prst="roundRect">
            <a:avLst>
              <a:gd name="adj" fmla="val 5764"/>
            </a:avLst>
          </a:prstGeom>
          <a:ln>
            <a:solidFill>
              <a:schemeClr val="tx2"/>
            </a:solidFill>
          </a:ln>
        </p:spPr>
        <p:txBody>
          <a:bodyPr lIns="73152" tIns="36576" rIns="73152">
            <a:noAutofit/>
          </a:bodyPr>
          <a:lstStyle>
            <a:lvl1pPr marL="0" indent="0">
              <a:lnSpc>
                <a:spcPct val="100000"/>
              </a:lnSpc>
              <a:spcBef>
                <a:spcPts val="137"/>
              </a:spcBef>
              <a:buNone/>
              <a:defRPr sz="1236">
                <a:solidFill>
                  <a:schemeClr val="accent5"/>
                </a:solidFill>
                <a:latin typeface="+mn-lt"/>
              </a:defRPr>
            </a:lvl1pPr>
            <a:lvl2pPr marL="251222" indent="-251222">
              <a:lnSpc>
                <a:spcPct val="100000"/>
              </a:lnSpc>
              <a:spcBef>
                <a:spcPts val="137"/>
              </a:spcBef>
              <a:buFont typeface="Symbol" panose="05050102010706020507" pitchFamily="18" charset="2"/>
              <a:buChar char=""/>
              <a:defRPr sz="1236">
                <a:solidFill>
                  <a:schemeClr val="accent5"/>
                </a:solidFill>
              </a:defRPr>
            </a:lvl2pPr>
            <a:lvl3pPr marL="502445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3pPr>
            <a:lvl4pPr marL="753667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4pPr>
            <a:lvl5pPr marL="1004889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5pPr>
            <a:lvl6pPr marL="1256111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6pPr>
            <a:lvl7pPr>
              <a:lnSpc>
                <a:spcPct val="100000"/>
              </a:lnSpc>
              <a:spcBef>
                <a:spcPts val="137"/>
              </a:spcBef>
              <a:defRPr sz="1236"/>
            </a:lvl7pPr>
          </a:lstStyle>
          <a:p>
            <a:pPr lvl="0"/>
            <a:r>
              <a:rPr lang="en-US" dirty="0"/>
              <a:t>Message Text</a:t>
            </a:r>
          </a:p>
          <a:p>
            <a:pPr lvl="1"/>
            <a:r>
              <a:rPr lang="en-US" dirty="0"/>
              <a:t>Bullet 1</a:t>
            </a:r>
          </a:p>
          <a:p>
            <a:pPr lvl="2"/>
            <a:r>
              <a:rPr lang="en-US" dirty="0"/>
              <a:t>Bullet 2</a:t>
            </a:r>
          </a:p>
          <a:p>
            <a:pPr lvl="3"/>
            <a:r>
              <a:rPr lang="en-US" dirty="0"/>
              <a:t>Bullet 3</a:t>
            </a:r>
          </a:p>
          <a:p>
            <a:pPr lvl="4"/>
            <a:r>
              <a:rPr lang="en-US" dirty="0"/>
              <a:t>Bullet 4</a:t>
            </a:r>
          </a:p>
          <a:p>
            <a:pPr lvl="5"/>
            <a:r>
              <a:rPr lang="en-US" dirty="0"/>
              <a:t>Bullet 5</a:t>
            </a:r>
          </a:p>
        </p:txBody>
      </p:sp>
      <p:sp>
        <p:nvSpPr>
          <p:cNvPr id="26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4433455" y="2178800"/>
            <a:ext cx="3325091" cy="1694329"/>
          </a:xfrm>
          <a:prstGeom prst="roundRect">
            <a:avLst>
              <a:gd name="adj" fmla="val 6855"/>
            </a:avLst>
          </a:prstGeom>
          <a:ln>
            <a:solidFill>
              <a:schemeClr val="tx2"/>
            </a:solidFill>
          </a:ln>
        </p:spPr>
        <p:txBody>
          <a:bodyPr lIns="73152" tIns="36576" rIns="73152">
            <a:noAutofit/>
          </a:bodyPr>
          <a:lstStyle>
            <a:lvl1pPr marL="0" indent="0">
              <a:lnSpc>
                <a:spcPct val="100000"/>
              </a:lnSpc>
              <a:spcBef>
                <a:spcPts val="137"/>
              </a:spcBef>
              <a:buNone/>
              <a:defRPr sz="1236">
                <a:solidFill>
                  <a:schemeClr val="accent5"/>
                </a:solidFill>
                <a:latin typeface="+mn-lt"/>
              </a:defRPr>
            </a:lvl1pPr>
            <a:lvl2pPr marL="251222" indent="-251222">
              <a:lnSpc>
                <a:spcPct val="100000"/>
              </a:lnSpc>
              <a:spcBef>
                <a:spcPts val="137"/>
              </a:spcBef>
              <a:buFont typeface="Symbol" panose="05050102010706020507" pitchFamily="18" charset="2"/>
              <a:buChar char=""/>
              <a:defRPr sz="1236">
                <a:solidFill>
                  <a:schemeClr val="accent5"/>
                </a:solidFill>
              </a:defRPr>
            </a:lvl2pPr>
            <a:lvl3pPr marL="502445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3pPr>
            <a:lvl4pPr marL="753667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4pPr>
            <a:lvl5pPr marL="1004889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5pPr>
            <a:lvl6pPr marL="1256111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6pPr>
            <a:lvl7pPr>
              <a:lnSpc>
                <a:spcPct val="100000"/>
              </a:lnSpc>
              <a:spcBef>
                <a:spcPts val="137"/>
              </a:spcBef>
              <a:defRPr sz="1236"/>
            </a:lvl7pPr>
          </a:lstStyle>
          <a:p>
            <a:pPr lvl="0"/>
            <a:r>
              <a:rPr lang="en-US" dirty="0"/>
              <a:t>Message Text</a:t>
            </a:r>
          </a:p>
          <a:p>
            <a:pPr lvl="1"/>
            <a:r>
              <a:rPr lang="en-US" dirty="0"/>
              <a:t>Bullet 1</a:t>
            </a:r>
          </a:p>
          <a:p>
            <a:pPr lvl="2"/>
            <a:r>
              <a:rPr lang="en-US" dirty="0"/>
              <a:t>Bullet 2</a:t>
            </a:r>
          </a:p>
          <a:p>
            <a:pPr lvl="3"/>
            <a:r>
              <a:rPr lang="en-US" dirty="0"/>
              <a:t>Bullet 3</a:t>
            </a:r>
          </a:p>
          <a:p>
            <a:pPr lvl="4"/>
            <a:r>
              <a:rPr lang="en-US" dirty="0"/>
              <a:t>Bullet 4</a:t>
            </a:r>
          </a:p>
          <a:p>
            <a:pPr lvl="5"/>
            <a:r>
              <a:rPr lang="en-US" dirty="0"/>
              <a:t>Bullet 5</a:t>
            </a:r>
          </a:p>
        </p:txBody>
      </p:sp>
      <p:sp>
        <p:nvSpPr>
          <p:cNvPr id="2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8312727" y="2178800"/>
            <a:ext cx="3325091" cy="1694329"/>
          </a:xfrm>
          <a:prstGeom prst="roundRect">
            <a:avLst>
              <a:gd name="adj" fmla="val 6855"/>
            </a:avLst>
          </a:prstGeom>
          <a:ln>
            <a:solidFill>
              <a:schemeClr val="tx2"/>
            </a:solidFill>
          </a:ln>
        </p:spPr>
        <p:txBody>
          <a:bodyPr lIns="73152" tIns="36576" rIns="73152">
            <a:noAutofit/>
          </a:bodyPr>
          <a:lstStyle>
            <a:lvl1pPr marL="0" indent="0">
              <a:lnSpc>
                <a:spcPct val="100000"/>
              </a:lnSpc>
              <a:spcBef>
                <a:spcPts val="137"/>
              </a:spcBef>
              <a:buNone/>
              <a:defRPr sz="1236">
                <a:solidFill>
                  <a:schemeClr val="accent5"/>
                </a:solidFill>
                <a:latin typeface="+mn-lt"/>
              </a:defRPr>
            </a:lvl1pPr>
            <a:lvl2pPr marL="251222" indent="-251222">
              <a:lnSpc>
                <a:spcPct val="100000"/>
              </a:lnSpc>
              <a:spcBef>
                <a:spcPts val="137"/>
              </a:spcBef>
              <a:buFont typeface="Symbol" panose="05050102010706020507" pitchFamily="18" charset="2"/>
              <a:buChar char=""/>
              <a:defRPr sz="1236">
                <a:solidFill>
                  <a:schemeClr val="accent5"/>
                </a:solidFill>
              </a:defRPr>
            </a:lvl2pPr>
            <a:lvl3pPr marL="502445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3pPr>
            <a:lvl4pPr marL="753667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4pPr>
            <a:lvl5pPr marL="1004889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5pPr>
            <a:lvl6pPr marL="1256111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6pPr>
            <a:lvl7pPr>
              <a:lnSpc>
                <a:spcPct val="100000"/>
              </a:lnSpc>
              <a:spcBef>
                <a:spcPts val="137"/>
              </a:spcBef>
              <a:defRPr sz="1236"/>
            </a:lvl7pPr>
          </a:lstStyle>
          <a:p>
            <a:pPr lvl="0"/>
            <a:r>
              <a:rPr lang="en-US" dirty="0"/>
              <a:t>Message Text</a:t>
            </a:r>
          </a:p>
          <a:p>
            <a:pPr lvl="1"/>
            <a:r>
              <a:rPr lang="en-US" dirty="0"/>
              <a:t>Bullet 1</a:t>
            </a:r>
          </a:p>
          <a:p>
            <a:pPr lvl="2"/>
            <a:r>
              <a:rPr lang="en-US" dirty="0"/>
              <a:t>Bullet 2</a:t>
            </a:r>
          </a:p>
          <a:p>
            <a:pPr lvl="3"/>
            <a:r>
              <a:rPr lang="en-US" dirty="0"/>
              <a:t>Bullet 3</a:t>
            </a:r>
          </a:p>
          <a:p>
            <a:pPr lvl="4"/>
            <a:r>
              <a:rPr lang="en-US" dirty="0"/>
              <a:t>Bullet 4</a:t>
            </a:r>
          </a:p>
          <a:p>
            <a:pPr lvl="5"/>
            <a:r>
              <a:rPr lang="en-US" dirty="0"/>
              <a:t>Bullet 5</a:t>
            </a:r>
          </a:p>
        </p:txBody>
      </p:sp>
      <p:sp>
        <p:nvSpPr>
          <p:cNvPr id="15" name="Content Placeholder 13"/>
          <p:cNvSpPr>
            <a:spLocks noGrp="1"/>
          </p:cNvSpPr>
          <p:nvPr>
            <p:ph sz="quarter" idx="24" hasCustomPrompt="1"/>
          </p:nvPr>
        </p:nvSpPr>
        <p:spPr>
          <a:xfrm>
            <a:off x="554183" y="4420062"/>
            <a:ext cx="3325091" cy="1694329"/>
          </a:xfrm>
          <a:prstGeom prst="roundRect">
            <a:avLst>
              <a:gd name="adj" fmla="val 6855"/>
            </a:avLst>
          </a:prstGeom>
          <a:ln>
            <a:solidFill>
              <a:schemeClr val="tx2"/>
            </a:solidFill>
          </a:ln>
        </p:spPr>
        <p:txBody>
          <a:bodyPr lIns="73152" tIns="36576" rIns="73152">
            <a:noAutofit/>
          </a:bodyPr>
          <a:lstStyle>
            <a:lvl1pPr marL="0" indent="0">
              <a:lnSpc>
                <a:spcPct val="100000"/>
              </a:lnSpc>
              <a:spcBef>
                <a:spcPts val="137"/>
              </a:spcBef>
              <a:buNone/>
              <a:defRPr sz="1236">
                <a:solidFill>
                  <a:schemeClr val="accent5"/>
                </a:solidFill>
                <a:latin typeface="+mn-lt"/>
              </a:defRPr>
            </a:lvl1pPr>
            <a:lvl2pPr marL="251222" indent="-251222">
              <a:lnSpc>
                <a:spcPct val="100000"/>
              </a:lnSpc>
              <a:spcBef>
                <a:spcPts val="137"/>
              </a:spcBef>
              <a:buFont typeface="Symbol" panose="05050102010706020507" pitchFamily="18" charset="2"/>
              <a:buChar char=""/>
              <a:defRPr sz="1236">
                <a:solidFill>
                  <a:schemeClr val="accent5"/>
                </a:solidFill>
              </a:defRPr>
            </a:lvl2pPr>
            <a:lvl3pPr marL="502445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3pPr>
            <a:lvl4pPr marL="753667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4pPr>
            <a:lvl5pPr marL="1004889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5pPr>
            <a:lvl6pPr marL="1256111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6pPr>
            <a:lvl7pPr>
              <a:lnSpc>
                <a:spcPct val="100000"/>
              </a:lnSpc>
              <a:spcBef>
                <a:spcPts val="137"/>
              </a:spcBef>
              <a:defRPr sz="1236"/>
            </a:lvl7pPr>
          </a:lstStyle>
          <a:p>
            <a:pPr lvl="0"/>
            <a:r>
              <a:rPr lang="en-US" dirty="0"/>
              <a:t>Message Text</a:t>
            </a:r>
          </a:p>
          <a:p>
            <a:pPr lvl="1"/>
            <a:r>
              <a:rPr lang="en-US" dirty="0"/>
              <a:t>Bullet 1</a:t>
            </a:r>
          </a:p>
          <a:p>
            <a:pPr lvl="2"/>
            <a:r>
              <a:rPr lang="en-US" dirty="0"/>
              <a:t>Bullet 2</a:t>
            </a:r>
          </a:p>
          <a:p>
            <a:pPr lvl="3"/>
            <a:r>
              <a:rPr lang="en-US" dirty="0"/>
              <a:t>Bullet 3</a:t>
            </a:r>
          </a:p>
          <a:p>
            <a:pPr lvl="4"/>
            <a:r>
              <a:rPr lang="en-US" dirty="0"/>
              <a:t>Bullet 4</a:t>
            </a:r>
          </a:p>
          <a:p>
            <a:pPr lvl="5"/>
            <a:r>
              <a:rPr lang="en-US" dirty="0"/>
              <a:t>Bullet 5</a:t>
            </a:r>
          </a:p>
        </p:txBody>
      </p:sp>
      <p:sp>
        <p:nvSpPr>
          <p:cNvPr id="17" name="Content Placeholder 13"/>
          <p:cNvSpPr>
            <a:spLocks noGrp="1"/>
          </p:cNvSpPr>
          <p:nvPr>
            <p:ph sz="quarter" idx="26" hasCustomPrompt="1"/>
          </p:nvPr>
        </p:nvSpPr>
        <p:spPr>
          <a:xfrm>
            <a:off x="4433455" y="4420062"/>
            <a:ext cx="3325091" cy="1694329"/>
          </a:xfrm>
          <a:prstGeom prst="roundRect">
            <a:avLst>
              <a:gd name="adj" fmla="val 6855"/>
            </a:avLst>
          </a:prstGeom>
          <a:ln>
            <a:solidFill>
              <a:schemeClr val="tx2"/>
            </a:solidFill>
          </a:ln>
        </p:spPr>
        <p:txBody>
          <a:bodyPr lIns="73152" tIns="36576" rIns="73152">
            <a:noAutofit/>
          </a:bodyPr>
          <a:lstStyle>
            <a:lvl1pPr marL="0" indent="0">
              <a:lnSpc>
                <a:spcPct val="100000"/>
              </a:lnSpc>
              <a:spcBef>
                <a:spcPts val="137"/>
              </a:spcBef>
              <a:buNone/>
              <a:defRPr sz="1236">
                <a:solidFill>
                  <a:schemeClr val="accent5"/>
                </a:solidFill>
                <a:latin typeface="+mn-lt"/>
              </a:defRPr>
            </a:lvl1pPr>
            <a:lvl2pPr marL="251222" indent="-251222">
              <a:lnSpc>
                <a:spcPct val="100000"/>
              </a:lnSpc>
              <a:spcBef>
                <a:spcPts val="137"/>
              </a:spcBef>
              <a:buFont typeface="Symbol" panose="05050102010706020507" pitchFamily="18" charset="2"/>
              <a:buChar char=""/>
              <a:defRPr sz="1236">
                <a:solidFill>
                  <a:schemeClr val="accent5"/>
                </a:solidFill>
              </a:defRPr>
            </a:lvl2pPr>
            <a:lvl3pPr marL="502445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3pPr>
            <a:lvl4pPr marL="753667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4pPr>
            <a:lvl5pPr marL="1004889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5pPr>
            <a:lvl6pPr marL="1256111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6pPr>
            <a:lvl7pPr>
              <a:lnSpc>
                <a:spcPct val="100000"/>
              </a:lnSpc>
              <a:spcBef>
                <a:spcPts val="137"/>
              </a:spcBef>
              <a:defRPr sz="1236"/>
            </a:lvl7pPr>
          </a:lstStyle>
          <a:p>
            <a:pPr lvl="0"/>
            <a:r>
              <a:rPr lang="en-US" dirty="0"/>
              <a:t>Message Text</a:t>
            </a:r>
          </a:p>
          <a:p>
            <a:pPr lvl="1"/>
            <a:r>
              <a:rPr lang="en-US" dirty="0"/>
              <a:t>Bullet 1</a:t>
            </a:r>
          </a:p>
          <a:p>
            <a:pPr lvl="2"/>
            <a:r>
              <a:rPr lang="en-US" dirty="0"/>
              <a:t>Bullet 2</a:t>
            </a:r>
          </a:p>
          <a:p>
            <a:pPr lvl="3"/>
            <a:r>
              <a:rPr lang="en-US" dirty="0"/>
              <a:t>Bullet 3</a:t>
            </a:r>
          </a:p>
          <a:p>
            <a:pPr lvl="4"/>
            <a:r>
              <a:rPr lang="en-US" dirty="0"/>
              <a:t>Bullet 4</a:t>
            </a:r>
          </a:p>
          <a:p>
            <a:pPr lvl="5"/>
            <a:r>
              <a:rPr lang="en-US" dirty="0"/>
              <a:t>Bullet 5</a:t>
            </a:r>
          </a:p>
        </p:txBody>
      </p:sp>
      <p:sp>
        <p:nvSpPr>
          <p:cNvPr id="19" name="Content Placeholder 13"/>
          <p:cNvSpPr>
            <a:spLocks noGrp="1"/>
          </p:cNvSpPr>
          <p:nvPr>
            <p:ph sz="quarter" idx="28" hasCustomPrompt="1"/>
          </p:nvPr>
        </p:nvSpPr>
        <p:spPr>
          <a:xfrm>
            <a:off x="8312727" y="4420062"/>
            <a:ext cx="3325091" cy="1694329"/>
          </a:xfrm>
          <a:prstGeom prst="roundRect">
            <a:avLst>
              <a:gd name="adj" fmla="val 6855"/>
            </a:avLst>
          </a:prstGeom>
          <a:ln>
            <a:solidFill>
              <a:schemeClr val="tx2"/>
            </a:solidFill>
          </a:ln>
        </p:spPr>
        <p:txBody>
          <a:bodyPr lIns="73152" tIns="36576" rIns="73152">
            <a:noAutofit/>
          </a:bodyPr>
          <a:lstStyle>
            <a:lvl1pPr marL="0" indent="0">
              <a:lnSpc>
                <a:spcPct val="100000"/>
              </a:lnSpc>
              <a:spcBef>
                <a:spcPts val="137"/>
              </a:spcBef>
              <a:buNone/>
              <a:defRPr sz="1236">
                <a:solidFill>
                  <a:schemeClr val="accent5"/>
                </a:solidFill>
                <a:latin typeface="+mn-lt"/>
              </a:defRPr>
            </a:lvl1pPr>
            <a:lvl2pPr marL="251222" indent="-251222">
              <a:lnSpc>
                <a:spcPct val="100000"/>
              </a:lnSpc>
              <a:spcBef>
                <a:spcPts val="137"/>
              </a:spcBef>
              <a:buFont typeface="Symbol" panose="05050102010706020507" pitchFamily="18" charset="2"/>
              <a:buChar char=""/>
              <a:defRPr sz="1236">
                <a:solidFill>
                  <a:schemeClr val="accent5"/>
                </a:solidFill>
              </a:defRPr>
            </a:lvl2pPr>
            <a:lvl3pPr marL="502445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3pPr>
            <a:lvl4pPr marL="753667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4pPr>
            <a:lvl5pPr marL="1004889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5pPr>
            <a:lvl6pPr marL="1256111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6pPr>
            <a:lvl7pPr>
              <a:lnSpc>
                <a:spcPct val="100000"/>
              </a:lnSpc>
              <a:spcBef>
                <a:spcPts val="137"/>
              </a:spcBef>
              <a:defRPr sz="1236"/>
            </a:lvl7pPr>
          </a:lstStyle>
          <a:p>
            <a:pPr lvl="0"/>
            <a:r>
              <a:rPr lang="en-US" dirty="0"/>
              <a:t>Message Text</a:t>
            </a:r>
          </a:p>
          <a:p>
            <a:pPr lvl="1"/>
            <a:r>
              <a:rPr lang="en-US" dirty="0"/>
              <a:t>Bullet 1</a:t>
            </a:r>
          </a:p>
          <a:p>
            <a:pPr lvl="2"/>
            <a:r>
              <a:rPr lang="en-US" dirty="0"/>
              <a:t>Bullet 2</a:t>
            </a:r>
          </a:p>
          <a:p>
            <a:pPr lvl="3"/>
            <a:r>
              <a:rPr lang="en-US" dirty="0"/>
              <a:t>Bullet 3</a:t>
            </a:r>
          </a:p>
          <a:p>
            <a:pPr lvl="4"/>
            <a:r>
              <a:rPr lang="en-US" dirty="0"/>
              <a:t>Bullet 4</a:t>
            </a:r>
          </a:p>
          <a:p>
            <a:pPr lvl="5"/>
            <a:r>
              <a:rPr lang="en-US" dirty="0"/>
              <a:t>Bullet 5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4183" y="1914754"/>
            <a:ext cx="3325091" cy="264047"/>
          </a:xfrm>
          <a:prstGeom prst="rect">
            <a:avLst/>
          </a:prstGeom>
          <a:noFill/>
        </p:spPr>
        <p:txBody>
          <a:bodyPr vert="horz" wrap="square" lIns="73152" tIns="36576" rIns="73152" bIns="36576" rtlCol="0" anchor="b">
            <a:spAutoFit/>
          </a:bodyPr>
          <a:lstStyle>
            <a:lvl1pPr marL="0" indent="0" algn="l">
              <a:buNone/>
              <a:tabLst>
                <a:tab pos="3768334" algn="r"/>
              </a:tabLst>
              <a:defRPr kumimoji="0" lang="en-US" sz="1236" b="1" i="0" u="none" strike="noStrike" kern="1200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  <a:ea typeface="+mn-ea"/>
                <a:cs typeface="Poppins SemiBold" panose="00000700000000000000" pitchFamily="2" charset="0"/>
              </a:defRPr>
            </a:lvl1pPr>
          </a:lstStyle>
          <a:p>
            <a:pPr marL="228600" marR="0" lvl="0" indent="-228600" algn="l" defTabSz="131717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35A8F"/>
              </a:buClr>
              <a:buSzPct val="75000"/>
              <a:tabLst>
                <a:tab pos="5770261" algn="r"/>
              </a:tabLst>
            </a:pPr>
            <a:r>
              <a:rPr lang="en-US"/>
              <a:t>Click to edit Master text styles</a:t>
            </a:r>
          </a:p>
        </p:txBody>
      </p:sp>
      <p:sp>
        <p:nvSpPr>
          <p:cNvPr id="27" name="Text Placeholder 2"/>
          <p:cNvSpPr>
            <a:spLocks noGrp="1"/>
          </p:cNvSpPr>
          <p:nvPr>
            <p:ph type="body" idx="19"/>
          </p:nvPr>
        </p:nvSpPr>
        <p:spPr>
          <a:xfrm>
            <a:off x="4433455" y="1914754"/>
            <a:ext cx="3325091" cy="264047"/>
          </a:xfrm>
          <a:prstGeom prst="rect">
            <a:avLst/>
          </a:prstGeom>
          <a:noFill/>
        </p:spPr>
        <p:txBody>
          <a:bodyPr vert="horz" wrap="square" lIns="73152" tIns="36576" rIns="73152" bIns="36576" rtlCol="0" anchor="b">
            <a:spAutoFit/>
          </a:bodyPr>
          <a:lstStyle>
            <a:lvl1pPr marL="0" indent="0" algn="l">
              <a:buNone/>
              <a:tabLst>
                <a:tab pos="3768334" algn="r"/>
              </a:tabLst>
              <a:defRPr kumimoji="0" lang="en-US" sz="1236" b="1" i="0" u="none" strike="noStrike" kern="1200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  <a:ea typeface="+mn-ea"/>
                <a:cs typeface="Poppins SemiBold" panose="00000700000000000000" pitchFamily="2" charset="0"/>
              </a:defRPr>
            </a:lvl1pPr>
          </a:lstStyle>
          <a:p>
            <a:pPr marL="228600" marR="0" lvl="0" indent="-228600" algn="l" defTabSz="131717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35A8F"/>
              </a:buClr>
              <a:buSzPct val="75000"/>
              <a:tabLst>
                <a:tab pos="5770261" algn="r"/>
              </a:tabLst>
            </a:pPr>
            <a:r>
              <a:rPr lang="en-US"/>
              <a:t>Click to edit Master text styles</a:t>
            </a:r>
          </a:p>
        </p:txBody>
      </p:sp>
      <p:sp>
        <p:nvSpPr>
          <p:cNvPr id="29" name="Text Placeholder 2"/>
          <p:cNvSpPr>
            <a:spLocks noGrp="1"/>
          </p:cNvSpPr>
          <p:nvPr>
            <p:ph type="body" idx="21"/>
          </p:nvPr>
        </p:nvSpPr>
        <p:spPr>
          <a:xfrm>
            <a:off x="8312727" y="1914754"/>
            <a:ext cx="3325091" cy="264047"/>
          </a:xfrm>
          <a:prstGeom prst="rect">
            <a:avLst/>
          </a:prstGeom>
          <a:noFill/>
        </p:spPr>
        <p:txBody>
          <a:bodyPr vert="horz" wrap="square" lIns="73152" tIns="36576" rIns="73152" bIns="36576" rtlCol="0" anchor="b">
            <a:spAutoFit/>
          </a:bodyPr>
          <a:lstStyle>
            <a:lvl1pPr marL="0" indent="0" algn="l">
              <a:buNone/>
              <a:tabLst>
                <a:tab pos="3768334" algn="r"/>
              </a:tabLst>
              <a:defRPr kumimoji="0" lang="en-US" sz="1236" b="1" i="0" u="none" strike="noStrike" kern="1200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  <a:ea typeface="+mn-ea"/>
                <a:cs typeface="Poppins SemiBold" panose="00000700000000000000" pitchFamily="2" charset="0"/>
              </a:defRPr>
            </a:lvl1pPr>
          </a:lstStyle>
          <a:p>
            <a:pPr marL="228600" marR="0" lvl="0" indent="-228600" algn="l" defTabSz="131717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35A8F"/>
              </a:buClr>
              <a:buSzPct val="75000"/>
              <a:tabLst>
                <a:tab pos="5770261" algn="r"/>
              </a:tabLst>
            </a:pPr>
            <a:r>
              <a:rPr lang="en-US"/>
              <a:t>Click to edit Master text styles</a:t>
            </a:r>
          </a:p>
        </p:txBody>
      </p:sp>
      <p:sp>
        <p:nvSpPr>
          <p:cNvPr id="16" name="Text Placeholder 2"/>
          <p:cNvSpPr>
            <a:spLocks noGrp="1"/>
          </p:cNvSpPr>
          <p:nvPr>
            <p:ph type="body" idx="25"/>
          </p:nvPr>
        </p:nvSpPr>
        <p:spPr>
          <a:xfrm>
            <a:off x="554183" y="4156016"/>
            <a:ext cx="3325091" cy="264047"/>
          </a:xfrm>
          <a:prstGeom prst="rect">
            <a:avLst/>
          </a:prstGeom>
          <a:noFill/>
        </p:spPr>
        <p:txBody>
          <a:bodyPr vert="horz" wrap="square" lIns="73152" tIns="36576" rIns="73152" bIns="36576" rtlCol="0" anchor="b">
            <a:spAutoFit/>
          </a:bodyPr>
          <a:lstStyle>
            <a:lvl1pPr marL="0" indent="0" algn="l">
              <a:buFont typeface="Arial" panose="020B0604020202020204" pitchFamily="34" charset="0"/>
              <a:buNone/>
              <a:tabLst>
                <a:tab pos="3768334" algn="r"/>
              </a:tabLst>
              <a:defRPr kumimoji="0" lang="en-US" sz="1236" b="1" i="0" u="none" strike="noStrike" kern="1200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  <a:ea typeface="+mn-ea"/>
                <a:cs typeface="Poppins SemiBold" panose="00000700000000000000" pitchFamily="2" charset="0"/>
              </a:defRPr>
            </a:lvl1pPr>
          </a:lstStyle>
          <a:p>
            <a:pPr marL="228600" marR="0" lvl="0" indent="-228600" algn="l" defTabSz="131717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35A8F"/>
              </a:buClr>
              <a:buSzPct val="75000"/>
              <a:tabLst>
                <a:tab pos="5770261" algn="r"/>
              </a:tabLst>
            </a:pPr>
            <a:r>
              <a:rPr lang="en-US"/>
              <a:t>Click to edit Master text styles</a:t>
            </a:r>
          </a:p>
        </p:txBody>
      </p:sp>
      <p:sp>
        <p:nvSpPr>
          <p:cNvPr id="18" name="Text Placeholder 2"/>
          <p:cNvSpPr>
            <a:spLocks noGrp="1"/>
          </p:cNvSpPr>
          <p:nvPr>
            <p:ph type="body" idx="27"/>
          </p:nvPr>
        </p:nvSpPr>
        <p:spPr>
          <a:xfrm>
            <a:off x="4433455" y="4156016"/>
            <a:ext cx="3325091" cy="264047"/>
          </a:xfrm>
          <a:prstGeom prst="rect">
            <a:avLst/>
          </a:prstGeom>
          <a:noFill/>
        </p:spPr>
        <p:txBody>
          <a:bodyPr vert="horz" wrap="square" lIns="73152" tIns="36576" rIns="73152" bIns="36576" rtlCol="0" anchor="b">
            <a:spAutoFit/>
          </a:bodyPr>
          <a:lstStyle>
            <a:lvl1pPr marL="0" indent="0" algn="l">
              <a:buNone/>
              <a:tabLst>
                <a:tab pos="3768334" algn="r"/>
              </a:tabLst>
              <a:defRPr kumimoji="0" lang="en-US" sz="1236" b="1" i="0" u="none" strike="noStrike" kern="1200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  <a:ea typeface="+mn-ea"/>
                <a:cs typeface="Poppins SemiBold" panose="00000700000000000000" pitchFamily="2" charset="0"/>
              </a:defRPr>
            </a:lvl1pPr>
          </a:lstStyle>
          <a:p>
            <a:pPr marL="228600" marR="0" lvl="0" indent="-228600" algn="l" defTabSz="131717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35A8F"/>
              </a:buClr>
              <a:buSzPct val="75000"/>
              <a:tabLst>
                <a:tab pos="5770261" algn="r"/>
              </a:tabLst>
            </a:pPr>
            <a:r>
              <a:rPr lang="en-US"/>
              <a:t>Click to edit Master text styles</a:t>
            </a:r>
          </a:p>
        </p:txBody>
      </p:sp>
      <p:sp>
        <p:nvSpPr>
          <p:cNvPr id="20" name="Text Placeholder 2"/>
          <p:cNvSpPr>
            <a:spLocks noGrp="1"/>
          </p:cNvSpPr>
          <p:nvPr>
            <p:ph type="body" idx="29"/>
          </p:nvPr>
        </p:nvSpPr>
        <p:spPr>
          <a:xfrm>
            <a:off x="8312727" y="4156016"/>
            <a:ext cx="3325091" cy="264047"/>
          </a:xfrm>
          <a:prstGeom prst="rect">
            <a:avLst/>
          </a:prstGeom>
          <a:noFill/>
        </p:spPr>
        <p:txBody>
          <a:bodyPr vert="horz" wrap="square" lIns="73152" tIns="36576" rIns="73152" bIns="36576" rtlCol="0" anchor="b">
            <a:spAutoFit/>
          </a:bodyPr>
          <a:lstStyle>
            <a:lvl1pPr marL="0" indent="0" algn="l">
              <a:buNone/>
              <a:tabLst>
                <a:tab pos="3768334" algn="r"/>
              </a:tabLst>
              <a:defRPr kumimoji="0" lang="en-US" sz="1236" b="1" i="0" u="none" strike="noStrike" kern="1200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  <a:ea typeface="+mn-ea"/>
                <a:cs typeface="Poppins SemiBold" panose="00000700000000000000" pitchFamily="2" charset="0"/>
              </a:defRPr>
            </a:lvl1pPr>
          </a:lstStyle>
          <a:p>
            <a:pPr marL="228600" marR="0" lvl="0" indent="-228600" algn="l" defTabSz="131717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35A8F"/>
              </a:buClr>
              <a:buSzPct val="75000"/>
              <a:tabLst>
                <a:tab pos="5770261" algn="r"/>
              </a:tabLst>
            </a:pPr>
            <a:r>
              <a:rPr lang="en-US"/>
              <a:t>Click to edit Master text styles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7D634A0-0A20-7C31-9BDC-A2736DFE54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53964" y="6360816"/>
            <a:ext cx="1713225" cy="428862"/>
          </a:xfrm>
          <a:prstGeom prst="rect">
            <a:avLst/>
          </a:prstGeom>
        </p:spPr>
      </p:pic>
      <p:sp>
        <p:nvSpPr>
          <p:cNvPr id="7" name="Title 2">
            <a:extLst>
              <a:ext uri="{FF2B5EF4-FFF2-40B4-BE49-F238E27FC236}">
                <a16:creationId xmlns:a16="http://schemas.microsoft.com/office/drawing/2014/main" id="{8ABB606A-3BC9-C46A-531A-091AFFBAC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616" y="390997"/>
            <a:ext cx="11299064" cy="758429"/>
          </a:xfrm>
        </p:spPr>
        <p:txBody>
          <a:bodyPr anchor="t"/>
          <a:lstStyle>
            <a:lvl1pPr>
              <a:defRPr b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13">
            <a:extLst>
              <a:ext uri="{FF2B5EF4-FFF2-40B4-BE49-F238E27FC236}">
                <a16:creationId xmlns:a16="http://schemas.microsoft.com/office/drawing/2014/main" id="{5B60BDF0-4865-7362-FB78-97D83DBB723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554181" y="1170105"/>
            <a:ext cx="11083636" cy="2739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lang="en-US" sz="2133" b="0" kern="1200" dirty="0">
                <a:solidFill>
                  <a:schemeClr val="accent5"/>
                </a:solidFill>
                <a:latin typeface="+mj-lt"/>
                <a:ea typeface="+mn-ea"/>
                <a:cs typeface="Poppins" panose="00000500000000000000" pitchFamily="2" charset="0"/>
              </a:defRPr>
            </a:lvl1pPr>
            <a:lvl2pPr marL="316500" indent="-314028">
              <a:buFont typeface="Symbol" panose="05050102010706020507" pitchFamily="18" charset="2"/>
              <a:buChar char=""/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 dirty="0"/>
              <a:t>Message Text</a:t>
            </a:r>
          </a:p>
        </p:txBody>
      </p:sp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90EE3482-0A68-62CD-D7BA-14ABE350EA6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9367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Above title and detai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5E2212D-572D-48C4-8896-AB4425DE9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948" y="4991068"/>
            <a:ext cx="5491073" cy="1239338"/>
          </a:xfrm>
        </p:spPr>
        <p:txBody>
          <a:bodyPr/>
          <a:lstStyle>
            <a:lvl1pPr>
              <a:defRPr b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B622C89-C81C-CCA3-78FF-ECEDDA9A64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78252" y="4997817"/>
            <a:ext cx="4939645" cy="123933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accent5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9CB23C0C-16C3-7820-3F2E-3F48329BE02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1999" cy="473225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AA77F091-BCE5-0EB0-5EF1-F5F4707577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53964" y="6360816"/>
            <a:ext cx="1713225" cy="428862"/>
          </a:xfrm>
          <a:prstGeom prst="rect">
            <a:avLst/>
          </a:prstGeom>
        </p:spPr>
      </p:pic>
      <p:pic>
        <p:nvPicPr>
          <p:cNvPr id="5" name="Picture 4" descr="A black and grey logo&#10;&#10;AI-generated content may be incorrect.">
            <a:extLst>
              <a:ext uri="{FF2B5EF4-FFF2-40B4-BE49-F238E27FC236}">
                <a16:creationId xmlns:a16="http://schemas.microsoft.com/office/drawing/2014/main" id="{DDED3238-25EA-37B9-DE74-9FDEC0E3314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515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details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5E2212D-572D-48C4-8896-AB4425DE9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696" y="225105"/>
            <a:ext cx="5491073" cy="123933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>
                <a:cs typeface="Poppins Medium" panose="00000600000000000000" pitchFamily="2" charset="0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B622C89-C81C-CCA3-78FF-ECEDDA9A64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0" y="231854"/>
            <a:ext cx="4939645" cy="123933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AA77F091-BCE5-0EB0-5EF1-F5F4707577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53964" y="6360816"/>
            <a:ext cx="1713225" cy="428862"/>
          </a:xfrm>
          <a:prstGeom prst="rect">
            <a:avLst/>
          </a:prstGeom>
        </p:spPr>
      </p:pic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52A6679B-5074-ADE1-D534-B2D3C05380C1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0" y="1847274"/>
            <a:ext cx="12191999" cy="4322618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pic>
        <p:nvPicPr>
          <p:cNvPr id="6" name="Picture 5" descr="A black and grey logo&#10;&#10;AI-generated content may be incorrect.">
            <a:extLst>
              <a:ext uri="{FF2B5EF4-FFF2-40B4-BE49-F238E27FC236}">
                <a16:creationId xmlns:a16="http://schemas.microsoft.com/office/drawing/2014/main" id="{F2810511-1EC8-0082-7970-0F76BD869A9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699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wo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29D21-9EC6-4E91-B725-D201834437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8951" y="1143338"/>
            <a:ext cx="11214099" cy="4576527"/>
          </a:xfrm>
        </p:spPr>
        <p:txBody>
          <a:bodyPr anchor="ctr">
            <a:normAutofit/>
          </a:bodyPr>
          <a:lstStyle>
            <a:lvl1pPr algn="ctr">
              <a:defRPr sz="8800" b="0" i="0">
                <a:latin typeface="+mj-lt"/>
                <a:cs typeface="Poppins" panose="00000500000000000000" pitchFamily="2" charset="0"/>
              </a:defRPr>
            </a:lvl1pPr>
          </a:lstStyle>
          <a:p>
            <a:r>
              <a:rPr lang="en-US"/>
              <a:t>Keyword slide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6C8E286B-1138-042A-695E-6D4C499DD63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53964" y="6360816"/>
            <a:ext cx="1713225" cy="428862"/>
          </a:xfrm>
          <a:prstGeom prst="rect">
            <a:avLst/>
          </a:prstGeom>
        </p:spPr>
      </p:pic>
      <p:pic>
        <p:nvPicPr>
          <p:cNvPr id="5" name="Picture 4" descr="A black and grey logo&#10;&#10;AI-generated content may be incorrect.">
            <a:extLst>
              <a:ext uri="{FF2B5EF4-FFF2-40B4-BE49-F238E27FC236}">
                <a16:creationId xmlns:a16="http://schemas.microsoft.com/office/drawing/2014/main" id="{01521360-6FD0-3C73-C3F2-47061B669B2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234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Keywo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8F0D8A42-33CC-984C-7EDA-50BD05681A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89884" cy="68580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8800" b="0" i="0" dirty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pPr lvl="0" algn="ctr">
              <a:spcBef>
                <a:spcPct val="0"/>
              </a:spcBef>
            </a:pPr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BE99269-A3E1-D985-57D1-3E765ED6D9D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53964" y="6360816"/>
            <a:ext cx="1713225" cy="428862"/>
          </a:xfrm>
          <a:prstGeom prst="rect">
            <a:avLst/>
          </a:prstGeom>
        </p:spPr>
      </p:pic>
      <p:pic>
        <p:nvPicPr>
          <p:cNvPr id="3" name="Picture 2" descr="A black and grey logo&#10;&#10;AI-generated content may be incorrect.">
            <a:extLst>
              <a:ext uri="{FF2B5EF4-FFF2-40B4-BE49-F238E27FC236}">
                <a16:creationId xmlns:a16="http://schemas.microsoft.com/office/drawing/2014/main" id="{65A7E109-C779-7004-007F-0260B1D2D24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016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25C1CF-4083-E7EF-00EE-FF1A99AF34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551709"/>
            <a:ext cx="5181600" cy="4625254"/>
          </a:xfrm>
        </p:spPr>
        <p:txBody>
          <a:bodyPr/>
          <a:lstStyle>
            <a:lvl1pPr marL="228600" indent="-228600"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1pPr>
            <a:lvl2pPr marL="685800" indent="-228600"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2pPr>
            <a:lvl3pPr marL="1143000" indent="-228600"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3pPr>
            <a:lvl4pPr marL="1600200" indent="-228600"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4pPr>
            <a:lvl5pPr marL="2057400" indent="-228600"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B9F30E-CF9C-0B05-3435-5A43F90D2E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551709"/>
            <a:ext cx="5181600" cy="4625254"/>
          </a:xfrm>
        </p:spPr>
        <p:txBody>
          <a:bodyPr/>
          <a:lstStyle>
            <a:lvl1pPr marL="228600" indent="-228600"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1pPr>
            <a:lvl2pPr marL="685800" indent="-228600"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2pPr>
            <a:lvl3pPr marL="1143000" indent="-228600"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3pPr>
            <a:lvl4pPr marL="1600200" indent="-228600"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4pPr>
            <a:lvl5pPr marL="2057400" indent="-228600"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CDC373EE-DD46-DF07-7F2D-ED1E3422F4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53964" y="6360816"/>
            <a:ext cx="1713225" cy="428862"/>
          </a:xfrm>
          <a:prstGeom prst="rect">
            <a:avLst/>
          </a:prstGeom>
        </p:spPr>
      </p:pic>
      <p:sp>
        <p:nvSpPr>
          <p:cNvPr id="8" name="Title 2">
            <a:extLst>
              <a:ext uri="{FF2B5EF4-FFF2-40B4-BE49-F238E27FC236}">
                <a16:creationId xmlns:a16="http://schemas.microsoft.com/office/drawing/2014/main" id="{11A81E7F-D137-AC94-D1F7-73F6257B7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616" y="390997"/>
            <a:ext cx="11299064" cy="758429"/>
          </a:xfrm>
        </p:spPr>
        <p:txBody>
          <a:bodyPr anchor="t"/>
          <a:lstStyle>
            <a:lvl1pPr>
              <a:defRPr b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B82B70A4-F12F-5DE4-A79E-31E54B710E5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8070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 Placeholder 46">
            <a:extLst>
              <a:ext uri="{FF2B5EF4-FFF2-40B4-BE49-F238E27FC236}">
                <a16:creationId xmlns:a16="http://schemas.microsoft.com/office/drawing/2014/main" id="{515EF0F8-97CE-0E22-9B4D-F922AF8EAD62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457200" y="1213605"/>
            <a:ext cx="5752410" cy="1474177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400" b="0" kern="1200" dirty="0">
                <a:solidFill>
                  <a:schemeClr val="bg1"/>
                </a:solidFill>
                <a:latin typeface="+mj-lt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8">
            <a:extLst>
              <a:ext uri="{FF2B5EF4-FFF2-40B4-BE49-F238E27FC236}">
                <a16:creationId xmlns:a16="http://schemas.microsoft.com/office/drawing/2014/main" id="{B055B569-D144-2B96-C2C6-1FA81130FA72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457200" y="2939110"/>
            <a:ext cx="5527964" cy="1334381"/>
          </a:xfrm>
        </p:spPr>
        <p:txBody>
          <a:bodyPr>
            <a:normAutofit/>
          </a:bodyPr>
          <a:lstStyle>
            <a:lvl1pPr marL="0" indent="0">
              <a:buNone/>
              <a:defRPr kumimoji="0" lang="en-US" sz="1600" b="0" i="0" u="none" strike="noStrike" kern="1200" cap="none" spc="0" normalizeH="0" baseline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609630" rtl="0" eaLnBrk="1" fontAlgn="auto" latinLnBrk="0" hangingPunct="1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759BAD2A-8D2F-72F2-F057-19DA028AEE4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66629" y="1415834"/>
            <a:ext cx="2514140" cy="847077"/>
          </a:xfrm>
        </p:spPr>
        <p:txBody>
          <a:bodyPr>
            <a:noAutofit/>
            <a:scene3d>
              <a:camera prst="orthographicFront"/>
              <a:lightRig rig="threePt" dir="t">
                <a:rot lat="0" lon="0" rev="3000000"/>
              </a:lightRig>
            </a:scene3d>
            <a:sp3d extrusionH="57150" contourW="19050" prstMaterial="metal">
              <a:bevelT w="38100" h="38100"/>
              <a:bevelB w="38100" h="38100"/>
              <a:contourClr>
                <a:schemeClr val="accent6"/>
              </a:contourClr>
            </a:sp3d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5400" kern="1200" dirty="0">
                <a:solidFill>
                  <a:schemeClr val="accent5"/>
                </a:solidFill>
                <a:latin typeface="+mj-lt"/>
                <a:ea typeface="+mn-ea"/>
                <a:cs typeface="Poppins Medium" panose="00000600000000000000" pitchFamily="2" charset="0"/>
              </a:defRPr>
            </a:lvl1pPr>
            <a:lvl2pPr marL="457200" indent="0">
              <a:buNone/>
              <a:defRPr sz="6000">
                <a:latin typeface="Poppins Medium" panose="00000600000000000000" pitchFamily="2" charset="0"/>
                <a:cs typeface="Poppins Medium" panose="00000600000000000000" pitchFamily="2" charset="0"/>
              </a:defRPr>
            </a:lvl2pPr>
            <a:lvl3pPr marL="914400" indent="0">
              <a:buNone/>
              <a:defRPr sz="6000">
                <a:latin typeface="Poppins Medium" panose="00000600000000000000" pitchFamily="2" charset="0"/>
                <a:cs typeface="Poppins Medium" panose="00000600000000000000" pitchFamily="2" charset="0"/>
              </a:defRPr>
            </a:lvl3pPr>
            <a:lvl4pPr marL="1371600" indent="0">
              <a:buNone/>
              <a:defRPr sz="6000">
                <a:latin typeface="Poppins Medium" panose="00000600000000000000" pitchFamily="2" charset="0"/>
                <a:cs typeface="Poppins Medium" panose="00000600000000000000" pitchFamily="2" charset="0"/>
              </a:defRPr>
            </a:lvl4pPr>
            <a:lvl5pPr marL="1828800" indent="0">
              <a:buNone/>
              <a:defRPr sz="6000">
                <a:latin typeface="Poppins Medium" panose="00000600000000000000" pitchFamily="2" charset="0"/>
                <a:cs typeface="Poppins Medium" panose="00000600000000000000" pitchFamily="2" charset="0"/>
              </a:defRPr>
            </a:lvl5pPr>
          </a:lstStyle>
          <a:p>
            <a:pPr lvl="0"/>
            <a:r>
              <a:rPr lang="en-US" dirty="0"/>
              <a:t>Claim</a:t>
            </a:r>
          </a:p>
        </p:txBody>
      </p:sp>
      <p:sp>
        <p:nvSpPr>
          <p:cNvPr id="19" name="Text Placeholder 48">
            <a:extLst>
              <a:ext uri="{FF2B5EF4-FFF2-40B4-BE49-F238E27FC236}">
                <a16:creationId xmlns:a16="http://schemas.microsoft.com/office/drawing/2014/main" id="{4C38F370-7D64-2116-AFC3-72C3AD901A8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7200" y="657694"/>
            <a:ext cx="5527964" cy="458646"/>
          </a:xfrm>
        </p:spPr>
        <p:txBody>
          <a:bodyPr>
            <a:normAutofit/>
          </a:bodyPr>
          <a:lstStyle>
            <a:lvl1pPr marL="0" indent="0">
              <a:buNone/>
              <a:defRPr kumimoji="0" lang="en-US" sz="1100" b="0" i="0" u="none" strike="noStrike" kern="1200" cap="none" spc="0" normalizeH="0" baseline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609630" rtl="0" eaLnBrk="1" fontAlgn="auto" latinLnBrk="0" hangingPunct="1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20" name="Text Placeholder 48">
            <a:extLst>
              <a:ext uri="{FF2B5EF4-FFF2-40B4-BE49-F238E27FC236}">
                <a16:creationId xmlns:a16="http://schemas.microsoft.com/office/drawing/2014/main" id="{18F327C6-6FAD-E7BF-B7BF-6FAAC9946C5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54375" y="942248"/>
            <a:ext cx="2338648" cy="458646"/>
          </a:xfrm>
        </p:spPr>
        <p:txBody>
          <a:bodyPr anchor="b">
            <a:normAutofit/>
          </a:bodyPr>
          <a:lstStyle>
            <a:lvl1pPr marL="0" indent="0">
              <a:buNone/>
              <a:defRPr kumimoji="0" lang="en-US" sz="1100" b="0" i="0" u="none" strike="noStrike" kern="1200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609630" rtl="0" eaLnBrk="1" fontAlgn="auto" latinLnBrk="0" hangingPunct="1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Qualifier</a:t>
            </a:r>
          </a:p>
        </p:txBody>
      </p:sp>
      <p:sp>
        <p:nvSpPr>
          <p:cNvPr id="21" name="Text Placeholder 48">
            <a:extLst>
              <a:ext uri="{FF2B5EF4-FFF2-40B4-BE49-F238E27FC236}">
                <a16:creationId xmlns:a16="http://schemas.microsoft.com/office/drawing/2014/main" id="{725613CB-B711-BA66-79AB-72C08156FC3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56684" y="2264244"/>
            <a:ext cx="2338648" cy="847076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1100" b="0" i="0" u="none" strike="noStrike" kern="1200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609630" rtl="0" eaLnBrk="1" fontAlgn="auto" latinLnBrk="0" hangingPunct="1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Details</a:t>
            </a:r>
          </a:p>
        </p:txBody>
      </p:sp>
      <p:sp>
        <p:nvSpPr>
          <p:cNvPr id="23" name="Text Placeholder 48">
            <a:extLst>
              <a:ext uri="{FF2B5EF4-FFF2-40B4-BE49-F238E27FC236}">
                <a16:creationId xmlns:a16="http://schemas.microsoft.com/office/drawing/2014/main" id="{E50904DE-B040-6AA2-341D-BE1B13B8BB9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12772" y="947092"/>
            <a:ext cx="2338648" cy="458646"/>
          </a:xfrm>
        </p:spPr>
        <p:txBody>
          <a:bodyPr anchor="b">
            <a:normAutofit/>
          </a:bodyPr>
          <a:lstStyle>
            <a:lvl1pPr marL="0" indent="0">
              <a:buNone/>
              <a:defRPr kumimoji="0" lang="en-US" sz="1100" b="0" i="0" u="none" strike="noStrike" kern="1200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609630" rtl="0" eaLnBrk="1" fontAlgn="auto" latinLnBrk="0" hangingPunct="1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Qualifier</a:t>
            </a:r>
          </a:p>
        </p:txBody>
      </p:sp>
      <p:sp>
        <p:nvSpPr>
          <p:cNvPr id="24" name="Text Placeholder 48">
            <a:extLst>
              <a:ext uri="{FF2B5EF4-FFF2-40B4-BE49-F238E27FC236}">
                <a16:creationId xmlns:a16="http://schemas.microsoft.com/office/drawing/2014/main" id="{E2970DCC-E00E-47AB-123B-5BF1AA1FC8E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419241" y="2273481"/>
            <a:ext cx="2338648" cy="847076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1100" b="0" i="0" u="none" strike="noStrike" kern="1200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609630" rtl="0" eaLnBrk="1" fontAlgn="auto" latinLnBrk="0" hangingPunct="1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Details</a:t>
            </a:r>
          </a:p>
        </p:txBody>
      </p:sp>
      <p:sp>
        <p:nvSpPr>
          <p:cNvPr id="26" name="Text Placeholder 48">
            <a:extLst>
              <a:ext uri="{FF2B5EF4-FFF2-40B4-BE49-F238E27FC236}">
                <a16:creationId xmlns:a16="http://schemas.microsoft.com/office/drawing/2014/main" id="{F90B4A5C-A5AA-729F-D8A5-47B3DF11D68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89472" y="3855441"/>
            <a:ext cx="2338648" cy="458646"/>
          </a:xfrm>
        </p:spPr>
        <p:txBody>
          <a:bodyPr anchor="b">
            <a:normAutofit/>
          </a:bodyPr>
          <a:lstStyle>
            <a:lvl1pPr marL="0" indent="0">
              <a:buNone/>
              <a:defRPr kumimoji="0" lang="en-US" sz="1100" b="0" i="0" u="none" strike="noStrike" kern="1200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609630" rtl="0" eaLnBrk="1" fontAlgn="auto" latinLnBrk="0" hangingPunct="1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Qualifier</a:t>
            </a:r>
          </a:p>
        </p:txBody>
      </p:sp>
      <p:sp>
        <p:nvSpPr>
          <p:cNvPr id="27" name="Text Placeholder 48">
            <a:extLst>
              <a:ext uri="{FF2B5EF4-FFF2-40B4-BE49-F238E27FC236}">
                <a16:creationId xmlns:a16="http://schemas.microsoft.com/office/drawing/2014/main" id="{A264AFBB-FABE-A1BA-CB7A-1BCAE1BC58B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542124" y="5191045"/>
            <a:ext cx="2338648" cy="847076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1100" b="0" i="0" u="none" strike="noStrike" kern="1200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609630" rtl="0" eaLnBrk="1" fontAlgn="auto" latinLnBrk="0" hangingPunct="1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Details</a:t>
            </a:r>
          </a:p>
        </p:txBody>
      </p:sp>
      <p:sp>
        <p:nvSpPr>
          <p:cNvPr id="29" name="Text Placeholder 48">
            <a:extLst>
              <a:ext uri="{FF2B5EF4-FFF2-40B4-BE49-F238E27FC236}">
                <a16:creationId xmlns:a16="http://schemas.microsoft.com/office/drawing/2014/main" id="{A92E53F5-F19E-0921-777B-9DF035F1EF6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429393" y="3833665"/>
            <a:ext cx="2338648" cy="458646"/>
          </a:xfrm>
        </p:spPr>
        <p:txBody>
          <a:bodyPr anchor="b">
            <a:normAutofit/>
          </a:bodyPr>
          <a:lstStyle>
            <a:lvl1pPr marL="0" indent="0">
              <a:buNone/>
              <a:defRPr kumimoji="0" lang="en-US" sz="1100" b="0" i="0" u="none" strike="noStrike" kern="1200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609630" rtl="0" eaLnBrk="1" fontAlgn="auto" latinLnBrk="0" hangingPunct="1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Qualifier</a:t>
            </a:r>
          </a:p>
        </p:txBody>
      </p:sp>
      <p:sp>
        <p:nvSpPr>
          <p:cNvPr id="30" name="Text Placeholder 48">
            <a:extLst>
              <a:ext uri="{FF2B5EF4-FFF2-40B4-BE49-F238E27FC236}">
                <a16:creationId xmlns:a16="http://schemas.microsoft.com/office/drawing/2014/main" id="{027C6114-3E4E-0349-DB91-CEA0885B832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502368" y="5161164"/>
            <a:ext cx="2338648" cy="847076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1100" b="0" i="0" u="none" strike="noStrike" kern="1200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609630" rtl="0" eaLnBrk="1" fontAlgn="auto" latinLnBrk="0" hangingPunct="1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Details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0DF0EC1E-3522-50C3-E0ED-9BF15C62C4B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326876" y="1439042"/>
            <a:ext cx="2514140" cy="847077"/>
          </a:xfrm>
        </p:spPr>
        <p:txBody>
          <a:bodyPr>
            <a:noAutofit/>
            <a:scene3d>
              <a:camera prst="orthographicFront"/>
              <a:lightRig rig="threePt" dir="t">
                <a:rot lat="0" lon="0" rev="3000000"/>
              </a:lightRig>
            </a:scene3d>
            <a:sp3d extrusionH="57150" contourW="19050" prstMaterial="metal">
              <a:bevelT w="38100" h="38100"/>
              <a:bevelB w="38100" h="38100"/>
              <a:contourClr>
                <a:schemeClr val="accent6"/>
              </a:contourClr>
            </a:sp3d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5400" kern="1200" dirty="0">
                <a:solidFill>
                  <a:schemeClr val="accent5"/>
                </a:solidFill>
                <a:latin typeface="+mj-lt"/>
                <a:ea typeface="+mn-ea"/>
                <a:cs typeface="Poppins Medium" panose="00000600000000000000" pitchFamily="2" charset="0"/>
              </a:defRPr>
            </a:lvl1pPr>
            <a:lvl2pPr marL="457200" indent="0">
              <a:buNone/>
              <a:defRPr sz="6000">
                <a:latin typeface="Poppins Medium" panose="00000600000000000000" pitchFamily="2" charset="0"/>
                <a:cs typeface="Poppins Medium" panose="00000600000000000000" pitchFamily="2" charset="0"/>
              </a:defRPr>
            </a:lvl2pPr>
            <a:lvl3pPr marL="914400" indent="0">
              <a:buNone/>
              <a:defRPr sz="6000">
                <a:latin typeface="Poppins Medium" panose="00000600000000000000" pitchFamily="2" charset="0"/>
                <a:cs typeface="Poppins Medium" panose="00000600000000000000" pitchFamily="2" charset="0"/>
              </a:defRPr>
            </a:lvl3pPr>
            <a:lvl4pPr marL="1371600" indent="0">
              <a:buNone/>
              <a:defRPr sz="6000">
                <a:latin typeface="Poppins Medium" panose="00000600000000000000" pitchFamily="2" charset="0"/>
                <a:cs typeface="Poppins Medium" panose="00000600000000000000" pitchFamily="2" charset="0"/>
              </a:defRPr>
            </a:lvl4pPr>
            <a:lvl5pPr marL="1828800" indent="0">
              <a:buNone/>
              <a:defRPr sz="6000">
                <a:latin typeface="Poppins Medium" panose="00000600000000000000" pitchFamily="2" charset="0"/>
                <a:cs typeface="Poppins Medium" panose="00000600000000000000" pitchFamily="2" charset="0"/>
              </a:defRPr>
            </a:lvl5pPr>
          </a:lstStyle>
          <a:p>
            <a:pPr lvl="0"/>
            <a:r>
              <a:rPr lang="en-US" dirty="0"/>
              <a:t>Claim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2E971B52-39C8-95BC-D14D-309C3A1B059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271458" y="4314087"/>
            <a:ext cx="2514140" cy="847077"/>
          </a:xfrm>
        </p:spPr>
        <p:txBody>
          <a:bodyPr>
            <a:noAutofit/>
            <a:scene3d>
              <a:camera prst="orthographicFront"/>
              <a:lightRig rig="threePt" dir="t">
                <a:rot lat="0" lon="0" rev="3000000"/>
              </a:lightRig>
            </a:scene3d>
            <a:sp3d extrusionH="57150" contourW="19050" prstMaterial="metal">
              <a:bevelT w="38100" h="38100"/>
              <a:bevelB w="38100" h="38100"/>
              <a:contourClr>
                <a:schemeClr val="accent6"/>
              </a:contourClr>
            </a:sp3d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5400" kern="1200" dirty="0">
                <a:solidFill>
                  <a:schemeClr val="accent5"/>
                </a:solidFill>
                <a:latin typeface="+mj-lt"/>
                <a:ea typeface="+mn-ea"/>
                <a:cs typeface="Poppins Medium" panose="00000600000000000000" pitchFamily="2" charset="0"/>
              </a:defRPr>
            </a:lvl1pPr>
            <a:lvl2pPr marL="457200" indent="0">
              <a:buNone/>
              <a:defRPr sz="6000">
                <a:latin typeface="Poppins Medium" panose="00000600000000000000" pitchFamily="2" charset="0"/>
                <a:cs typeface="Poppins Medium" panose="00000600000000000000" pitchFamily="2" charset="0"/>
              </a:defRPr>
            </a:lvl2pPr>
            <a:lvl3pPr marL="914400" indent="0">
              <a:buNone/>
              <a:defRPr sz="6000">
                <a:latin typeface="Poppins Medium" panose="00000600000000000000" pitchFamily="2" charset="0"/>
                <a:cs typeface="Poppins Medium" panose="00000600000000000000" pitchFamily="2" charset="0"/>
              </a:defRPr>
            </a:lvl3pPr>
            <a:lvl4pPr marL="1371600" indent="0">
              <a:buNone/>
              <a:defRPr sz="6000">
                <a:latin typeface="Poppins Medium" panose="00000600000000000000" pitchFamily="2" charset="0"/>
                <a:cs typeface="Poppins Medium" panose="00000600000000000000" pitchFamily="2" charset="0"/>
              </a:defRPr>
            </a:lvl4pPr>
            <a:lvl5pPr marL="1828800" indent="0">
              <a:buNone/>
              <a:defRPr sz="6000">
                <a:latin typeface="Poppins Medium" panose="00000600000000000000" pitchFamily="2" charset="0"/>
                <a:cs typeface="Poppins Medium" panose="00000600000000000000" pitchFamily="2" charset="0"/>
              </a:defRPr>
            </a:lvl5pPr>
          </a:lstStyle>
          <a:p>
            <a:pPr lvl="0"/>
            <a:r>
              <a:rPr lang="en-US" dirty="0"/>
              <a:t>Claim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4A85916-F438-07AE-2207-3BF7500914B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4378" y="4343968"/>
            <a:ext cx="2514140" cy="847077"/>
          </a:xfrm>
        </p:spPr>
        <p:txBody>
          <a:bodyPr>
            <a:noAutofit/>
            <a:scene3d>
              <a:camera prst="orthographicFront"/>
              <a:lightRig rig="threePt" dir="t">
                <a:rot lat="0" lon="0" rev="3000000"/>
              </a:lightRig>
            </a:scene3d>
            <a:sp3d extrusionH="57150" contourW="19050" prstMaterial="metal">
              <a:bevelT w="38100" h="38100"/>
              <a:bevelB w="38100" h="38100"/>
              <a:contourClr>
                <a:schemeClr val="accent6"/>
              </a:contourClr>
            </a:sp3d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5400" kern="1200" dirty="0">
                <a:solidFill>
                  <a:schemeClr val="accent5"/>
                </a:solidFill>
                <a:latin typeface="+mj-lt"/>
                <a:ea typeface="+mn-ea"/>
                <a:cs typeface="Poppins Medium" panose="00000600000000000000" pitchFamily="2" charset="0"/>
              </a:defRPr>
            </a:lvl1pPr>
            <a:lvl2pPr marL="457200" indent="0">
              <a:buNone/>
              <a:defRPr sz="6000">
                <a:latin typeface="Poppins Medium" panose="00000600000000000000" pitchFamily="2" charset="0"/>
                <a:cs typeface="Poppins Medium" panose="00000600000000000000" pitchFamily="2" charset="0"/>
              </a:defRPr>
            </a:lvl2pPr>
            <a:lvl3pPr marL="914400" indent="0">
              <a:buNone/>
              <a:defRPr sz="6000">
                <a:latin typeface="Poppins Medium" panose="00000600000000000000" pitchFamily="2" charset="0"/>
                <a:cs typeface="Poppins Medium" panose="00000600000000000000" pitchFamily="2" charset="0"/>
              </a:defRPr>
            </a:lvl3pPr>
            <a:lvl4pPr marL="1371600" indent="0">
              <a:buNone/>
              <a:defRPr sz="6000">
                <a:latin typeface="Poppins Medium" panose="00000600000000000000" pitchFamily="2" charset="0"/>
                <a:cs typeface="Poppins Medium" panose="00000600000000000000" pitchFamily="2" charset="0"/>
              </a:defRPr>
            </a:lvl4pPr>
            <a:lvl5pPr marL="1828800" indent="0">
              <a:buNone/>
              <a:defRPr sz="6000">
                <a:latin typeface="Poppins Medium" panose="00000600000000000000" pitchFamily="2" charset="0"/>
                <a:cs typeface="Poppins Medium" panose="00000600000000000000" pitchFamily="2" charset="0"/>
              </a:defRPr>
            </a:lvl5pPr>
          </a:lstStyle>
          <a:p>
            <a:pPr lvl="0"/>
            <a:r>
              <a:rPr lang="en-US" dirty="0"/>
              <a:t>Claim</a:t>
            </a:r>
          </a:p>
        </p:txBody>
      </p:sp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6503C850-3AAD-D320-0010-6F524FBC4D1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6981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 Placeholder 48">
            <a:extLst>
              <a:ext uri="{FF2B5EF4-FFF2-40B4-BE49-F238E27FC236}">
                <a16:creationId xmlns:a16="http://schemas.microsoft.com/office/drawing/2014/main" id="{B055B569-D144-2B96-C2C6-1FA81130FA72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122502" y="5044819"/>
            <a:ext cx="2743200" cy="469290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1600" b="1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609630" rtl="0" eaLnBrk="1" fontAlgn="auto" latinLnBrk="0" hangingPunct="1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3365B4D-5860-D7E5-3D2B-C4CFFCA8C5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63200" y="6366607"/>
            <a:ext cx="1713225" cy="428862"/>
          </a:xfrm>
          <a:prstGeom prst="rect">
            <a:avLst/>
          </a:prstGeom>
        </p:spPr>
      </p:pic>
      <p:sp>
        <p:nvSpPr>
          <p:cNvPr id="19" name="Text Placeholder 48">
            <a:extLst>
              <a:ext uri="{FF2B5EF4-FFF2-40B4-BE49-F238E27FC236}">
                <a16:creationId xmlns:a16="http://schemas.microsoft.com/office/drawing/2014/main" id="{4C38F370-7D64-2116-AFC3-72C3AD901A8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2502" y="5531861"/>
            <a:ext cx="2735816" cy="458646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1100" b="0" i="0" u="none" strike="noStrike" kern="1200" cap="none" spc="0" normalizeH="0" baseline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609630" rtl="0" eaLnBrk="1" fontAlgn="auto" latinLnBrk="0" hangingPunct="1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D77570-45BC-C0CF-FBFC-BBB145CB2FF3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22502" y="2162030"/>
            <a:ext cx="2743200" cy="2743200"/>
          </a:xfrm>
          <a:prstGeom prst="roundRect">
            <a:avLst>
              <a:gd name="adj" fmla="val 8586"/>
            </a:avLst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7E36326-A118-E5BC-9E5E-22304EF81BEE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192743" y="2162030"/>
            <a:ext cx="2743200" cy="2743200"/>
          </a:xfrm>
          <a:prstGeom prst="roundRect">
            <a:avLst>
              <a:gd name="adj" fmla="val 8586"/>
            </a:avLst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BFA85F4-34AE-8A56-0AA0-FBE5B8C6A058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262984" y="2162030"/>
            <a:ext cx="2743200" cy="2743200"/>
          </a:xfrm>
          <a:prstGeom prst="roundRect">
            <a:avLst>
              <a:gd name="adj" fmla="val 8586"/>
            </a:avLst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6668BA8-2E6B-3C76-B5D0-BB17181CE5D5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9333225" y="2162030"/>
            <a:ext cx="2743200" cy="2743200"/>
          </a:xfrm>
          <a:prstGeom prst="roundRect">
            <a:avLst>
              <a:gd name="adj" fmla="val 8586"/>
            </a:avLst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8">
            <a:extLst>
              <a:ext uri="{FF2B5EF4-FFF2-40B4-BE49-F238E27FC236}">
                <a16:creationId xmlns:a16="http://schemas.microsoft.com/office/drawing/2014/main" id="{A06FAF7B-9D2A-3C23-00C2-2D72F7B8943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192743" y="5044819"/>
            <a:ext cx="2743200" cy="469290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1600" b="1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609630" rtl="0" eaLnBrk="1" fontAlgn="auto" latinLnBrk="0" hangingPunct="1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9" name="Text Placeholder 48">
            <a:extLst>
              <a:ext uri="{FF2B5EF4-FFF2-40B4-BE49-F238E27FC236}">
                <a16:creationId xmlns:a16="http://schemas.microsoft.com/office/drawing/2014/main" id="{2B58A56D-6E57-AEC7-E2B6-6A3941CF048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192743" y="5531861"/>
            <a:ext cx="2735816" cy="458646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1100" b="0" i="0" u="none" strike="noStrike" kern="1200" cap="none" spc="0" normalizeH="0" baseline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609630" rtl="0" eaLnBrk="1" fontAlgn="auto" latinLnBrk="0" hangingPunct="1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48">
            <a:extLst>
              <a:ext uri="{FF2B5EF4-FFF2-40B4-BE49-F238E27FC236}">
                <a16:creationId xmlns:a16="http://schemas.microsoft.com/office/drawing/2014/main" id="{7F85A46E-B8B4-3B66-12A0-8858F8D6B7E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62984" y="5044819"/>
            <a:ext cx="2743200" cy="469290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1600" b="1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609630" rtl="0" eaLnBrk="1" fontAlgn="auto" latinLnBrk="0" hangingPunct="1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11" name="Text Placeholder 48">
            <a:extLst>
              <a:ext uri="{FF2B5EF4-FFF2-40B4-BE49-F238E27FC236}">
                <a16:creationId xmlns:a16="http://schemas.microsoft.com/office/drawing/2014/main" id="{9F3FB04C-DFDC-709F-6DA2-D5657B0EC7F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262984" y="5531861"/>
            <a:ext cx="2735816" cy="458646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1100" b="0" i="0" u="none" strike="noStrike" kern="1200" cap="none" spc="0" normalizeH="0" baseline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609630" rtl="0" eaLnBrk="1" fontAlgn="auto" latinLnBrk="0" hangingPunct="1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48">
            <a:extLst>
              <a:ext uri="{FF2B5EF4-FFF2-40B4-BE49-F238E27FC236}">
                <a16:creationId xmlns:a16="http://schemas.microsoft.com/office/drawing/2014/main" id="{AB3837D5-65F6-F26B-0AF0-B8CA2DB281D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333225" y="5044819"/>
            <a:ext cx="2743200" cy="469290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1600" b="1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609630" rtl="0" eaLnBrk="1" fontAlgn="auto" latinLnBrk="0" hangingPunct="1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17" name="Text Placeholder 48">
            <a:extLst>
              <a:ext uri="{FF2B5EF4-FFF2-40B4-BE49-F238E27FC236}">
                <a16:creationId xmlns:a16="http://schemas.microsoft.com/office/drawing/2014/main" id="{0A621FDB-C09F-9882-464A-5252836BBE3B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333225" y="5531861"/>
            <a:ext cx="2735816" cy="458646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1100" b="0" i="0" u="none" strike="noStrike" kern="1200" cap="none" spc="0" normalizeH="0" baseline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609630" rtl="0" eaLnBrk="1" fontAlgn="auto" latinLnBrk="0" hangingPunct="1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14" name="Title 2">
            <a:extLst>
              <a:ext uri="{FF2B5EF4-FFF2-40B4-BE49-F238E27FC236}">
                <a16:creationId xmlns:a16="http://schemas.microsoft.com/office/drawing/2014/main" id="{B4913B24-FA82-ADBC-3F7F-917CAFFF9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616" y="390997"/>
            <a:ext cx="11299064" cy="758429"/>
          </a:xfrm>
        </p:spPr>
        <p:txBody>
          <a:bodyPr anchor="t"/>
          <a:lstStyle>
            <a:lvl1pPr>
              <a:defRPr b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A8BC9970-7626-18ED-63C1-B5724033BCC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17437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7A0704-507C-212E-4B19-9C94CCAD4F1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4373563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+mn-lt"/>
                <a:cs typeface="Poppins" pitchFamily="2" charset="7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AutoShape 8">
            <a:extLst>
              <a:ext uri="{FF2B5EF4-FFF2-40B4-BE49-F238E27FC236}">
                <a16:creationId xmlns:a16="http://schemas.microsoft.com/office/drawing/2014/main" id="{79BE282C-671B-7E01-8740-8A7F466EEB4C}"/>
              </a:ext>
            </a:extLst>
          </p:cNvPr>
          <p:cNvSpPr/>
          <p:nvPr userDrawn="1"/>
        </p:nvSpPr>
        <p:spPr>
          <a:xfrm>
            <a:off x="914401" y="2255038"/>
            <a:ext cx="6766560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n-lt"/>
              <a:ea typeface="+mn-ea"/>
              <a:cs typeface="Poppins" pitchFamily="2" charset="77"/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61502A4-5F5D-65C0-03BE-1F72B2BD0BD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4401" y="2627382"/>
            <a:ext cx="6656044" cy="1719247"/>
          </a:xfrm>
        </p:spPr>
        <p:txBody>
          <a:bodyPr>
            <a:noAutofit/>
          </a:bodyPr>
          <a:lstStyle>
            <a:lvl1pPr marL="0" indent="0">
              <a:buNone/>
              <a:defRPr sz="4000" b="0" i="0">
                <a:solidFill>
                  <a:schemeClr val="bg1"/>
                </a:solidFill>
                <a:latin typeface="+mj-lt"/>
                <a:cs typeface="Poppins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US" dirty="0"/>
              <a:t>THANK YOU</a:t>
            </a:r>
          </a:p>
        </p:txBody>
      </p:sp>
      <p:grpSp>
        <p:nvGrpSpPr>
          <p:cNvPr id="4" name="Group 10">
            <a:extLst>
              <a:ext uri="{FF2B5EF4-FFF2-40B4-BE49-F238E27FC236}">
                <a16:creationId xmlns:a16="http://schemas.microsoft.com/office/drawing/2014/main" id="{9D372599-5F65-8CBA-1D98-016082E9633E}"/>
              </a:ext>
            </a:extLst>
          </p:cNvPr>
          <p:cNvGrpSpPr/>
          <p:nvPr userDrawn="1"/>
        </p:nvGrpSpPr>
        <p:grpSpPr>
          <a:xfrm flipV="1">
            <a:off x="626909" y="4939722"/>
            <a:ext cx="7250126" cy="764786"/>
            <a:chOff x="0" y="0"/>
            <a:chExt cx="1062419" cy="898977"/>
          </a:xfrm>
          <a:noFill/>
        </p:grpSpPr>
        <p:sp>
          <p:nvSpPr>
            <p:cNvPr id="7" name="Freeform 11">
              <a:extLst>
                <a:ext uri="{FF2B5EF4-FFF2-40B4-BE49-F238E27FC236}">
                  <a16:creationId xmlns:a16="http://schemas.microsoft.com/office/drawing/2014/main" id="{9CD53BA2-7E44-56E6-D652-83A3A753C24F}"/>
                </a:ext>
              </a:extLst>
            </p:cNvPr>
            <p:cNvSpPr/>
            <p:nvPr/>
          </p:nvSpPr>
          <p:spPr>
            <a:xfrm>
              <a:off x="0" y="0"/>
              <a:ext cx="1062419" cy="898977"/>
            </a:xfrm>
            <a:custGeom>
              <a:avLst/>
              <a:gdLst/>
              <a:ahLst/>
              <a:cxnLst/>
              <a:rect l="l" t="t" r="r" b="b"/>
              <a:pathLst>
                <a:path w="1062419" h="898977">
                  <a:moveTo>
                    <a:pt x="46061" y="0"/>
                  </a:moveTo>
                  <a:lnTo>
                    <a:pt x="1016357" y="0"/>
                  </a:lnTo>
                  <a:cubicBezTo>
                    <a:pt x="1028573" y="0"/>
                    <a:pt x="1040289" y="4853"/>
                    <a:pt x="1048927" y="13491"/>
                  </a:cubicBezTo>
                  <a:cubicBezTo>
                    <a:pt x="1057566" y="22129"/>
                    <a:pt x="1062419" y="33845"/>
                    <a:pt x="1062419" y="46061"/>
                  </a:cubicBezTo>
                  <a:lnTo>
                    <a:pt x="1062419" y="852916"/>
                  </a:lnTo>
                  <a:cubicBezTo>
                    <a:pt x="1062419" y="878355"/>
                    <a:pt x="1041796" y="898977"/>
                    <a:pt x="1016357" y="898977"/>
                  </a:cubicBezTo>
                  <a:lnTo>
                    <a:pt x="46061" y="898977"/>
                  </a:lnTo>
                  <a:cubicBezTo>
                    <a:pt x="33845" y="898977"/>
                    <a:pt x="22129" y="894124"/>
                    <a:pt x="13491" y="885486"/>
                  </a:cubicBezTo>
                  <a:cubicBezTo>
                    <a:pt x="4853" y="876848"/>
                    <a:pt x="0" y="865132"/>
                    <a:pt x="0" y="852916"/>
                  </a:cubicBezTo>
                  <a:lnTo>
                    <a:pt x="0" y="46061"/>
                  </a:lnTo>
                  <a:cubicBezTo>
                    <a:pt x="0" y="33845"/>
                    <a:pt x="4853" y="22129"/>
                    <a:pt x="13491" y="13491"/>
                  </a:cubicBezTo>
                  <a:cubicBezTo>
                    <a:pt x="22129" y="4853"/>
                    <a:pt x="33845" y="0"/>
                    <a:pt x="46061" y="0"/>
                  </a:cubicBezTo>
                  <a:close/>
                </a:path>
              </a:pathLst>
            </a:custGeom>
            <a:grpFill/>
            <a:ln cap="rnd">
              <a:noFill/>
              <a:prstDash val="solid"/>
              <a:round/>
            </a:ln>
          </p:spPr>
          <p:txBody>
            <a:bodyPr/>
            <a:lstStyle/>
            <a:p>
              <a:pPr marL="0" marR="0" lvl="0" indent="0" algn="l" defTabSz="6096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Poppins" pitchFamily="2" charset="77"/>
              </a:endParaRPr>
            </a:p>
          </p:txBody>
        </p:sp>
        <p:sp>
          <p:nvSpPr>
            <p:cNvPr id="9" name="TextBox 12">
              <a:extLst>
                <a:ext uri="{FF2B5EF4-FFF2-40B4-BE49-F238E27FC236}">
                  <a16:creationId xmlns:a16="http://schemas.microsoft.com/office/drawing/2014/main" id="{639B46FF-1867-AD34-F177-B306F16BBDD8}"/>
                </a:ext>
              </a:extLst>
            </p:cNvPr>
            <p:cNvSpPr txBox="1"/>
            <p:nvPr/>
          </p:nvSpPr>
          <p:spPr>
            <a:xfrm>
              <a:off x="0" y="0"/>
              <a:ext cx="1062419" cy="898977"/>
            </a:xfrm>
            <a:prstGeom prst="rect">
              <a:avLst/>
            </a:prstGeom>
            <a:grpFill/>
            <a:ln cap="rnd">
              <a:noFill/>
              <a:prstDash val="solid"/>
              <a:round/>
            </a:ln>
          </p:spPr>
          <p:txBody>
            <a:bodyPr/>
            <a:lstStyle>
              <a:defPPr>
                <a:defRPr lang="en-US"/>
              </a:defPPr>
              <a:lvl1pPr defTabSz="609630">
                <a:defRPr sz="1050">
                  <a:solidFill>
                    <a:prstClr val="black"/>
                  </a:solidFill>
                  <a:latin typeface="Poppins" pitchFamily="2" charset="77"/>
                  <a:cs typeface="Poppins" pitchFamily="2" charset="77"/>
                </a:defRPr>
              </a:lvl1pPr>
            </a:lstStyle>
            <a:p>
              <a:pPr marL="0" marR="0" lvl="0" indent="0" algn="l" defTabSz="6096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05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Poppins" pitchFamily="2" charset="77"/>
              </a:endParaRPr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65B8FD09-F756-CB68-519C-C9F8F0E24D3D}"/>
              </a:ext>
            </a:extLst>
          </p:cNvPr>
          <p:cNvSpPr txBox="1"/>
          <p:nvPr userDrawn="1"/>
        </p:nvSpPr>
        <p:spPr>
          <a:xfrm>
            <a:off x="1346390" y="5054911"/>
            <a:ext cx="1737278" cy="2597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609630" rtl="0" eaLnBrk="1" fontAlgn="auto" latinLnBrk="0" hangingPunct="1">
              <a:lnSpc>
                <a:spcPts val="220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2" b="0" i="0" u="none" strike="noStrike" kern="120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Poppins"/>
                <a:cs typeface="Poppins" pitchFamily="2" charset="77"/>
                <a:sym typeface="Poppins"/>
              </a:rPr>
              <a:t>+1 (484) 497-9660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EE630F4-0594-416D-EA76-B04F60909ADB}"/>
              </a:ext>
            </a:extLst>
          </p:cNvPr>
          <p:cNvSpPr txBox="1"/>
          <p:nvPr userDrawn="1"/>
        </p:nvSpPr>
        <p:spPr>
          <a:xfrm>
            <a:off x="3820898" y="5054911"/>
            <a:ext cx="2716331" cy="2597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609630" rtl="0" eaLnBrk="1" fontAlgn="auto" latinLnBrk="0" hangingPunct="1">
              <a:lnSpc>
                <a:spcPts val="2204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2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Poppins"/>
                <a:cs typeface="Poppins" pitchFamily="2" charset="77"/>
                <a:sym typeface="Poppins"/>
              </a:rPr>
              <a:t>sales@cornelisnetworks.com</a:t>
            </a:r>
            <a:endParaRPr kumimoji="0" lang="en-US" sz="1252" b="0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+mn-lt"/>
              <a:ea typeface="Poppins"/>
              <a:cs typeface="Poppins" pitchFamily="2" charset="77"/>
              <a:sym typeface="Poppins"/>
            </a:endParaRPr>
          </a:p>
        </p:txBody>
      </p:sp>
      <p:pic>
        <p:nvPicPr>
          <p:cNvPr id="6" name="Graphic 5" descr="Receiver outline">
            <a:extLst>
              <a:ext uri="{FF2B5EF4-FFF2-40B4-BE49-F238E27FC236}">
                <a16:creationId xmlns:a16="http://schemas.microsoft.com/office/drawing/2014/main" id="{DD310583-552B-910A-B31F-FE6E4FE395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1" y="4988397"/>
            <a:ext cx="365760" cy="365760"/>
          </a:xfrm>
          <a:prstGeom prst="rect">
            <a:avLst/>
          </a:prstGeom>
        </p:spPr>
      </p:pic>
      <p:pic>
        <p:nvPicPr>
          <p:cNvPr id="11" name="Graphic 10" descr="Envelope outline">
            <a:extLst>
              <a:ext uri="{FF2B5EF4-FFF2-40B4-BE49-F238E27FC236}">
                <a16:creationId xmlns:a16="http://schemas.microsoft.com/office/drawing/2014/main" id="{EE518D7A-270D-FD50-01D0-96118EBE066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34719" y="4988397"/>
            <a:ext cx="365760" cy="365760"/>
          </a:xfrm>
          <a:prstGeom prst="rect">
            <a:avLst/>
          </a:prstGeom>
        </p:spPr>
      </p:pic>
      <p:pic>
        <p:nvPicPr>
          <p:cNvPr id="5" name="Picture 4" descr="A black and grey logo&#10;&#10;AI-generated content may be incorrect.">
            <a:extLst>
              <a:ext uri="{FF2B5EF4-FFF2-40B4-BE49-F238E27FC236}">
                <a16:creationId xmlns:a16="http://schemas.microsoft.com/office/drawing/2014/main" id="{08F5B4A2-B01E-622A-7F81-4BFFF3316190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28305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5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2"/>
                </a:solidFill>
              </a:defRPr>
            </a:lvl1pPr>
            <a:lvl2pPr marL="45718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6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4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2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9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7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" name="Picture 3" descr="A black and grey logo&#10;&#10;AI-generated content may be incorrect.">
            <a:extLst>
              <a:ext uri="{FF2B5EF4-FFF2-40B4-BE49-F238E27FC236}">
                <a16:creationId xmlns:a16="http://schemas.microsoft.com/office/drawing/2014/main" id="{4D6068FC-F282-E9CB-984C-7C16A98077C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12657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B" preserve="1" userDrawn="1">
  <p:cSld name="1_Cover B">
    <p:bg>
      <p:bgPr>
        <a:solidFill>
          <a:srgbClr val="FF0000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0"/>
          <p:cNvSpPr txBox="1">
            <a:spLocks noGrp="1"/>
          </p:cNvSpPr>
          <p:nvPr>
            <p:ph type="title" hasCustomPrompt="1"/>
          </p:nvPr>
        </p:nvSpPr>
        <p:spPr>
          <a:xfrm>
            <a:off x="862140" y="2431694"/>
            <a:ext cx="10775678" cy="3137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Poppins Medium"/>
              <a:buNone/>
              <a:tabLst/>
              <a:defRPr sz="5400" b="0">
                <a:solidFill>
                  <a:schemeClr val="tx1"/>
                </a:solidFill>
                <a:latin typeface="+mj-lt"/>
                <a:ea typeface="Poppins Medium"/>
                <a:cs typeface="Poppins Medium"/>
                <a:sym typeface="Poppi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Poppins Medium"/>
              <a:buNone/>
              <a:tabLst/>
              <a:defRPr/>
            </a:pPr>
            <a:r>
              <a:rPr lang="en-US" dirty="0"/>
              <a:t>These slides are Top Secret</a:t>
            </a:r>
            <a:br>
              <a:rPr lang="en-US" dirty="0"/>
            </a:br>
            <a:r>
              <a:rPr lang="en-US" dirty="0"/>
              <a:t>Do not send or share without express legal clearance.</a:t>
            </a:r>
            <a:endParaRPr dirty="0"/>
          </a:p>
        </p:txBody>
      </p:sp>
      <p:pic>
        <p:nvPicPr>
          <p:cNvPr id="5" name="Picture 4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7EA7599D-FB87-D858-733C-BB481ABDB6B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8524" y="545661"/>
            <a:ext cx="6323648" cy="14856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0545567-26DF-8F31-9C21-0DCE9FDE40A1}"/>
              </a:ext>
            </a:extLst>
          </p:cNvPr>
          <p:cNvSpPr txBox="1"/>
          <p:nvPr userDrawn="1"/>
        </p:nvSpPr>
        <p:spPr>
          <a:xfrm>
            <a:off x="101600" y="6478593"/>
            <a:ext cx="2733964" cy="369332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  <a:latin typeface="+mj-lt"/>
              </a:rPr>
              <a:t>Cornelis Top Secret</a:t>
            </a:r>
          </a:p>
        </p:txBody>
      </p:sp>
    </p:spTree>
    <p:extLst>
      <p:ext uri="{BB962C8B-B14F-4D97-AF65-F5344CB8AC3E}">
        <p14:creationId xmlns:p14="http://schemas.microsoft.com/office/powerpoint/2010/main" val="1132054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1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1F35BFC-45DA-41CB-B411-40026E11E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320" y="1584960"/>
            <a:ext cx="11209360" cy="4603404"/>
          </a:xfrm>
        </p:spPr>
        <p:txBody>
          <a:bodyPr/>
          <a:lstStyle>
            <a:lvl1pPr marL="0" indent="0">
              <a:buNone/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1pPr>
            <a:lvl2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2pPr>
            <a:lvl3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3pPr>
            <a:lvl4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4pPr>
            <a:lvl5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E5E3FD-D4CE-0DDE-D573-F54AA61BA350}"/>
              </a:ext>
            </a:extLst>
          </p:cNvPr>
          <p:cNvSpPr txBox="1"/>
          <p:nvPr userDrawn="1"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solidFill>
                  <a:schemeClr val="tx1"/>
                </a:solidFill>
                <a:latin typeface="+mj-lt"/>
              </a:rPr>
              <a:t>Cornelis Top Secret – Do not share or send without express legal permission</a:t>
            </a: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A8255B2B-A892-C2C2-8324-894956454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616" y="390997"/>
            <a:ext cx="11299064" cy="758429"/>
          </a:xfrm>
        </p:spPr>
        <p:txBody>
          <a:bodyPr anchor="t"/>
          <a:lstStyle>
            <a:lvl1pPr>
              <a:defRPr b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90DF7B73-6892-0651-ED46-D7D49E2607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412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376BCA-AC88-72C1-BEDF-5F744A982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871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319443-4A6B-1607-F5CB-613B96E287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pyright Line 5">
            <a:extLst>
              <a:ext uri="{FF2B5EF4-FFF2-40B4-BE49-F238E27FC236}">
                <a16:creationId xmlns:a16="http://schemas.microsoft.com/office/drawing/2014/main" id="{12448BE5-99DB-9E21-FBB8-3BEA3F2BDA3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 userDrawn="1"/>
        </p:nvSpPr>
        <p:spPr>
          <a:xfrm>
            <a:off x="103635" y="6654800"/>
            <a:ext cx="5848351" cy="203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D11268-4A76-4FFC-A40C-2AB91E928D12}" type="slidenum">
              <a:rPr lang="en-US" sz="900" kern="1200" smtClean="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rPr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lang="en-US" sz="900" kern="1200" dirty="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rPr>
              <a:t>  |  C</a:t>
            </a:r>
            <a:r>
              <a:rPr lang="en-US" sz="900" dirty="0">
                <a:solidFill>
                  <a:schemeClr val="tx1"/>
                </a:solidFill>
                <a:latin typeface="Poppins" pitchFamily="2" charset="77"/>
                <a:cs typeface="Poppins" pitchFamily="2" charset="77"/>
              </a:rPr>
              <a:t>ornelis Networks  </a:t>
            </a:r>
            <a:r>
              <a:rPr lang="en-US" sz="900" kern="1200" dirty="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rPr>
              <a:t> | </a:t>
            </a:r>
            <a:r>
              <a:rPr lang="en-US" sz="900" dirty="0">
                <a:solidFill>
                  <a:schemeClr val="tx1"/>
                </a:solidFill>
                <a:latin typeface="Poppins" pitchFamily="2" charset="77"/>
                <a:cs typeface="Poppins" pitchFamily="2" charset="77"/>
              </a:rPr>
              <a:t> Confidential  </a:t>
            </a:r>
            <a:endParaRPr lang="en-US" sz="900" kern="1200" dirty="0">
              <a:solidFill>
                <a:schemeClr val="tx1"/>
              </a:solidFill>
              <a:latin typeface="Poppins" pitchFamily="2" charset="77"/>
              <a:ea typeface="+mn-ea"/>
              <a:cs typeface="Poppins" pitchFamily="2" charset="77"/>
            </a:endParaRPr>
          </a:p>
        </p:txBody>
      </p:sp>
      <p:sp>
        <p:nvSpPr>
          <p:cNvPr id="5" name="Copyright Line 5">
            <a:extLst>
              <a:ext uri="{FF2B5EF4-FFF2-40B4-BE49-F238E27FC236}">
                <a16:creationId xmlns:a16="http://schemas.microsoft.com/office/drawing/2014/main" id="{2093A638-C302-AABC-69E2-1C3E3C3B3EA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 userDrawn="1"/>
        </p:nvSpPr>
        <p:spPr>
          <a:xfrm>
            <a:off x="100584" y="6656832"/>
            <a:ext cx="5848351" cy="203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D11268-4A76-4FFC-A40C-2AB91E928D12}" type="slidenum">
              <a:rPr lang="en-US" sz="900" kern="1200" smtClean="0">
                <a:solidFill>
                  <a:schemeClr val="accent5"/>
                </a:solidFill>
                <a:latin typeface="Poppins" pitchFamily="2" charset="77"/>
                <a:ea typeface="+mn-ea"/>
                <a:cs typeface="Poppins" pitchFamily="2" charset="77"/>
              </a:rPr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lang="en-US" sz="900" kern="1200" dirty="0">
                <a:solidFill>
                  <a:schemeClr val="accent5"/>
                </a:solidFill>
                <a:latin typeface="Poppins" pitchFamily="2" charset="77"/>
                <a:ea typeface="+mn-ea"/>
                <a:cs typeface="Poppins" pitchFamily="2" charset="77"/>
              </a:rPr>
              <a:t>  |  C</a:t>
            </a:r>
            <a:r>
              <a:rPr lang="en-US" sz="900" dirty="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ornelis Networks | Confidential</a:t>
            </a:r>
            <a:endParaRPr lang="en-US" sz="900" kern="1200" dirty="0">
              <a:solidFill>
                <a:schemeClr val="accent5"/>
              </a:solidFill>
              <a:latin typeface="Poppins" pitchFamily="2" charset="77"/>
              <a:ea typeface="+mn-ea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81551980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0" r:id="rId1"/>
    <p:sldLayoutId id="2147483744" r:id="rId2"/>
    <p:sldLayoutId id="2147483829" r:id="rId3"/>
    <p:sldLayoutId id="2147483777" r:id="rId4"/>
    <p:sldLayoutId id="2147483745" r:id="rId5"/>
    <p:sldLayoutId id="2147483775" r:id="rId6"/>
    <p:sldLayoutId id="2147483776" r:id="rId7"/>
    <p:sldLayoutId id="2147483746" r:id="rId8"/>
    <p:sldLayoutId id="2147483748" r:id="rId9"/>
    <p:sldLayoutId id="2147483826" r:id="rId10"/>
    <p:sldLayoutId id="2147483828" r:id="rId11"/>
    <p:sldLayoutId id="2147483778" r:id="rId12"/>
    <p:sldLayoutId id="2147483749" r:id="rId13"/>
    <p:sldLayoutId id="2147483758" r:id="rId14"/>
    <p:sldLayoutId id="2147483767" r:id="rId15"/>
    <p:sldLayoutId id="2147483768" r:id="rId16"/>
    <p:sldLayoutId id="2147483747" r:id="rId17"/>
    <p:sldLayoutId id="2147483753" r:id="rId18"/>
    <p:sldLayoutId id="2147483820" r:id="rId19"/>
    <p:sldLayoutId id="2147483783" r:id="rId20"/>
    <p:sldLayoutId id="2147483751" r:id="rId21"/>
    <p:sldLayoutId id="2147483752" r:id="rId22"/>
    <p:sldLayoutId id="2147483754" r:id="rId23"/>
    <p:sldLayoutId id="2147483750" r:id="rId24"/>
    <p:sldLayoutId id="2147483764" r:id="rId25"/>
    <p:sldLayoutId id="2147483766" r:id="rId26"/>
    <p:sldLayoutId id="2147483756" r:id="rId27"/>
    <p:sldLayoutId id="2147483757" r:id="rId28"/>
    <p:sldLayoutId id="2147483759" r:id="rId29"/>
    <p:sldLayoutId id="2147483760" r:id="rId30"/>
    <p:sldLayoutId id="2147483761" r:id="rId31"/>
    <p:sldLayoutId id="2147483763" r:id="rId32"/>
    <p:sldLayoutId id="2147483765" r:id="rId33"/>
    <p:sldLayoutId id="2147483769" r:id="rId34"/>
    <p:sldLayoutId id="2147483770" r:id="rId35"/>
    <p:sldLayoutId id="2147483772" r:id="rId36"/>
    <p:sldLayoutId id="2147483832" r:id="rId37"/>
    <p:sldLayoutId id="2147483822" r:id="rId38"/>
    <p:sldLayoutId id="2147483821" r:id="rId3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kern="1200">
          <a:solidFill>
            <a:schemeClr val="bg1"/>
          </a:solidFill>
          <a:latin typeface="+mj-lt"/>
          <a:ea typeface="+mj-ea"/>
          <a:cs typeface="Poppins" panose="00000500000000000000" pitchFamily="2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accent5"/>
          </a:solidFill>
          <a:latin typeface="+mn-lt"/>
          <a:ea typeface="+mn-ea"/>
          <a:cs typeface="Poppins" panose="000005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5"/>
          </a:solidFill>
          <a:latin typeface="+mn-lt"/>
          <a:ea typeface="+mn-ea"/>
          <a:cs typeface="Poppins" panose="00000500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5"/>
          </a:solidFill>
          <a:latin typeface="+mn-lt"/>
          <a:ea typeface="+mn-ea"/>
          <a:cs typeface="Poppins" panose="00000500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5"/>
          </a:solidFill>
          <a:latin typeface="+mn-lt"/>
          <a:ea typeface="+mn-ea"/>
          <a:cs typeface="Poppins" panose="00000500000000000000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5"/>
          </a:solidFill>
          <a:latin typeface="+mn-lt"/>
          <a:ea typeface="+mn-ea"/>
          <a:cs typeface="Poppins" panose="000005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UE Specification v1.0.1 Protocol Formats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PMR Packet Taxonomy: Ultra Ethernet Technical Report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Packet Taxonomy Team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Cornelis Networks Engineering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Ultra Ethernet Overview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Protocol Architecture and Key Characteristics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High-performance RDMA transport over Ethernet infrastructure</a:t>
            </a:r>
          </a:p>
          <a:p>
            <a:r>
              <a:t>• Layered architecture: Physical, Link, Network, Transport</a:t>
            </a:r>
          </a:p>
          <a:p>
            <a:r>
              <a:t>• Transport sublayers: PDS (Packet Delivery), SES (Semantic), CMS (Congestion), TSS (Security)</a:t>
            </a:r>
          </a:p>
          <a:p>
            <a:r>
              <a:t>• Multiple delivery modes: RUD, ROD, RUDI, UUD</a:t>
            </a:r>
          </a:p>
          <a:p>
            <a:r>
              <a:t>• Congestion control algorithms: NSCC, RCCC, TFC</a:t>
            </a:r>
          </a:p>
          <a:p>
            <a:r>
              <a:t>• Link-layer reliability via LLR (Link Layer Reliable)</a:t>
            </a:r>
          </a:p>
          <a:p>
            <a:r>
              <a:t>• Credit-based flow control via CBFC</a:t>
            </a:r>
          </a:p>
          <a:p>
            <a:r>
              <a:t>• AES-GCM encryption via TSS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UE Protocol Key Characteristics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UE Datamodel Coverage Summary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7" cy="3218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4481"/>
                <a:gridCol w="1799539"/>
                <a:gridCol w="2699308"/>
                <a:gridCol w="3149193"/>
                <a:gridCol w="1574596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Layer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Sublayer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Format Files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Protocol Files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Total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Transport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PDS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30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Transport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SES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15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27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Transport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CMS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7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15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Transport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TSS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7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9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Link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LLR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9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Link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LLDP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Link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CBFC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5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Network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-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4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Physical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-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**Total**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-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**53**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**50**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**103**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Protocol Architecture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UE Layer Diagram and Sublayer Relationships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200">
                <a:latin typeface="Consolas"/>
              </a:rPr>
              <a:t>+------------------------------------------------------------------+</a:t>
            </a:r>
          </a:p>
          <a:p>
            <a:r>
              <a:rPr sz="1200">
                <a:latin typeface="Consolas"/>
              </a:rPr>
              <a:t>|                    Application / RDMA Verbs                       |</a:t>
            </a:r>
          </a:p>
          <a:p>
            <a:r>
              <a:rPr sz="1200">
                <a:latin typeface="Consolas"/>
              </a:rPr>
              <a:t>+------------------------------------------------------------------+</a:t>
            </a:r>
          </a:p>
          <a:p>
            <a:r>
              <a:rPr sz="1200">
                <a:latin typeface="Consolas"/>
              </a:rPr>
              <a:t>|                                                                   |</a:t>
            </a:r>
          </a:p>
          <a:p>
            <a:r>
              <a:rPr sz="1200">
                <a:latin typeface="Consolas"/>
              </a:rPr>
              <a:t>|  TRANSPORT LAYER                                                  |</a:t>
            </a:r>
          </a:p>
          <a:p>
            <a:r>
              <a:rPr sz="1200">
                <a:latin typeface="Consolas"/>
              </a:rPr>
              <a:t>|  +-------------------------------------------------------------+  |</a:t>
            </a:r>
          </a:p>
          <a:p>
            <a:r>
              <a:rPr sz="1200">
                <a:latin typeface="Consolas"/>
              </a:rPr>
              <a:t>|  | SES (Semantic Sublayer)                                     |  |</a:t>
            </a:r>
          </a:p>
          <a:p>
            <a:r>
              <a:rPr sz="1200">
                <a:latin typeface="Consolas"/>
              </a:rPr>
              <a:t>|  | - Request/Response operations                               |  |</a:t>
            </a:r>
          </a:p>
          <a:p>
            <a:r>
              <a:rPr sz="1200">
                <a:latin typeface="Consolas"/>
              </a:rPr>
              <a:t>|  | - RDMA Read/Write, Atomics, Tagged Send                     |  |</a:t>
            </a:r>
          </a:p>
          <a:p>
            <a:r>
              <a:rPr sz="1200">
                <a:latin typeface="Consolas"/>
              </a:rPr>
              <a:t>|  +-------------------------------------------------------------+  |</a:t>
            </a:r>
          </a:p>
          <a:p>
            <a:r>
              <a:rPr sz="1200">
                <a:latin typeface="Consolas"/>
              </a:rPr>
              <a:t>|  | PDS (Packet Delivery Sublayer)                              |  |</a:t>
            </a:r>
          </a:p>
          <a:p>
            <a:r>
              <a:rPr sz="1200">
                <a:latin typeface="Consolas"/>
              </a:rPr>
              <a:t>|  | - Reliable/Unreliable delivery                              |  |</a:t>
            </a:r>
          </a:p>
          <a:p>
            <a:r>
              <a:rPr sz="1200">
                <a:latin typeface="Consolas"/>
              </a:rPr>
              <a:t>|  | - Sequence numbers, ACK/NACK                                |  |</a:t>
            </a:r>
          </a:p>
          <a:p>
            <a:r>
              <a:rPr sz="1200">
                <a:latin typeface="Consolas"/>
              </a:rPr>
              <a:t>|  +-------------------------------------------------------------+  |</a:t>
            </a:r>
          </a:p>
          <a:p>
            <a:r>
              <a:rPr sz="1200">
                <a:latin typeface="Consolas"/>
              </a:rPr>
              <a:t>|  | CMS (Congestion Management Sublayer)                        |  |</a:t>
            </a:r>
          </a:p>
          <a:p>
            <a:r>
              <a:rPr sz="1200">
                <a:latin typeface="Consolas"/>
              </a:rPr>
              <a:t>|  | - NSCC, RCCC, TFC algorithms                                |  |</a:t>
            </a:r>
          </a:p>
          <a:p>
            <a:r>
              <a:rPr sz="1200">
                <a:latin typeface="Consolas"/>
              </a:rPr>
              <a:t>|  +-------------------------------------------------------------+  |</a:t>
            </a:r>
          </a:p>
          <a:p>
            <a:r>
              <a:rPr sz="1200">
                <a:latin typeface="Consolas"/>
              </a:rPr>
              <a:t>|  | TSS (Transport Security Sublayer)                           |  |</a:t>
            </a:r>
          </a:p>
          <a:p>
            <a:r>
              <a:rPr sz="1200">
                <a:latin typeface="Consolas"/>
              </a:rPr>
              <a:t>|  | - AES-GCM encryption                                        |  |</a:t>
            </a:r>
          </a:p>
          <a:p>
            <a:r>
              <a:rPr sz="1200">
                <a:latin typeface="Consolas"/>
              </a:rPr>
              <a:t>|  +-------------------------------------------------------------+  |</a:t>
            </a:r>
          </a:p>
          <a:p>
            <a:r>
              <a:rPr sz="1200">
                <a:latin typeface="Consolas"/>
              </a:rPr>
              <a:t>|                                                                   |</a:t>
            </a:r>
          </a:p>
          <a:p>
            <a:r>
              <a:rPr sz="1200">
                <a:latin typeface="Consolas"/>
              </a:rPr>
              <a:t>+------------------------------------------------------------------+</a:t>
            </a:r>
          </a:p>
          <a:p>
            <a:r>
              <a:rPr sz="1200">
                <a:latin typeface="Consolas"/>
              </a:rPr>
              <a:t>|  NETWORK LAYER                                                    |</a:t>
            </a:r>
          </a:p>
          <a:p>
            <a:r>
              <a:rPr sz="1200">
                <a:latin typeface="Consolas"/>
              </a:rPr>
              <a:t>|  - IPv4/IPv6 encapsulation                                        |</a:t>
            </a:r>
          </a:p>
          <a:p>
            <a:r>
              <a:rPr sz="1200">
                <a:latin typeface="Consolas"/>
              </a:rPr>
              <a:t>|  - DSCP categories, packet trimming                               |</a:t>
            </a:r>
          </a:p>
          <a:p>
            <a:r>
              <a:rPr sz="1200">
                <a:latin typeface="Consolas"/>
              </a:rPr>
              <a:t>+------------------------------------------------------------------+</a:t>
            </a:r>
          </a:p>
          <a:p>
            <a:r>
              <a:rPr sz="1200">
                <a:latin typeface="Consolas"/>
              </a:rPr>
              <a:t>|  LINK LAYER                                                       |</a:t>
            </a:r>
          </a:p>
          <a:p>
            <a:r>
              <a:rPr sz="1200">
                <a:latin typeface="Consolas"/>
              </a:rPr>
              <a:t>|  +-------------------------------------------------------------+  |</a:t>
            </a:r>
          </a:p>
          <a:p>
            <a:r>
              <a:rPr sz="1200">
                <a:latin typeface="Consolas"/>
              </a:rPr>
              <a:t>|  | LLR (Link Layer Reliable)                                   |  |</a:t>
            </a:r>
          </a:p>
          <a:p>
            <a:r>
              <a:rPr sz="1200">
                <a:latin typeface="Consolas"/>
              </a:rPr>
              <a:t>|  | - Hop-by-hop reliability                                    |  |</a:t>
            </a:r>
          </a:p>
          <a:p>
            <a:r>
              <a:rPr sz="1200">
                <a:latin typeface="Consolas"/>
              </a:rPr>
              <a:t>|  +-------------------------------------------------------------+  |</a:t>
            </a:r>
          </a:p>
          <a:p>
            <a:r>
              <a:rPr sz="1200">
                <a:latin typeface="Consolas"/>
              </a:rPr>
              <a:t>|  | CBFC (Credit-Based Flow Control)                            |  |</a:t>
            </a:r>
          </a:p>
          <a:p>
            <a:r>
              <a:rPr sz="1200">
                <a:latin typeface="Consolas"/>
              </a:rPr>
              <a:t>|  | - Per-VC flow control                                       |  |</a:t>
            </a:r>
          </a:p>
          <a:p>
            <a:r>
              <a:rPr sz="1200">
                <a:latin typeface="Consolas"/>
              </a:rPr>
              <a:t>|  +-------------------------------------------------------------+  |</a:t>
            </a:r>
          </a:p>
          <a:p>
            <a:r>
              <a:rPr sz="1200">
                <a:latin typeface="Consolas"/>
              </a:rPr>
              <a:t>+------------------------------------------------------------------+</a:t>
            </a:r>
          </a:p>
          <a:p>
            <a:r>
              <a:rPr sz="1200">
                <a:latin typeface="Consolas"/>
              </a:rPr>
              <a:t>|  PHYSICAL LAYER                                                   |</a:t>
            </a:r>
          </a:p>
          <a:p>
            <a:r>
              <a:rPr sz="1200">
                <a:latin typeface="Consolas"/>
              </a:rPr>
              <a:t>|  - 64B/66B encoding, Control Ordered Sets                         |</a:t>
            </a:r>
          </a:p>
          <a:p>
            <a:r>
              <a:rPr sz="1200">
                <a:latin typeface="Consolas"/>
              </a:rPr>
              <a:t>+------------------------------------------------------------------+</a:t>
            </a:r>
          </a:p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UE Protocol Stack (text)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PDS Header Building Blocks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Packet Delivery Sublayer Format Definitions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PDS Wire Formats (14 files)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7" cy="4608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3804"/>
                <a:gridCol w="2021663"/>
                <a:gridCol w="3610114"/>
                <a:gridCol w="713804"/>
                <a:gridCol w="4187732"/>
              </a:tblGrid>
              <a:tr h="256032">
                <a:tc>
                  <a:txBody>
                    <a:bodyPr/>
                    <a:lstStyle/>
                    <a:p>
                      <a:r>
                        <a:rPr sz="1400" b="1"/>
                        <a:t>Type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 b="1"/>
                        <a:t>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 b="1"/>
                        <a:t>KSY File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 b="1"/>
                        <a:t>Size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0x01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RUD Request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rud_rod_request.ksy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12B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Reliable Unordered Delivery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0x02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ROD Request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rud_rod_request.ksy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12B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Reliable Ordered Delivery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0x04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RUDI Request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rudi_request_response.ksy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6B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Reliable Unordered Immediate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0x05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RUDI Response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rudi_request_response.ksy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6B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RUDI response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0x06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UUD Request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uud_request.ksy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6B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Unreliable Unordered Delivery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0x07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ACK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rud_rod_ack.ksy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12B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Acknowledgment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0x08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ACK_CC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ack_cc.ksy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28B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ACK with CC state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0x09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ACK_CCX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ack_ccx.ksy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44B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ACK with extended CC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0x0A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NACK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nack.ksy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12B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Negative acknowledgment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0x0B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CP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rud_rod_cp.ksy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12B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Control packet (10 subtypes)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0x0C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NACK_CCX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nack_ccx.ksy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28B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NACK with extended CC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0x0D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RUD_CC_REQ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rud_rod_request_cc.ksy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28B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RUD with CC state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0x0E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ROD_CC_REQ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rud_rod_request_cc.ksy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28B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ROD with CC state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-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Prologue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prologue.ksy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2B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PDS header prologue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-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Entropy Header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entropy_header.ksy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4B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ECMP entropy (non-UDP)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-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Default SES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rud_rod_default_ses.ksy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8B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Default SES response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-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NACK Codes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nack_codes.ksy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-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NACK reason codes enum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PDS Protocol State Machines </a:t>
            </a:r>
            <a:r>
              <a:rPr sz="2000"/>
              <a:t>(16 files)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8" cy="43525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66273"/>
                <a:gridCol w="3460652"/>
                <a:gridCol w="1853920"/>
                <a:gridCol w="2966273"/>
              </a:tblGrid>
              <a:tr h="256032">
                <a:tc>
                  <a:txBody>
                    <a:bodyPr/>
                    <a:lstStyle/>
                    <a:p>
                      <a:r>
                        <a:rPr sz="1400" b="1"/>
                        <a:t>Protocol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 b="1"/>
                        <a:t>KSY File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 b="1"/>
                        <a:t>UE Spec Section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PDC Establishment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pdc_establishment.ksy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3.5.7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PDC setup handshake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PDC Close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pdc_close.ksy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3.5.7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PDC teardown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PDC Initiator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pdc_initiator.ksy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3.5.7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Initiator state machine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PDC Target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pdc_target.ksy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3.5.7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Target state machine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PDS Manager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pds_manager.ksy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3.5.7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PDS management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RUD Delivery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rud_delivery.ksy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3.5.10.3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RUD delivery protocol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ROD Delivery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rod_delivery.ksy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3.5.10.3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ROD delivery protocol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RUDI Delivery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rudi_delivery.ksy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3.5.10.9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RUDI delivery protocol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Loss Detection CACK/SACK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loss_detection_cack_sack.ksy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3.5.11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Cumulative/Selective ACK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Loss Detection EV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loss_detection_ev.ksy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3.5.11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Early validation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Loss Detection NACK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loss_detection_nack.ksy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3.5.11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NACK-based detection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Loss Detection OOO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loss_detection_ooo.ksy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3.5.11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Out-of-order detection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Loss Detection Receiver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loss_detection_receiver.ksy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3.5.11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Receiver-side detection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Loss Detection RTO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loss_detection_rto.ksy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3.5.11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Retransmit timeout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Loss Detection Tail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loss_detection_tail.ksy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3.5.11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Tail loss detection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Loss Detection Trimming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loss_detection_trimming.ksy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3.5.11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Trimmed packet detection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 Header Building Blocks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Semantic Sublayer Format Definitions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SES Wire Formats (15 files)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7" cy="4681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1059"/>
                <a:gridCol w="2725414"/>
                <a:gridCol w="3964239"/>
                <a:gridCol w="717108"/>
                <a:gridCol w="2849297"/>
              </a:tblGrid>
              <a:tr h="292608">
                <a:tc>
                  <a:txBody>
                    <a:bodyPr/>
                    <a:lstStyle/>
                    <a:p>
                      <a:r>
                        <a:rPr sz="1600" b="1"/>
                        <a:t>next_hdr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 b="1"/>
                        <a:t>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 b="1"/>
                        <a:t>KSY File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 b="1"/>
                        <a:t>Size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0x0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Standard Request SOM=1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standard_request_som1.ksy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44B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Start of message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0x1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Standard Request SOM=0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standard_request_som0.ksy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16B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Continuation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0x2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Optimized Non-Matching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optimized_non_matching.ksy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32B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Optimized RMA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0x3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Small Message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small_message.ksy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32B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Single-packet optimized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0x3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Small RMA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small_rma.ksy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32B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Small RMA operations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0x4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Response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response.ksy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16B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Standard response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0x5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Response with Data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response_with_data.ksy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24B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Data-carrying response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0x6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Optimized Response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optimized_response_with_data.ksy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16B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Optimized format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-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Rendezvous Extension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rendezvous_extension.ksy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32B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Large message protocol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-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Atomic Extension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atomic_extension.ksy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8B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Atomic operations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-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CAS Extension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cas_extension.ksy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40B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Compare-and-swap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-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Deferrable Send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deferrable_send_request.ksy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44B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Deferrable send request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-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Ready to Restart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ready_to_restart.ksy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44B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RTR response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-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Opcodes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opcodes.ksy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-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SES opcode definitions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-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Next Header Types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next_header_types.ksy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-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Header type enum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SES Message Sequences </a:t>
            </a:r>
            <a:r>
              <a:rPr sz="2000"/>
              <a:t>(12 files)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9" cy="3803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89740"/>
                <a:gridCol w="3559215"/>
                <a:gridCol w="4698164"/>
              </a:tblGrid>
              <a:tr h="292608">
                <a:tc>
                  <a:txBody>
                    <a:bodyPr/>
                    <a:lstStyle/>
                    <a:p>
                      <a:r>
                        <a:rPr sz="1600" b="1"/>
                        <a:t>Sequence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 b="1"/>
                        <a:t>KSY File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Single Packet Request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single_packet_request.ksy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Single-packet message flow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Multi Packet Request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multi_packet_request.ksy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Multi-packet message flow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Read Standard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read_standard.ksy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Standard RDMA read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Read Large ACK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read_large_ack.ksy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Large read with ACK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Rendezvous Expected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rendezvous_expected.ksy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Rendezvous with posted receive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Rendezvous Unexpected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rendezvous_unexpected.ksy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Rendezvous without posted receive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Deferrable Expected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deferrable_expected.ksy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Deferrable with buffer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Deferrable Unexpected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deferrable_unexpected.ksy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Deferrable without buffer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Deferrable No Buffer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deferrable_no_buffer.ksy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Deferrable RTR flow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Buffered Messages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buffered_messages.ksy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Message buffering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Buffered Headers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buffered_headers.ksy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Header buffering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Backoff Retry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backoff_retry.ksy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Retry with backoff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CMS Header Building Blocks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Congestion Management Sublayer Format Definitions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CMS Wire Formats (7 files)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8" cy="2340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1933"/>
                <a:gridCol w="4181186"/>
                <a:gridCol w="722066"/>
                <a:gridCol w="3171933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KSY File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Size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ACK CC State NSCC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ack_cc_state_nscc.ksy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NSCC congestion state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ACK CC State RCCC/TFC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ack_cc_state_rccc_tfc.ksy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Credit-based CC state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Request CC State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req_cc_state.ksy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Source CC state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Credit CP Payload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credit_cp_payload.ksy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Var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Credit control packet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Credit Request Payload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credit_request_cp_payload.ksy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Var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Credit request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CC Type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cc_type.ksy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-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CC algorithm type enum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CCX Type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ccx_type.ksy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-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Extended CC type enum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CMS Protocol State Machines </a:t>
            </a:r>
            <a:r>
              <a:rPr sz="2000"/>
              <a:t>(8 files)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8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4641"/>
                <a:gridCol w="3116671"/>
                <a:gridCol w="2032612"/>
                <a:gridCol w="3523194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Protocol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KSY File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UE Spec Section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CCC State Machine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ccc_state_machine.ksy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3.6.6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Congestion Control Context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NSCC Source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nscc_source.ksy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3.6.13.3-6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NSCC source algorithm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NSCC Destination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nscc_destination.ksy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3.6.13.9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NSCC destination algorithm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RCCC Source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rccc_source.ksy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3.6.14.2-4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RCCC source algorithm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RCCC Destination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rccc_destination.ksy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3.6.14.6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RCCC destination algorithm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TFC Source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tfc_source.ksy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3.6.15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TFC source algorithm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TFC Destination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tfc_destination.ksy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3.6.15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TFC destination algorithm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Multipath Selection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multipath_selection.ksy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3.6.16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ECMP path selection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TSS Header Building Blocks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Transport Security Sublayer Format Definitions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TSS Wire Formats (2 files)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8" cy="877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5489"/>
                <a:gridCol w="3287619"/>
                <a:gridCol w="1038195"/>
                <a:gridCol w="4325815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KSY File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Size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Security Header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security_header.ksy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12-16B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AES-GCM encryption header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IV Construction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iv_construction.ksy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12B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Initialization vector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TSS Protocol State Machines </a:t>
            </a:r>
            <a:r>
              <a:rPr sz="2000"/>
              <a:t>(7 files)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8" cy="2340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3791"/>
                <a:gridCol w="3255745"/>
                <a:gridCol w="2219826"/>
                <a:gridCol w="3107756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Protocol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KSY File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UE Spec Section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TSS TX Processing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tss_tx_processing.ksy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3.7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Transmit encryption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TSS RX Processing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tss_rx_processing.ksy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3.7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Receive decryption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Key Rotation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key_rotation.ksy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3.7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Key rotation protocol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Join Secure Domain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join_secure_domain.ksy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3.7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Domain join protocol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KDF Direct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kdf_direct.ksy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3.7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Direct key derivation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KDF Client Server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kdf_client_server.ksy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3.7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Client-server KDF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KDF Cluster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kdf_cluster.ksy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3.7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Cluster KDF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Link Layer Building Blocks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LLR, CBFC, and LLDP Format Definitions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LLR Wire Formats (6 files)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8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7901"/>
                <a:gridCol w="2452829"/>
                <a:gridCol w="3525942"/>
                <a:gridCol w="717901"/>
                <a:gridCol w="3832545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Type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KSY File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Size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0x01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LLR_ACK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llr_ack_ctlos.ksy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Frame acknowledgment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0x02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LLR_NACK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llr_nack_ctlos.ksy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Negative acknowledgment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0x03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LLR_INIT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llr_init_ctlos.ksy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Initialize sequence state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0x04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LLR_INIT_ECHO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llr_init_echo_ctlos.ksy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Confirm initialization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-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Preamble MII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llr_preamble_mii.ksy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MII preamble format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-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Preamble 64B/66B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llr_preamble_64b66b.ksy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64B/66B preamble format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LLR Protocol State Machines </a:t>
            </a:r>
            <a:r>
              <a:rPr sz="2000"/>
              <a:t>(3 files)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8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1295"/>
                <a:gridCol w="3460652"/>
                <a:gridCol w="2162907"/>
                <a:gridCol w="3172264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Protocol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KSY File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UE Spec Section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LLR Transmit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llr_transmit_sm.ksy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5.1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Transmit state machine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LLR Receive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llr_receive.ksy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5.1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Receive state machine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ACK/NACK Transmit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ack_nack_transmit_sm.ksy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5.1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ACK/NACK generation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CBFC Wire Formats (2 files)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9" cy="877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6616"/>
                <a:gridCol w="2811780"/>
                <a:gridCol w="865163"/>
                <a:gridCol w="5623560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KSY File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Size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CF_Update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cf_update.ksy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Credit freed (CtlOS)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CC_Update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cc_update.ksy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Credit consumed (Ethernet)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CBFC Protocol State Machines </a:t>
            </a:r>
            <a:r>
              <a:rPr sz="2000"/>
              <a:t>(3 files)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8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4641"/>
                <a:gridCol w="3116671"/>
                <a:gridCol w="2032612"/>
                <a:gridCol w="3523194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Protocol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KSY File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UE Spec Section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VC State Machine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vc_state_machine.ksy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5.2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Virtual channel state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Lossless VC Init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lossless_vc_init.ksy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5.2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Lossless VC initialization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Lossless VC Removal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lossless_vc_removal.ksy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5.2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Lossless VC removal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LLDP TLV Formats (3 files)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9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4200"/>
                <a:gridCol w="4217670"/>
                <a:gridCol w="3905249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KSY File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Link Negotiation TLV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ue_link_negotiation_tlv.ksy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LLR/CBFC enable flags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CBFC TLV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ue_cbfc_tlv.ksy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VC configuration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Link Negotiation SM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link_negotiation_sm.ksy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Negotiation state machine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Network and Physical Layer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Network Formats and Physical Layer Definitions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Network Layer Formats </a:t>
            </a:r>
            <a:r>
              <a:rPr sz="2000"/>
              <a:t>(4 files)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8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9768"/>
                <a:gridCol w="3749039"/>
                <a:gridCol w="4538311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KSY File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DSCP Categories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dscp_categories.ksy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DSCP category mappings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Packet Trimming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packet_trimming.ksy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Trimming mechanism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UFH 16-bit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ufh_16.ksy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16-bit UE Fabric Header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UFH 32-bit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ufh_32.ksy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32-bit UE Fabric Header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Physical Layer Formats </a:t>
            </a:r>
            <a:r>
              <a:rPr sz="2000"/>
              <a:t>(1 file)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8" cy="585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08218"/>
                <a:gridCol w="4089861"/>
                <a:gridCol w="3749039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KSY File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Control Ordered Sets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control_ordered_sets.ksy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64B/66B CtlOS encoding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PDS Packet Variant Matrix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Delivery Modes and Response Types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PDS Delivery Modes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6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3365"/>
                <a:gridCol w="1807572"/>
                <a:gridCol w="2209255"/>
                <a:gridCol w="1807572"/>
                <a:gridCol w="4619352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Mode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Type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Reliability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Ordering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Use Case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RUD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0x01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Reliable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Unordered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General RDMA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ROD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0x02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Reliable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Ordered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Streaming, multi-packet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RUDI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0x04/0x05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Reliable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Unordered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Idempotent operations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UUD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0x06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Unreliable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Unordered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Best-effort traffic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PDS Request/Response Mapping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8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3306"/>
                <a:gridCol w="2851382"/>
                <a:gridCol w="6732430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Request Type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Possible Responses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KSY Files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RUD Request (0x01)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ACK, ACK_CC, ACK_CCX, NACK, NACK_CCX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rud_rod_request.ksy, rud_rod_ack.ksy, ack_cc.ksy, ack_ccx.ksy, nack.ksy, nack_ccx.ksy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ROD Request (0x02)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ACK, ACK_CC, ACK_CCX, NACK, NACK_CCX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rud_rod_request.ksy, rud_rod_ack.ksy, ack_cc.ksy, ack_ccx.ksy, nack.ksy, nack_ccx.ksy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RUDI Request (0x04)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RUDI Response, NACK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rudi_request_response.ksy, nack.ksy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UUD Request (0x06)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(no response)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uud_request.ksy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Control Packet (0x0B)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(varies by subtype)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rud_rod_cp.ksy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Control Packet Subtypes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9" cy="3218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1241"/>
                <a:gridCol w="2539672"/>
                <a:gridCol w="1632646"/>
                <a:gridCol w="5623560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ctl_type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Name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Direction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NOOP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Either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No operation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ACK_REQUEST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Src-&gt;Dst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Request ACK for specific PSN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CLEAR_COMMAND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Init-&gt;Tgt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Clear guaranteed delivery state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3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CLEAR_REQUEST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Tgt-&gt;Init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Request initiator to send clear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CLOSE_COMMAND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Init-&gt;Tgt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PDC is being closed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5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CLOSE_REQUEST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Tgt-&gt;Init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Request initiator to close PDC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PROBE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Src-&gt;Dst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Request PDS ACK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7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CREDIT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Dst-&gt;Src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Carry CC credit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CREDIT_REQUEST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Src-&gt;Dst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Request credit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9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NEGOTIATION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Either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PDC negotiation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 Packet Variant Matrix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Operation Types and Header Formats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SES Request Opcodes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8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3791"/>
                <a:gridCol w="739942"/>
                <a:gridCol w="3995687"/>
                <a:gridCol w="3847698"/>
              </a:tblGrid>
              <a:tr h="292608">
                <a:tc>
                  <a:txBody>
                    <a:bodyPr/>
                    <a:lstStyle/>
                    <a:p>
                      <a:r>
                        <a:rPr sz="1600" b="1"/>
                        <a:t>Opcode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 b="1"/>
                        <a:t>Value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 b="1"/>
                        <a:t>KSY File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Tagged Send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0x00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standard_request_som1.ksy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Send with tag matching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RMA Write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0x01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standard_request_som1.ksy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Remote memory write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RMA Read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0x02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standard_request_som1.ksy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Remote memory read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Atomic Write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0x03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atomic_extension.ksy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Atomic memory write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Atomic Read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0x04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atomic_extension.ksy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Atomic memory read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Atomic CAS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0x05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cas_extension.ksy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Compare-and-swap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Deferrable Send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0x06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deferrable_send_request.ksy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Deferrable send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Ready to Restart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0x07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ready_to_restart.ksy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Restart notification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Small Message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0x08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small_message.ksy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Small message (32B header)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Small RMA Write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0x09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small_rma.ksy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Small RMA write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Small RMA Read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0x0A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small_rma.ksy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Small RMA read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Small Atomic Write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0x0B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atomic_extension.ksy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Small atomic write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Small Atomic Read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0x0C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atomic_extension.ksy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Small atomic read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Small Atomic CAS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0x0D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cas_extension.ksy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Small atomic CAS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SES Response Opcodes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8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3056"/>
                <a:gridCol w="730834"/>
                <a:gridCol w="4609878"/>
                <a:gridCol w="3313350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Opcode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Value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KSY File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Response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0x00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response.ksy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Standard response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Response with Data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0x01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response_with_data.ksy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Response carrying data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Optimized Response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0x02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optimized_response_with_data.ksy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Optimized format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NACK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0x03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response.ksy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Negative acknowledgment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Detailed Packet Structures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Wire Format Diagrams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200">
                <a:latin typeface="Consolas"/>
              </a:rPr>
              <a:t>+-------+-------+-------+-------+-------+-------+-------+-------+</a:t>
            </a:r>
          </a:p>
          <a:p>
            <a:r>
              <a:rPr sz="1200">
                <a:latin typeface="Consolas"/>
              </a:rPr>
              <a:t>| Byte 0                        | Byte 1                        |</a:t>
            </a:r>
          </a:p>
          <a:p>
            <a:r>
              <a:rPr sz="1200">
                <a:latin typeface="Consolas"/>
              </a:rPr>
              <a:t>+-------+-------+-------+-------+-------+-------+-------+-------+</a:t>
            </a:r>
          </a:p>
          <a:p>
            <a:r>
              <a:rPr sz="1200">
                <a:latin typeface="Consolas"/>
              </a:rPr>
              <a:t>| type[4:0] | next_hdr/ctl[3:0] | flags[6:0]                    |</a:t>
            </a:r>
          </a:p>
          <a:p>
            <a:r>
              <a:rPr sz="1200">
                <a:latin typeface="Consolas"/>
              </a:rPr>
              <a:t>+-------+-------+-------+-------+-------+-------+-------+-------+</a:t>
            </a:r>
          </a:p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PDS Prologue (2 bytes) - prologue.ksy (text)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200">
                <a:latin typeface="Consolas"/>
              </a:rPr>
              <a:t>Byte:    0       1       2       3       4       5       6       7</a:t>
            </a:r>
          </a:p>
          <a:p>
            <a:r>
              <a:rPr sz="1200">
                <a:latin typeface="Consolas"/>
              </a:rPr>
              <a:t>     +-------+-------+-------+-------+-------+-------+-------+-------+</a:t>
            </a:r>
          </a:p>
          <a:p>
            <a:r>
              <a:rPr sz="1200">
                <a:latin typeface="Consolas"/>
              </a:rPr>
              <a:t>     |type |nxt|flg|       clear_psn_offset |         PSN [31:0]    -&gt;</a:t>
            </a:r>
          </a:p>
          <a:p>
            <a:r>
              <a:rPr sz="1200">
                <a:latin typeface="Consolas"/>
              </a:rPr>
              <a:t>     +-------+-------+-------+-------+-------+-------+-------+-------+</a:t>
            </a:r>
          </a:p>
          <a:p>
            <a:r>
              <a:rPr sz="1200">
                <a:latin typeface="Consolas"/>
              </a:rPr>
              <a:t>         8       9      10      11</a:t>
            </a:r>
          </a:p>
          <a:p>
            <a:r>
              <a:rPr sz="1200">
                <a:latin typeface="Consolas"/>
              </a:rPr>
              <a:t>     +-------+-------+-------+-------+</a:t>
            </a:r>
          </a:p>
          <a:p>
            <a:r>
              <a:rPr sz="1200">
                <a:latin typeface="Consolas"/>
              </a:rPr>
              <a:t>   -&gt; |    spdcid     |    dpdcid     |</a:t>
            </a:r>
          </a:p>
          <a:p>
            <a:r>
              <a:rPr sz="1200">
                <a:latin typeface="Consolas"/>
              </a:rPr>
              <a:t>     +-------+-------+-------+-------+</a:t>
            </a:r>
          </a:p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RUD/ROD Request (12 bytes) - rud_rod_request.ksy (text)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200">
                <a:latin typeface="Consolas"/>
              </a:rPr>
              <a:t>Byte:    0       1       2       3       4       5       6       7</a:t>
            </a:r>
          </a:p>
          <a:p>
            <a:r>
              <a:rPr sz="1200">
                <a:latin typeface="Consolas"/>
              </a:rPr>
              <a:t>     +-------+-------+-------+-------+-------+-------+-------+-------+</a:t>
            </a:r>
          </a:p>
          <a:p>
            <a:r>
              <a:rPr sz="1200">
                <a:latin typeface="Consolas"/>
              </a:rPr>
              <a:t>     |                    ACK Header (12 bytes)                      |</a:t>
            </a:r>
          </a:p>
          <a:p>
            <a:r>
              <a:rPr sz="1200">
                <a:latin typeface="Consolas"/>
              </a:rPr>
              <a:t>     +-------+-------+-------+-------+-------+-------+-------+-------+</a:t>
            </a:r>
          </a:p>
          <a:p>
            <a:r>
              <a:rPr sz="1200">
                <a:latin typeface="Consolas"/>
              </a:rPr>
              <a:t>         8       9      10      11      12      13      14      15</a:t>
            </a:r>
          </a:p>
          <a:p>
            <a:r>
              <a:rPr sz="1200">
                <a:latin typeface="Consolas"/>
              </a:rPr>
              <a:t>     +-------+-------+-------+-------+-------+-------+-------+-------+</a:t>
            </a:r>
          </a:p>
          <a:p>
            <a:r>
              <a:rPr sz="1200">
                <a:latin typeface="Consolas"/>
              </a:rPr>
              <a:t>     |  (ACK cont'd) |cc_typ|cc_flg|  mpr  | sack_psn_offset       -&gt;</a:t>
            </a:r>
          </a:p>
          <a:p>
            <a:r>
              <a:rPr sz="1200">
                <a:latin typeface="Consolas"/>
              </a:rPr>
              <a:t>     +-------+-------+-------+-------+-------+-------+-------+-------+</a:t>
            </a:r>
          </a:p>
          <a:p>
            <a:r>
              <a:rPr sz="1200">
                <a:latin typeface="Consolas"/>
              </a:rPr>
              <a:t>        16      17      18      19      20      21      22      23</a:t>
            </a:r>
          </a:p>
          <a:p>
            <a:r>
              <a:rPr sz="1200">
                <a:latin typeface="Consolas"/>
              </a:rPr>
              <a:t>     +-------+-------+-------+-------+-------+-------+-------+-------+</a:t>
            </a:r>
          </a:p>
          <a:p>
            <a:r>
              <a:rPr sz="1200">
                <a:latin typeface="Consolas"/>
              </a:rPr>
              <a:t>   -&gt; |              sack_bitmap [63:0]                               |</a:t>
            </a:r>
          </a:p>
          <a:p>
            <a:r>
              <a:rPr sz="1200">
                <a:latin typeface="Consolas"/>
              </a:rPr>
              <a:t>     +-------+-------+-------+-------+-------+-------+-------+-------+</a:t>
            </a:r>
          </a:p>
          <a:p>
            <a:r>
              <a:rPr sz="1200">
                <a:latin typeface="Consolas"/>
              </a:rPr>
              <a:t>        24      25      26      27</a:t>
            </a:r>
          </a:p>
          <a:p>
            <a:r>
              <a:rPr sz="1200">
                <a:latin typeface="Consolas"/>
              </a:rPr>
              <a:t>     +-------+-------+-------+-------+</a:t>
            </a:r>
          </a:p>
          <a:p>
            <a:r>
              <a:rPr sz="1200">
                <a:latin typeface="Consolas"/>
              </a:rPr>
              <a:t>     |       ack_cc_state [63:0]     |</a:t>
            </a:r>
          </a:p>
          <a:p>
            <a:r>
              <a:rPr sz="1200">
                <a:latin typeface="Consolas"/>
              </a:rPr>
              <a:t>     +-------+-------+-------+-------+</a:t>
            </a:r>
          </a:p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ACK_CC (28 bytes) - ack_cc.ksy (text)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200">
                <a:latin typeface="Consolas"/>
              </a:rPr>
              <a:t>Byte:    0       1       2       3       4       5       6       7</a:t>
            </a:r>
          </a:p>
          <a:p>
            <a:r>
              <a:rPr sz="1200">
                <a:latin typeface="Consolas"/>
              </a:rPr>
              <a:t>     +-------+-------+-------+-------+-------+-------+-------+-------+</a:t>
            </a:r>
          </a:p>
          <a:p>
            <a:r>
              <a:rPr sz="1200">
                <a:latin typeface="Consolas"/>
              </a:rPr>
              <a:t>     |rs|opcode |v|dc|ie|rl|hd|eo|so|    message_id     | ri_gen  -&gt;</a:t>
            </a:r>
          </a:p>
          <a:p>
            <a:r>
              <a:rPr sz="1200">
                <a:latin typeface="Consolas"/>
              </a:rPr>
              <a:t>     +-------+-------+-------+-------+-------+-------+-------+-------+</a:t>
            </a:r>
          </a:p>
          <a:p>
            <a:r>
              <a:rPr sz="1200">
                <a:latin typeface="Consolas"/>
              </a:rPr>
              <a:t>         8       9      10      11      12      13      14      15</a:t>
            </a:r>
          </a:p>
          <a:p>
            <a:r>
              <a:rPr sz="1200">
                <a:latin typeface="Consolas"/>
              </a:rPr>
              <a:t>     +-------+-------+-------+-------+-------+-------+-------+-------+</a:t>
            </a:r>
          </a:p>
          <a:p>
            <a:r>
              <a:rPr sz="1200">
                <a:latin typeface="Consolas"/>
              </a:rPr>
              <a:t>   -&gt; |      job_id [23:0]    |rsvd|pid_on_fep |rsvd| resource_idx  -&gt;</a:t>
            </a:r>
          </a:p>
          <a:p>
            <a:r>
              <a:rPr sz="1200">
                <a:latin typeface="Consolas"/>
              </a:rPr>
              <a:t>     +-------+-------+-------+-------+-------+-------+-------+-------+</a:t>
            </a:r>
          </a:p>
          <a:p>
            <a:r>
              <a:rPr sz="1200">
                <a:latin typeface="Consolas"/>
              </a:rPr>
              <a:t>        16      17      18      19      20      21      22      23</a:t>
            </a:r>
          </a:p>
          <a:p>
            <a:r>
              <a:rPr sz="1200">
                <a:latin typeface="Consolas"/>
              </a:rPr>
              <a:t>     +-------+-------+-------+-------+-------+-------+-------+-------+</a:t>
            </a:r>
          </a:p>
          <a:p>
            <a:r>
              <a:rPr sz="1200">
                <a:latin typeface="Consolas"/>
              </a:rPr>
              <a:t>   -&gt; |                    buffer_offset [63:0]                       |</a:t>
            </a:r>
          </a:p>
          <a:p>
            <a:r>
              <a:rPr sz="1200">
                <a:latin typeface="Consolas"/>
              </a:rPr>
              <a:t>     +-------+-------+-------+-------+-------+-------+-------+-------+</a:t>
            </a:r>
          </a:p>
          <a:p>
            <a:r>
              <a:rPr sz="1200">
                <a:latin typeface="Consolas"/>
              </a:rPr>
              <a:t>        24      25      26      27      28      29      30      31</a:t>
            </a:r>
          </a:p>
          <a:p>
            <a:r>
              <a:rPr sz="1200">
                <a:latin typeface="Consolas"/>
              </a:rPr>
              <a:t>     +-------+-------+-------+-------+-------+-------+-------+-------+</a:t>
            </a:r>
          </a:p>
          <a:p>
            <a:r>
              <a:rPr sz="1200">
                <a:latin typeface="Consolas"/>
              </a:rPr>
              <a:t>     |        initiator [31:0]       |   match_bits / memory_key    -&gt;</a:t>
            </a:r>
          </a:p>
          <a:p>
            <a:r>
              <a:rPr sz="1200">
                <a:latin typeface="Consolas"/>
              </a:rPr>
              <a:t>     +-------+-------+-------+-------+-------+-------+-------+-------+</a:t>
            </a:r>
          </a:p>
          <a:p>
            <a:r>
              <a:rPr sz="1200">
                <a:latin typeface="Consolas"/>
              </a:rPr>
              <a:t>        32      33      34      35      36      37      38      39</a:t>
            </a:r>
          </a:p>
          <a:p>
            <a:r>
              <a:rPr sz="1200">
                <a:latin typeface="Consolas"/>
              </a:rPr>
              <a:t>     +-------+-------+-------+-------+-------+-------+-------+-------+</a:t>
            </a:r>
          </a:p>
          <a:p>
            <a:r>
              <a:rPr sz="1200">
                <a:latin typeface="Consolas"/>
              </a:rPr>
              <a:t>   -&gt; |  (match_bits cont'd) [63:0]   |       header_data [63:0]     -&gt;</a:t>
            </a:r>
          </a:p>
          <a:p>
            <a:r>
              <a:rPr sz="1200">
                <a:latin typeface="Consolas"/>
              </a:rPr>
              <a:t>     +-------+-------+-------+-------+-------+-------+-------+-------+</a:t>
            </a:r>
          </a:p>
          <a:p>
            <a:r>
              <a:rPr sz="1200">
                <a:latin typeface="Consolas"/>
              </a:rPr>
              <a:t>        40      41      42      43</a:t>
            </a:r>
          </a:p>
          <a:p>
            <a:r>
              <a:rPr sz="1200">
                <a:latin typeface="Consolas"/>
              </a:rPr>
              <a:t>     +-------+-------+-------+-------+</a:t>
            </a:r>
          </a:p>
          <a:p>
            <a:r>
              <a:rPr sz="1200">
                <a:latin typeface="Consolas"/>
              </a:rPr>
              <a:t>   -&gt; | (hdr_data)    | request_length|</a:t>
            </a:r>
          </a:p>
          <a:p>
            <a:r>
              <a:rPr sz="1200">
                <a:latin typeface="Consolas"/>
              </a:rPr>
              <a:t>     +-------+-------+-------+-------+</a:t>
            </a:r>
          </a:p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 Standard Request SOM=1 (44 bytes) - standard_request_som1.ksy (text)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200">
                <a:latin typeface="Consolas"/>
              </a:rPr>
              <a:t>Byte:    0       1       2       3       4       5       6       7</a:t>
            </a:r>
          </a:p>
          <a:p>
            <a:r>
              <a:rPr sz="1200">
                <a:latin typeface="Consolas"/>
              </a:rPr>
              <a:t>     +-------+-------+-------+-------+-------+-------+-------+-------+</a:t>
            </a:r>
          </a:p>
          <a:p>
            <a:r>
              <a:rPr sz="1200">
                <a:latin typeface="Consolas"/>
              </a:rPr>
              <a:t>     |type|sp|r|an|         sdi [23:0]        |      ssi [31:0]     |</a:t>
            </a:r>
          </a:p>
          <a:p>
            <a:r>
              <a:rPr sz="1200">
                <a:latin typeface="Consolas"/>
              </a:rPr>
              <a:t>     +-------+-------+-------+-------+-------+-------+-------+-------+</a:t>
            </a:r>
          </a:p>
          <a:p>
            <a:r>
              <a:rPr sz="1200">
                <a:latin typeface="Consolas"/>
              </a:rPr>
              <a:t>         8       9      10      11      12      13      14      15</a:t>
            </a:r>
          </a:p>
          <a:p>
            <a:r>
              <a:rPr sz="1200">
                <a:latin typeface="Consolas"/>
              </a:rPr>
              <a:t>     +-------+-------+-------+-------+-------+-------+-------+-------+</a:t>
            </a:r>
          </a:p>
          <a:p>
            <a:r>
              <a:rPr sz="1200">
                <a:latin typeface="Consolas"/>
              </a:rPr>
              <a:t>     |                        tsc [63:0]                             |</a:t>
            </a:r>
          </a:p>
          <a:p>
            <a:r>
              <a:rPr sz="1200">
                <a:latin typeface="Consolas"/>
              </a:rPr>
              <a:t>     |              epoch [15:0]  |        counter [47:0]            |</a:t>
            </a:r>
          </a:p>
          <a:p>
            <a:r>
              <a:rPr sz="1200">
                <a:latin typeface="Consolas"/>
              </a:rPr>
              <a:t>     +-------+-------+-------+-------+-------+-------+-------+-------+</a:t>
            </a:r>
          </a:p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TSS Security Header (16 bytes, sp=1) - security_header.ksy (text)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200">
                <a:latin typeface="Consolas"/>
              </a:rPr>
              <a:t>64B/66B Block (Sync Header = 2'b10):</a:t>
            </a:r>
          </a:p>
          <a:p>
            <a:r>
              <a:rPr sz="1200">
                <a:latin typeface="Consolas"/>
              </a:rPr>
              <a:t>Byte:    0       1       2       3       4       5       6       7</a:t>
            </a:r>
          </a:p>
          <a:p>
            <a:r>
              <a:rPr sz="1200">
                <a:latin typeface="Consolas"/>
              </a:rPr>
              <a:t>     +-------+-------+-------+-------+-------+-------+-------+-------+</a:t>
            </a:r>
          </a:p>
          <a:p>
            <a:r>
              <a:rPr sz="1200">
                <a:latin typeface="Consolas"/>
              </a:rPr>
              <a:t>     | 0x4B  | 0x01  |ack_nack_seq   |seq_lo |  Rsvd |  Rsvd |  Rsvd |</a:t>
            </a:r>
          </a:p>
          <a:p>
            <a:r>
              <a:rPr sz="1200">
                <a:latin typeface="Consolas"/>
              </a:rPr>
              <a:t>     | (BTF) | (ACK) | [19:12]|[11:4]|+O-code|       |       |       |</a:t>
            </a:r>
          </a:p>
          <a:p>
            <a:r>
              <a:rPr sz="1200">
                <a:latin typeface="Consolas"/>
              </a:rPr>
              <a:t>     +-------+-------+-------+-------+-------+-------+-------+-------+</a:t>
            </a:r>
          </a:p>
          <a:p>
            <a:r>
              <a:rPr sz="1200">
                <a:latin typeface="Consolas"/>
              </a:rPr>
              <a:t>       D0      D1      D2      D3      D4      D5      D6      D7</a:t>
            </a:r>
          </a:p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LLR_ACK CtlOS (8 bytes) - llr_ack_ctlos.ksy (text)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200">
                <a:latin typeface="Consolas"/>
              </a:rPr>
              <a:t>64B/66B Block (Sync Header = 2'b10):</a:t>
            </a:r>
          </a:p>
          <a:p>
            <a:r>
              <a:rPr sz="1200">
                <a:latin typeface="Consolas"/>
              </a:rPr>
              <a:t>Byte:    0       1       2       3       4       5       6       7</a:t>
            </a:r>
          </a:p>
          <a:p>
            <a:r>
              <a:rPr sz="1200">
                <a:latin typeface="Consolas"/>
              </a:rPr>
              <a:t>     +-------+-------+-------+-------+-------+-------+-------+-------+</a:t>
            </a:r>
          </a:p>
          <a:p>
            <a:r>
              <a:rPr sz="1200">
                <a:latin typeface="Consolas"/>
              </a:rPr>
              <a:t>     | 0x5C  | 0x10  |CF1_VC |CF1_cnt|CF1_cnt|CF2_VC |CF2_cnt|CF2_cnt|</a:t>
            </a:r>
          </a:p>
          <a:p>
            <a:r>
              <a:rPr sz="1200">
                <a:latin typeface="Consolas"/>
              </a:rPr>
              <a:t>     | (Ctrl)| (Type)|+cnt_hi| [10:3]|lo+Ocd |+cnt_hi| [10:3]|lo+Rsvd|</a:t>
            </a:r>
          </a:p>
          <a:p>
            <a:r>
              <a:rPr sz="1200">
                <a:latin typeface="Consolas"/>
              </a:rPr>
              <a:t>     +-------+-------+-------+-------+-------+-------+-------+-------+</a:t>
            </a:r>
          </a:p>
          <a:p>
            <a:r>
              <a:rPr sz="1200">
                <a:latin typeface="Consolas"/>
              </a:rPr>
              <a:t>       D0      D1      D2      D3      D4      D5      D6      D7</a:t>
            </a:r>
          </a:p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CF_Update CtlOS (8 bytes) - cf_update.ksy (text)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State Machines Summary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38 Protocol State Machines Across All Sublayers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Transport Layer State Machines </a:t>
            </a:r>
            <a:r>
              <a:rPr sz="2000"/>
              <a:t>(31 files) (1/2)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8" cy="4864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3562"/>
                <a:gridCol w="2620688"/>
                <a:gridCol w="3057469"/>
                <a:gridCol w="4695399"/>
              </a:tblGrid>
              <a:tr h="256032">
                <a:tc>
                  <a:txBody>
                    <a:bodyPr/>
                    <a:lstStyle/>
                    <a:p>
                      <a:r>
                        <a:rPr sz="1400" b="1"/>
                        <a:t>Sublayer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 b="1"/>
                        <a:t>State Machine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 b="1"/>
                        <a:t>KSY File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 b="1"/>
                        <a:t>States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PDS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PDC Establishment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pdc_establishment.ksy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IDLE, SYN_SENT, SYN_RCVD, ESTABLISHED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PDS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PDC Close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pdc_close.ksy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ESTABLISHED, CLOSE_WAIT, LAST_ACK, CLOSED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PDS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PDC Initiator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pdc_initiator.ksy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IDLE, CONNECTING, CONNECTED, CLOSING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PDS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PDC Target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pdc_target.ksy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IDLE, LISTENING, CONNECTED, CLOSING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PDS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PDS Manager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pds_manager.ksy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INIT, ACTIVE, SHUTDOWN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PDS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RUD Delivery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rud_delivery.ksy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IDLE, SENDING, WAITING_ACK, COMPLETE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PDS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ROD Delivery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rod_delivery.ksy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IDLE, SENDING, WAITING_ACK, COMPLETE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PDS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RUDI Delivery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rudi_delivery.ksy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IDLE, SENDING, WAITING_RESPONSE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PDS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Loss Detection CACK/SACK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loss_detection_cack_sack.ksy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MONITOR, DETECT, RETRANSMIT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PDS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Loss Detection EV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loss_detection_ev.ksy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MONITOR, VALIDATE, SIGNAL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PDS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Loss Detection NACK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loss_detection_nack.ksy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MONITOR, NACK_RCVD, RETRANSMIT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PDS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Loss Detection OOO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loss_detection_ooo.ksy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MONITOR, OOO_DETECT, SIGNAL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PDS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Loss Detection Receiver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loss_detection_receiver.ksy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MONITOR, GAP_DETECT, NACK_SEND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PDS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Loss Detection RTO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loss_detection_rto.ksy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IDLE, TIMER_RUNNING, TIMEOUT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PDS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Loss Detection Tail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loss_detection_tail.ksy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MONITOR, TAIL_DETECT, PROBE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PDS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Loss Detection Trimming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loss_detection_trimming.ksy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MONITOR, TRIM_DETECT, RETRANSMIT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CMS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CCC State Machine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ccc_state_machine.ksy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IDLE, ACTIVE, READY, PENDING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CMS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NSCC Source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nscc_source.ksy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IDLE, SLOW_START, CONG_AVOID, FAST_RECOVERY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Transport Layer State Machines </a:t>
            </a:r>
            <a:r>
              <a:rPr sz="2000"/>
              <a:t>(31 files) (2/2)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8" cy="3584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3562"/>
                <a:gridCol w="2620688"/>
                <a:gridCol w="3057469"/>
                <a:gridCol w="4695399"/>
              </a:tblGrid>
              <a:tr h="256032">
                <a:tc>
                  <a:txBody>
                    <a:bodyPr/>
                    <a:lstStyle/>
                    <a:p>
                      <a:r>
                        <a:rPr sz="1400" b="1"/>
                        <a:t>Sublayer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 b="1"/>
                        <a:t>State Machine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 b="1"/>
                        <a:t>KSY File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 b="1"/>
                        <a:t>States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CMS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NSCC Destination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nscc_destination.ksy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IDLE, MONITOR, SIGNAL_CONGESTION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CMS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RCCC Source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rccc_source.ksy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IDLE, RATE_CONTROL, BACKOFF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CMS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RCCC Destination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rccc_destination.ksy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IDLE, MONITOR_BUFFER, REQUEST_REDUCTION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CMS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TFC Source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tfc_source.ksy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IDLE, FLOW_CONTROL, THROTTLE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CMS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TFC Destination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tfc_destination.ksy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IDLE, MONITOR, SIGNAL_THROTTLE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CMS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Multipath Selection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multipath_selection.ksy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IDLE, SELECT_PATH, MONITOR_PATHS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TSS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TSS TX Processing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tss_tx_processing.ksy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IDLE, ENCRYPT, SEND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TSS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TSS RX Processing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tss_rx_processing.ksy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IDLE, DECRYPT, VALIDATE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TSS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Key Rotation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key_rotation.ksy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ACTIVE, ROTATING, COMPLETE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TSS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Join Secure Domain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join_secure_domain.ksy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INIT, JOINING, JOINED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TSS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KDF Direct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kdf_direct.ksy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INIT, DERIVE, COMPLETE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TSS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KDF Client Server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kdf_client_server.ksy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INIT, REQUEST, RECEIVE, COMPLETE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TSS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KDF Cluster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kdf_cluster.ksy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INIT, DISTRIBUTE, COMPLETE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Link Layer State Machines </a:t>
            </a:r>
            <a:r>
              <a:rPr sz="2000"/>
              <a:t>(7 files)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7" cy="2340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4217"/>
                <a:gridCol w="2456267"/>
                <a:gridCol w="3102653"/>
                <a:gridCol w="4653980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Sublayer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State Machine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KSY File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States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LLR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LLR Transmit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llr_transmit_sm.ksy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IDLE, TRANSMIT, WAIT_ACK, RETRANSMIT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LLR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LLR Receive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llr_receive.ksy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IDLE, RECEIVE, VALIDATE, DELIVER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LLR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ACK/NACK Transmit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ack_nack_transmit_sm.ksy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IDLE, GENERATE, SEND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CBFC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VC State Machine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vc_state_machine.ksy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INIT, ACTIVE, PAUSED, SHUTDOWN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CBFC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Lossless VC Init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lossless_vc_init.ksy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INIT, NEGOTIATE, ACTIVE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CBFC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Lossless VC Removal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lossless_vc_removal.ksy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ACTIVE, DRAINING, REMOVED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LLDP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Link Negotiation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link_negotiation_sm.ksy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INIT, NEGOTIATE, COMPLETE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Header Overhead Summary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Packet Size Analysis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Minimum Header Sizes by Delivery Mode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8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8077"/>
                <a:gridCol w="1071154"/>
                <a:gridCol w="1178269"/>
                <a:gridCol w="1499616"/>
                <a:gridCol w="5570002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Delivery Mode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PDS Header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SES Header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Total Overhead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KSY Files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RUD (standard)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12B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44B (SOM=1)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56B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rud_rod_request.ksy, standard_request_som1.ksy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RUD (continuation)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12B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16B (SOM=0)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28B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rud_rod_request.ksy, standard_request_som0.ksy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RUD (small msg)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12B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32B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44B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rud_rod_request.ksy, small_message.ksy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RUD with CC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28B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44B (SOM=1)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72B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rud_rod_request_cc.ksy, standard_request_som1.ksy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RUDI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6B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44B (SOM=1)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50B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rudi_request_response.ksy, standard_request_som1.ksy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UUD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6B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44B (SOM=1)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50B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uud_request.ksy, standard_request_som1.ksy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Response Header Sizes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8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2343"/>
                <a:gridCol w="1348601"/>
                <a:gridCol w="1348601"/>
                <a:gridCol w="728025"/>
                <a:gridCol w="5259548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Response Type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PDS Header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SES Header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Total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KSY Files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ACK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12B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-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12B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rud_rod_ack.ksy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ACK_CC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28B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-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28B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ack_cc.ksy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ACK_CCX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44B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-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44B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ack_ccx.ksy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NACK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12B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-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12B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nack.ksy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NACK_CCX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28B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-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28B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nack_ccx.ksy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SES Response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12B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16B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28B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rud_rod_ack.ksy, response.ksy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SES Response w/Data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12B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24B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36B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rud_rod_ack.ksy, response_with_data.ksy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RUDI Response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6B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16B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22B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rudi_request_response.ksy, response.ksy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Complete Datamodel Coverage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All 103 UE KSY Files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transport/pds/ </a:t>
            </a:r>
            <a:r>
              <a:rPr sz="2000"/>
              <a:t>(30 files) (1/2)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8" cy="4864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2939"/>
                <a:gridCol w="4700288"/>
                <a:gridCol w="5203891"/>
              </a:tblGrid>
              <a:tr h="256032">
                <a:tc>
                  <a:txBody>
                    <a:bodyPr/>
                    <a:lstStyle/>
                    <a:p>
                      <a:r>
                        <a:rPr sz="1400" b="1"/>
                        <a:t>Category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 b="1"/>
                        <a:t>File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prologue.ksy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PDS header prologue (2B)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rud_rod_request.ksy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RUD/ROD request (12B)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rud_rod_request_cc.ksy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RUD/ROD request with CC (28B)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rudi_request_response.ksy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RUDI request/response (6B)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uud_request.ksy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UUD request (6B)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rud_rod_ack.ksy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ACK (12B)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ack_cc.ksy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ACK_CC (28B)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ack_ccx.ksy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ACK_CCX (44B)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nack.ksy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NACK (12B)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nack_ccx.ksy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NACK_CCX (28B)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nack_codes.ksy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NACK reason codes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rud_rod_cp.ksy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Control packet (12B)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entropy_header.ksy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Entropy header (4B)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rud_rod_default_ses.ksy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Default SES response (8B)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Protocol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pdc_establishment.ksy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PDC establishment SM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Protocol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pdc_close.ksy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PDC close SM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Protocol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pdc_initiator.ksy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PDC initiator SM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Protocol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pdc_target.ksy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PDC target SM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transport/pds/ </a:t>
            </a:r>
            <a:r>
              <a:rPr sz="2000"/>
              <a:t>(30 files) (2/2)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8" cy="3328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2939"/>
                <a:gridCol w="4700288"/>
                <a:gridCol w="5203891"/>
              </a:tblGrid>
              <a:tr h="256032">
                <a:tc>
                  <a:txBody>
                    <a:bodyPr/>
                    <a:lstStyle/>
                    <a:p>
                      <a:r>
                        <a:rPr sz="1400" b="1"/>
                        <a:t>Category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 b="1"/>
                        <a:t>File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Protocol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pds_manager.ksy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PDS manager SM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Protocol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rud_delivery.ksy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RUD delivery SM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Protocol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rod_delivery.ksy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ROD delivery SM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Protocol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rudi_delivery.ksy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RUDI delivery SM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Protocol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loss_detection_cack_sack.ksy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CACK/SACK loss detection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Protocol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loss_detection_ev.ksy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Early validation loss detection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Protocol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loss_detection_nack.ksy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NACK loss detection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Protocol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loss_detection_ooo.ksy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OOO loss detection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Protocol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loss_detection_receiver.ksy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Receiver loss detection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Protocol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loss_detection_rto.ksy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RTO loss detection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Protocol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loss_detection_tail.ksy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Tail loss detection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Protocol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loss_detection_trimming.ksy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Trimming loss detection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transport/ses/ </a:t>
            </a:r>
            <a:r>
              <a:rPr sz="2000"/>
              <a:t>(27 files) (1/2)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9" cy="4864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3190"/>
                <a:gridCol w="5292762"/>
                <a:gridCol w="4631167"/>
              </a:tblGrid>
              <a:tr h="256032">
                <a:tc>
                  <a:txBody>
                    <a:bodyPr/>
                    <a:lstStyle/>
                    <a:p>
                      <a:r>
                        <a:rPr sz="1400" b="1"/>
                        <a:t>Category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 b="1"/>
                        <a:t>File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standard_request_som1.ksy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Standard request SOM=1 (44B)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standard_request_som0.ksy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Standard request SOM=0 (16B)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optimized_non_matching.ksy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Optimized non-matching (32B)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small_message.ksy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Small message (32B)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small_rma.ksy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Small RMA (32B)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response.ksy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Response (16B)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response_with_data.ksy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Response with data (24B)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optimized_response_with_data.ksy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Optimized response (16B)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rendezvous_extension.ksy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Rendezvous extension (32B)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atomic_extension.ksy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Atomic extension (8B)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cas_extension.ksy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CAS extension (40B)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deferrable_send_request.ksy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Deferrable send (44B)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ready_to_restart.ksy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Ready to restart (44B)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opcodes.ksy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SES opcodes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next_header_types.ksy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Next header types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Sequence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single_packet_request.ksy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Single packet request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Sequence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multi_packet_request.ksy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Multi packet request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Sequence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read_standard.ksy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Standard read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transport/ses/ </a:t>
            </a:r>
            <a:r>
              <a:rPr sz="2000"/>
              <a:t>(27 files) (2/2)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9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3190"/>
                <a:gridCol w="5292762"/>
                <a:gridCol w="4631167"/>
              </a:tblGrid>
              <a:tr h="256032">
                <a:tc>
                  <a:txBody>
                    <a:bodyPr/>
                    <a:lstStyle/>
                    <a:p>
                      <a:r>
                        <a:rPr sz="1400" b="1"/>
                        <a:t>Category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 b="1"/>
                        <a:t>File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Sequence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read_large_ack.ksy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Large read with ACK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Sequence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rendezvous_expected.ksy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Rendezvous expected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Sequence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rendezvous_unexpected.ksy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Rendezvous unexpected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Sequence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deferrable_expected.ksy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Deferrable expected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Sequence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deferrable_unexpected.ksy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Deferrable unexpected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Sequence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deferrable_no_buffer.ksy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Deferrable no buffer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Sequence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buffered_messages.ksy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Buffered messages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Sequence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buffered_headers.ksy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Buffered headers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Sequence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backoff_retry.ksy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Backoff retry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transport/cms/ (15 files)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9" cy="4681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5033"/>
                <a:gridCol w="5528245"/>
                <a:gridCol w="4193841"/>
              </a:tblGrid>
              <a:tr h="292608">
                <a:tc>
                  <a:txBody>
                    <a:bodyPr/>
                    <a:lstStyle/>
                    <a:p>
                      <a:r>
                        <a:rPr sz="1600" b="1"/>
                        <a:t>Category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 b="1"/>
                        <a:t>File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ack_cc_state_nscc.ksy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NSCC CC state (8B)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ack_cc_state_rccc_tfc.ksy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RCCC/TFC CC state (8B)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req_cc_state.ksy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Request CC state (8B)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credit_cp_payload.ksy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Credit CP payload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credit_request_cp_payload.ksy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Credit request payload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cc_type.ksy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CC type enum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ccx_type.ksy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CCX type enum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Protocol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ccc_state_machine.ksy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CCC state machine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Protocol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nscc_source.ksy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NSCC source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Protocol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nscc_destination.ksy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NSCC destination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Protocol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rccc_source.ksy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RCCC source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Protocol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rccc_destination.ksy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RCCC destination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Protocol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tfc_source.ksy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TFC source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Protocol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tfc_destination.ksy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TFC destination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Protocol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multipath_selection.ksy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Multipath selection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transport/tss/ (9 files)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6240"/>
                <a:gridCol w="4582160"/>
                <a:gridCol w="4998720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Category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File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security_header.ksy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Security header (12-16B)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iv_construction.ksy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IV construction (12B)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Protocol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tss_tx_processing.ksy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TX processing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Protocol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tss_rx_processing.ksy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RX processing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Protocol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key_rotation.ksy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Key rotation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Protocol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join_secure_domain.ksy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Join secure domain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Protocol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kdf_direct.ksy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KDF direct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Protocol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kdf_client_server.ksy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KDF client-server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Protocol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kdf_cluster.ksy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KDF cluster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link/llr/ (9 files)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9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8543"/>
                <a:gridCol w="4735629"/>
                <a:gridCol w="4932947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Category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File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llr_ack_ctlos.ksy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LLR_ACK CtlOS (8B)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llr_nack_ctlos.ksy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LLR_NACK CtlOS (8B)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llr_init_ctlos.ksy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LLR_INIT CtlOS (8B)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llr_init_echo_ctlos.ksy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LLR_INIT_ECHO CtlOS (8B)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llr_preamble_mii.ksy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LLR preamble MII (8B)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llr_preamble_64b66b.ksy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LLR preamble 64B/66B (8B)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Protocol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llr_transmit_sm.ksy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LLR transmit SM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Protocol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llr_receive.ksy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LLR receive SM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Protocol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ack_nack_transmit_sm.ksy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ACK/NACK transmit SM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link/cbfc/ (5 files)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8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7678"/>
                <a:gridCol w="4880825"/>
                <a:gridCol w="4668615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Category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File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cf_update.ksy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CF_Update CtlOS (8B)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cc_update.ksy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CC_Update message (8B)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Protocol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vc_state_machine.ksy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VC state machine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Protocol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lossless_vc_init.ksy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Lossless VC init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Protocol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lossless_vc_removal.ksy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Lossless VC removal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link/lldp/ (3 files)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8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5944"/>
                <a:gridCol w="5521313"/>
                <a:gridCol w="4089861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Category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File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ue_link_negotiation_tlv.ksy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Link negotiation TLV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ue_cbfc_tlv.ksy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CBFC TLV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Protocol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link_negotiation_sm.ksy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Link negotiation SM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network/ (4 files)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8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2308"/>
                <a:gridCol w="5087982"/>
                <a:gridCol w="4016828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Category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File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dscp_categories.ksy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DSCP categories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packet_trimming.ksy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Packet trimming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ufh_16.ksy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UFH 16-bit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ufh_32.ksy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UFH 32-bit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physical/ (1 file)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9" cy="585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0326"/>
                <a:gridCol w="5190978"/>
                <a:gridCol w="4325815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Category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File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control_ordered_sets.ksy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Control Ordered Sets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Detailed Header Formats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Field-level documentation with packet diagrams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LLR Preamble 64B/66B Block Format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8 bytes (64 bits)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200">
                <a:latin typeface="Consolas"/>
              </a:rPr>
              <a:t> 0                   1                   2                   3</a:t>
            </a:r>
          </a:p>
          <a:p>
            <a:r>
              <a:rPr sz="1200">
                <a:latin typeface="Consolas"/>
              </a:rPr>
              <a:t> 0 1 2 3 4 5 6 7 8 9 0 1 2 3 4 5 6 7 8 9 0 1 2 3 4 5 6 7 8 9 0 1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sequence_number                | control_flags|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reserved 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llr_preamble_64b66b Packet Layout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llr_preamble_64b66b Field Definitions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9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2599"/>
                <a:gridCol w="708480"/>
                <a:gridCol w="797040"/>
                <a:gridCol w="708480"/>
                <a:gridCol w="7040520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Field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Bits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Offset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Type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sequence_number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24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b24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Sequence number (24 bits). LLR frame sequence number.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control_flags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24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Control flags (8 bits). LLR-specific control.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reserved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/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Reserved (32 bits). MUST be 0.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LLR_ACK Control Ordered Set (CtlOS)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8 bytes (64 bits)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200">
                <a:latin typeface="Consolas"/>
              </a:rPr>
              <a:t> 0                   1                   2                   3</a:t>
            </a:r>
          </a:p>
          <a:p>
            <a:r>
              <a:rPr sz="1200">
                <a:latin typeface="Consolas"/>
              </a:rPr>
              <a:t> 0 1 2 3 4 5 6 7 8 9 0 1 2 3 4 5 6 7 8 9 0 1 2 3 4 5 6 7 8 9 0 1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block_type   |  ctlos_type   |ack_nack_seq_hi|ack_nack_seq_m|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|ack_nack_seq_lo|  reserved_d5  |  reserved_d6  |  reserved_d7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llr_ack_ctlos Packet Layout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llr_ack_ctlos Field Definitions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7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0150"/>
                <a:gridCol w="700297"/>
                <a:gridCol w="700297"/>
                <a:gridCol w="700297"/>
                <a:gridCol w="6136076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Field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Bits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Offset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Type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block_type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Block Type Field for 64B/66B control block.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ctlos_type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CtlOS Message Type identifier.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ack_nack_seq_high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ACK/NACK sequence number bits [19:12] (upper 8 bits).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ack_nack_seq_mid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24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ACK/NACK sequence number bits [11:4] (middle 8 bits).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ack_nack_seq_low_and_ocode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Combined field containing: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reserved_d5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40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Reserved field. MUST be 0x00.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reserved_d6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48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Reserved field. MUST be 0x00.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reserved_d7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56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Reserved field. MUST be 0x00.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LLR_NACK Control Ordered Set (CtlOS)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8 bytes (64 bits)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200">
                <a:latin typeface="Consolas"/>
              </a:rPr>
              <a:t> 0                   1                   2                   3</a:t>
            </a:r>
          </a:p>
          <a:p>
            <a:r>
              <a:rPr sz="1200">
                <a:latin typeface="Consolas"/>
              </a:rPr>
              <a:t> 0 1 2 3 4 5 6 7 8 9 0 1 2 3 4 5 6 7 8 9 0 1 2 3 4 5 6 7 8 9 0 1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block_type   |  ctlos_type   |ack_nack_seq_hi|ack_nack_seq_m|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|ack_nack_seq_lo|  reserved_d5  |  reserved_d6  |  reserved_d7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llr_nack_ctlos Packet Layout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llr_nack_ctlos Field Definitions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7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1481"/>
                <a:gridCol w="693303"/>
                <a:gridCol w="693303"/>
                <a:gridCol w="693303"/>
                <a:gridCol w="6395727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Field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Bits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Offset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Type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block_type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Block Type Field for 64B/66B control block. MUST be 0x4B.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ctlos_type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CtlOS Message Type identifier. MUST be 0x02 for LLR_NACK.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ack_nack_seq_high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ACK/NACK sequence number bits [19:12] (upper 8 bits).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ack_nack_seq_mid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24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ACK/NACK sequence number bits [11:4] (middle 8 bits).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ack_nack_seq_low_and_ocode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Combined field: ack_nack_seq[3:0] (upper nibble) + O-code (l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reserved_d5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40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Reserved field. MUST be 0x00.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reserved_d6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48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Reserved field. MUST be 0x00.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reserved_d7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56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Reserved field. MUST be 0x00.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CBFC CF_Update Control Ordered Set (CtlOS)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8 bytes (64 bits)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200">
                <a:latin typeface="Consolas"/>
              </a:rPr>
              <a:t> 0                   1                   2                   3</a:t>
            </a:r>
          </a:p>
          <a:p>
            <a:r>
              <a:rPr sz="1200">
                <a:latin typeface="Consolas"/>
              </a:rPr>
              <a:t> 0 1 2 3 4 5 6 7 8 9 0 1 2 3 4 5 6 7 8 9 0 1 2 3 4 5 6 7 8 9 0 1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control_char  | message_type  |cf1_vc_and_coun| cf1_count_mid|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|cf1_count_low_a|cf2_vc_and_coun| cf2_count_mid |cf2_count_low_|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cbfc_cf_update Packet Layout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cbfc_cf_update Field Definitions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7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1481"/>
                <a:gridCol w="693303"/>
                <a:gridCol w="693303"/>
                <a:gridCol w="693303"/>
                <a:gridCol w="6395727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Field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Bits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Offset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Type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control_char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Control character value for UE control ordered set.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message_type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CtlOS Message Type identifier.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cf1_vc_and_count_high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Combined field containing: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cf1_count_mid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24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CF1 credit count bits [10:3] (middle 8 bits of 15-bit count)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cf1_count_low_and_ocode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Combined field containing: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cf2_vc_and_count_high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40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Combined field containing: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cf2_count_mid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48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CF2 credit count bits [10:3] (middle 8 bits of 15-bit count)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cf2_count_low_and_reserved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56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Combined field containing: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CBFC CC_Update Message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8 bytes (64 bits)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200">
                <a:latin typeface="Consolas"/>
              </a:rPr>
              <a:t> 0                   1                   2                   3</a:t>
            </a:r>
          </a:p>
          <a:p>
            <a:r>
              <a:rPr sz="1200">
                <a:latin typeface="Consolas"/>
              </a:rPr>
              <a:t> 0 1 2 3 4 5 6 7 8 9 0 1 2 3 4 5 6 7 8 9 0 1 2 3 4 5 6 7 8 9 0 1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message_type  |vc_index_and_cc|cc_counter_mid |cc_counter_low|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reserved 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cbfc_cc_update Packet Layout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cbfc_cc_update Field Definitions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8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9525"/>
                <a:gridCol w="716830"/>
                <a:gridCol w="905857"/>
                <a:gridCol w="716830"/>
                <a:gridCol w="5888076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Field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Bits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Offset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Type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message_type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Message type identifier for CC_Update.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vc_index_and_cc_high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Combined field: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cc_counter_mid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CC counter middle 8 bits.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cc_counter_low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24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CC counter lower 4 bits (upper nibble).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reserved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/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Reserved (32 bits). MUST be 0.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UE Link Negotiation Options TLV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5 bytes (40 bits)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200">
                <a:latin typeface="Consolas"/>
              </a:rPr>
              <a:t> 0                   1                   2                   3</a:t>
            </a:r>
          </a:p>
          <a:p>
            <a:r>
              <a:rPr sz="1200">
                <a:latin typeface="Consolas"/>
              </a:rPr>
              <a:t> 0 1 2 3 4 5 6 7 8 9 0 1 2 3 4 5 6 7 8 9 0 1 2 3 4 5 6 7 8 9 0 1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tlv_type   |   tlv_length    |    subtype    |l|c| reserved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ue_version                        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ue_link_negotiation_tlv Packet Layout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ue_link_negotiation_tlv Field Definitions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8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3285"/>
                <a:gridCol w="705380"/>
                <a:gridCol w="756642"/>
                <a:gridCol w="705380"/>
                <a:gridCol w="7566431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Field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Bits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Offset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Type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tlv_type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7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b7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TLV Type = 127 (Organizationally Specific TLV).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tlv_length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9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7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b9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TLV Length in octets (variable, includes OUI + Subtype + Val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oui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u3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Organizationally Unique Identifier (OUI) for Ultra Ethernet 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subtype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UE-specific subtype = 1 (Link Negotiation Options).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llr_enabled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24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b1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Link Layer Retry (LLR) enabled flag.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cbfc_enabled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25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b1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Credit-Based Flow Control (CBFC) enabled flag.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reserved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26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b6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Reserved bits, must be 0.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ue_version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UE Specification version supported.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UE CBFC TLV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12 bytes (96 bits)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200">
                <a:latin typeface="Consolas"/>
              </a:rPr>
              <a:t> 0                   1                   2                   3</a:t>
            </a:r>
          </a:p>
          <a:p>
            <a:r>
              <a:rPr sz="1200">
                <a:latin typeface="Consolas"/>
              </a:rPr>
              <a:t> 0 1 2 3 4 5 6 7 8 9 0 1 2 3 4 5 6 7 8 9 0 1 2 3 4 5 6 7 8 9 0 1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tlv_type   |   tlv_length    |    subtype    |    num_vcs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credit_pool_size        |         lossless_vcs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lossless_vcs          |           reserved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ue_cbfc_tlv Packet Layout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ue_cbfc_tlv Field Definitions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8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382"/>
                <a:gridCol w="702579"/>
                <a:gridCol w="720143"/>
                <a:gridCol w="702579"/>
                <a:gridCol w="7201435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Field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Bits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Offset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Type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tlv_type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7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b7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TLV Type = 127 (Organizationally Specific TLV).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tlv_length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9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7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b9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TLV Length in octets (variable, includes OUI + Subtype + Val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oui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u3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Organizationally Unique Identifier (OUI) for Ultra Ethernet 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subtype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UE-specific subtype = 2 (CBFC Configuration).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num_vcs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24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Number of virtual channels (VCs) supported.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credit_pool_size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Total credit pool size (in credits).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lossless_vcs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48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Bitmap of lossless VCs (bit N = 1 if VC N is lossless).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reserved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Reserved bytes, must be 0.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Specification and Documentation Sources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UE Specification v1.0.1, Chapter 3 (Transport Layer)</a:t>
            </a:r>
          </a:p>
          <a:p>
            <a:r>
              <a:t>• UE Specification v1.0.1, Chapter 4 (Network Layer)</a:t>
            </a:r>
          </a:p>
          <a:p>
            <a:r>
              <a:t>• UE Specification v1.0.1, Chapter 5 (Link Layer)</a:t>
            </a:r>
          </a:p>
          <a:p>
            <a:r>
              <a:t>• UE Specification v1.0.1, Section 3.4 (SES)</a:t>
            </a:r>
          </a:p>
          <a:p>
            <a:r>
              <a:t>• UE Specification v1.0.1, Section 3.5 (PDS)</a:t>
            </a:r>
          </a:p>
          <a:p>
            <a:r>
              <a:t>• UE Specification v1.0.1, Section 3.6 (CMS)</a:t>
            </a:r>
          </a:p>
          <a:p>
            <a:r>
              <a:t>• UE Specification v1.0.1, Section 3.7 (TSS)</a:t>
            </a:r>
          </a:p>
          <a:p>
            <a:r>
              <a:t>• UE Specification v1.0.1, Section 5.1 (LLR)</a:t>
            </a:r>
          </a:p>
          <a:p>
            <a:r>
              <a:t>• UE Specification v1.0.1, Section 5.2 (CBFC)</a:t>
            </a:r>
          </a:p>
          <a:p>
            <a:r>
              <a:t>• IEEE 802.3-2022, Clause 82.2.3 (64B/66B Block Format)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Primary References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analysis/packet_taxonomy/packet_taxonomy_ue_pds.md - PDS format details</a:t>
            </a:r>
          </a:p>
          <a:p>
            <a:r>
              <a:t>• analysis/packet_taxonomy/packet_taxonomy_ue_ses.md - SES format details</a:t>
            </a:r>
          </a:p>
          <a:p>
            <a:r>
              <a:t>• analysis/packet_taxonomy/packet_taxonomy_ue_cms_tss.md - CMS/TSS format details</a:t>
            </a:r>
          </a:p>
          <a:p>
            <a:r>
              <a:t>• analysis/packet_taxonomy/packet_taxonomy_ue_link.md - Link layer format details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Analysis Documents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earlysim/datamodel/protocols/ue/transport/pds/ - 30 PDS files</a:t>
            </a:r>
          </a:p>
          <a:p>
            <a:r>
              <a:t>• earlysim/datamodel/protocols/ue/transport/ses/ - 27 SES files</a:t>
            </a:r>
          </a:p>
          <a:p>
            <a:r>
              <a:t>• earlysim/datamodel/protocols/ue/transport/cms/ - 15 CMS files</a:t>
            </a:r>
          </a:p>
          <a:p>
            <a:r>
              <a:t>• earlysim/datamodel/protocols/ue/transport/tss/ - 9 TSS files</a:t>
            </a:r>
          </a:p>
          <a:p>
            <a:r>
              <a:t>• earlysim/datamodel/protocols/ue/link/llr/ - 9 LLR files</a:t>
            </a:r>
          </a:p>
          <a:p>
            <a:r>
              <a:t>• earlysim/datamodel/protocols/ue/link/cbfc/ - 5 CBFC files</a:t>
            </a:r>
          </a:p>
          <a:p>
            <a:r>
              <a:t>• earlysim/datamodel/protocols/ue/link/lldp/ - 3 LLDP files</a:t>
            </a:r>
          </a:p>
          <a:p>
            <a:r>
              <a:t>• earlysim/datamodel/protocols/ue/network/ - 4 network files</a:t>
            </a:r>
          </a:p>
          <a:p>
            <a:r>
              <a:t>• earlysim/datamodel/protocols/ue/physical/ - 1 physical file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Datamodel Location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5_Office Theme">
  <a:themeElements>
    <a:clrScheme name="New Cornelis Brand">
      <a:dk1>
        <a:srgbClr val="6400B9"/>
      </a:dk1>
      <a:lt1>
        <a:srgbClr val="FFFFFF"/>
      </a:lt1>
      <a:dk2>
        <a:srgbClr val="3D0070"/>
      </a:dk2>
      <a:lt2>
        <a:srgbClr val="991DFF"/>
      </a:lt2>
      <a:accent1>
        <a:srgbClr val="8B00FE"/>
      </a:accent1>
      <a:accent2>
        <a:srgbClr val="991DFF"/>
      </a:accent2>
      <a:accent3>
        <a:srgbClr val="AD53FD"/>
      </a:accent3>
      <a:accent4>
        <a:srgbClr val="35343C"/>
      </a:accent4>
      <a:accent5>
        <a:srgbClr val="4C4B57"/>
      </a:accent5>
      <a:accent6>
        <a:srgbClr val="9D9CAA"/>
      </a:accent6>
      <a:hlink>
        <a:srgbClr val="8B00FE"/>
      </a:hlink>
      <a:folHlink>
        <a:srgbClr val="6400B9"/>
      </a:folHlink>
    </a:clrScheme>
    <a:fontScheme name="Custom 2">
      <a:majorFont>
        <a:latin typeface="Saira Expanded SemiBold"/>
        <a:ea typeface=""/>
        <a:cs typeface=""/>
      </a:majorFont>
      <a:minorFont>
        <a:latin typeface="Saira"/>
        <a:ea typeface=""/>
        <a:cs typeface=""/>
      </a:minorFont>
    </a:fontScheme>
    <a:fmtScheme name="Inset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3" id="{E02F04B8-C54B-480F-8EF5-E7029B480F57}" vid="{6988A6CD-D722-4DA6-AF03-B111BAEE2D2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pe:Receivers xmlns:spe="http://schemas.microsoft.com/sharepoint/events"/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ategoryDescription xmlns="http://schemas.microsoft.com/sharepoint.v3" xsi:nil="true"/>
    <lcf76f155ced4ddcb4097134ff3c332f xmlns="abc4e0d4-2e11-4d2b-931d-cb9fc30c6685">
      <Terms xmlns="http://schemas.microsoft.com/office/infopath/2007/PartnerControls"/>
    </lcf76f155ced4ddcb4097134ff3c332f>
    <PublishingExpirationDate xmlns="http://schemas.microsoft.com/sharepoint/v3" xsi:nil="true"/>
    <PublishingStartDate xmlns="http://schemas.microsoft.com/sharepoint/v3" xsi:nil="true"/>
    <TaxCatchAll xmlns="b49ca187-4f68-45e7-8077-dcf9b25b728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8653227EFA3D144B4F9B06F007145E3" ma:contentTypeVersion="48" ma:contentTypeDescription="Create a new document." ma:contentTypeScope="" ma:versionID="be0164df2a005fa2d390aab7505fd57f">
  <xsd:schema xmlns:xsd="http://www.w3.org/2001/XMLSchema" xmlns:xs="http://www.w3.org/2001/XMLSchema" xmlns:p="http://schemas.microsoft.com/office/2006/metadata/properties" xmlns:ns1="http://schemas.microsoft.com/sharepoint/v3" xmlns:ns2="b49ca187-4f68-45e7-8077-dcf9b25b7285" xmlns:ns3="abc4e0d4-2e11-4d2b-931d-cb9fc30c6685" xmlns:ns4="http://schemas.microsoft.com/sharepoint.v3" targetNamespace="http://schemas.microsoft.com/office/2006/metadata/properties" ma:root="true" ma:fieldsID="de4414065ad7fea119e785c8e6a86210" ns1:_="" ns2:_="" ns3:_="" ns4:_="">
    <xsd:import namespace="http://schemas.microsoft.com/sharepoint/v3"/>
    <xsd:import namespace="b49ca187-4f68-45e7-8077-dcf9b25b7285"/>
    <xsd:import namespace="abc4e0d4-2e11-4d2b-931d-cb9fc30c6685"/>
    <xsd:import namespace="http://schemas.microsoft.com/sharepoint.v3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1:PublishingStartDate" minOccurs="0"/>
                <xsd:element ref="ns1:PublishingExpirationDate" minOccurs="0"/>
                <xsd:element ref="ns2:TaxCatchAll" minOccurs="0"/>
                <xsd:element ref="ns2:SharedWithUsers" minOccurs="0"/>
                <xsd:element ref="ns2:SharedWithDetails" minOccurs="0"/>
                <xsd:element ref="ns3:MediaServiceObjectDetectorVersions" minOccurs="0"/>
                <xsd:element ref="ns3:lcf76f155ced4ddcb4097134ff3c332f" minOccurs="0"/>
                <xsd:element ref="ns3:MediaServiceSearchProperties" minOccurs="0"/>
                <xsd:element ref="ns3:MediaLengthInSeconds" minOccurs="0"/>
                <xsd:element ref="ns4:CategoryDescrip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11" nillable="true" ma:displayName="Scheduling Start Date" ma:description="Scheduling Start Date is a site column created by the Publishing feature. It is used to specify the date and time on which this page will first appear to site visitors." ma:internalName="PublishingStartDate">
      <xsd:simpleType>
        <xsd:restriction base="dms:Unknown"/>
      </xsd:simpleType>
    </xsd:element>
    <xsd:element name="PublishingExpirationDate" ma:index="12" nillable="true" ma:displayName="Scheduling End Date" ma:description="Scheduling End Date is a site column created by the Publishing feature. It is used to specify the date and time on which this page will no longer appear to site visitors." ma:internalName="PublishingExpirationDat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9ca187-4f68-45e7-8077-dcf9b25b7285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TaxCatchAll" ma:index="13" nillable="true" ma:displayName="Taxonomy Catch All Column" ma:description="" ma:hidden="true" ma:list="{3094f560-c313-4005-8af5-6c328bc05426}" ma:internalName="TaxCatchAll" ma:showField="CatchAllData" ma:web="b49ca187-4f68-45e7-8077-dcf9b25b728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bc4e0d4-2e11-4d2b-931d-cb9fc30c6685" elementFormDefault="qualified">
    <xsd:import namespace="http://schemas.microsoft.com/office/2006/documentManagement/types"/>
    <xsd:import namespace="http://schemas.microsoft.com/office/infopath/2007/PartnerControls"/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84451702-ee48-4fb3-a7d0-1fc691b5406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.v3" elementFormDefault="qualified">
    <xsd:import namespace="http://schemas.microsoft.com/office/2006/documentManagement/types"/>
    <xsd:import namespace="http://schemas.microsoft.com/office/infopath/2007/PartnerControls"/>
    <xsd:element name="CategoryDescription" ma:index="21" nillable="true" ma:displayName="Description" ma:internalName="CategoryDescription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7F5674D-189E-4E26-AFF9-F8FA6DBD4AA8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C9DE1FF4-E276-452C-ACA1-58825830DA33}">
  <ds:schemaRefs>
    <ds:schemaRef ds:uri="http://schemas.microsoft.com/office/2006/metadata/properties"/>
    <ds:schemaRef ds:uri="http://schemas.microsoft.com/sharepoint.v3"/>
    <ds:schemaRef ds:uri="http://purl.org/dc/dcmitype/"/>
    <ds:schemaRef ds:uri="http://schemas.microsoft.com/office/infopath/2007/PartnerControls"/>
    <ds:schemaRef ds:uri="http://purl.org/dc/terms/"/>
    <ds:schemaRef ds:uri="http://schemas.microsoft.com/sharepoint/v3"/>
    <ds:schemaRef ds:uri="http://schemas.openxmlformats.org/package/2006/metadata/core-properties"/>
    <ds:schemaRef ds:uri="http://schemas.microsoft.com/office/2006/documentManagement/types"/>
    <ds:schemaRef ds:uri="http://www.w3.org/XML/1998/namespace"/>
    <ds:schemaRef ds:uri="abc4e0d4-2e11-4d2b-931d-cb9fc30c6685"/>
    <ds:schemaRef ds:uri="b49ca187-4f68-45e7-8077-dcf9b25b7285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3270A200-2018-40F2-ACF4-1EDCA097A9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b49ca187-4f68-45e7-8077-dcf9b25b7285"/>
    <ds:schemaRef ds:uri="abc4e0d4-2e11-4d2b-931d-cb9fc30c6685"/>
    <ds:schemaRef ds:uri="http://schemas.microsoft.com/sharepoint.v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E917AFFD-C253-4487-B83A-AAD30D5C05F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0" baseType="lpstr">
      <vt:lpstr>Aptos Black</vt:lpstr>
      <vt:lpstr>Arial</vt:lpstr>
      <vt:lpstr>Arial Narrow</vt:lpstr>
      <vt:lpstr>Calibri</vt:lpstr>
      <vt:lpstr>Poppins</vt:lpstr>
      <vt:lpstr>Poppins Medium</vt:lpstr>
      <vt:lpstr>Saira</vt:lpstr>
      <vt:lpstr>Saira Expanded SemiBold</vt:lpstr>
      <vt:lpstr>Symbol</vt:lpstr>
      <vt:lpstr>5_Office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Atkins, Mark</dc:creator>
  <cp:lastModifiedBy>Atkins, Mark</cp:lastModifiedBy>
  <cp:revision>1</cp:revision>
  <dcterms:created xsi:type="dcterms:W3CDTF">2026-02-04T15:59:49Z</dcterms:created>
  <dcterms:modified xsi:type="dcterms:W3CDTF">2026-02-04T16:03:27Z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0x010100C8653227EFA3D144B4F9B06F007145E3</vt:lpwstr>
  </property>
  <property fmtid="{D5CDD505-2E9C-101B-9397-08002B2CF9AE}" pid="3" name="MediaServiceImageTags">
    <vt:lpwstr/>
  </property>
  <property fmtid="{D5CDD505-2E9C-101B-9397-08002B2CF9AE}" pid="4" name="b5c8439c0f5046928b7a6c406acb4c25">
    <vt:lpwstr/>
  </property>
  <property fmtid="{D5CDD505-2E9C-101B-9397-08002B2CF9AE}" pid="5" name="RefLibPTIDepartmentName">
    <vt:lpwstr/>
  </property>
  <property fmtid="{D5CDD505-2E9C-101B-9397-08002B2CF9AE}" pid="6" name="db0e9dfb34a048389a6f815dbdf60112">
    <vt:lpwstr/>
  </property>
  <property fmtid="{D5CDD505-2E9C-101B-9397-08002B2CF9AE}" pid="7" name="o6c0f2e36b054cee9d63e58c076b3545">
    <vt:lpwstr/>
  </property>
  <property fmtid="{D5CDD505-2E9C-101B-9397-08002B2CF9AE}" pid="8" name="RefLibPTIContentType">
    <vt:lpwstr/>
  </property>
  <property fmtid="{D5CDD505-2E9C-101B-9397-08002B2CF9AE}" pid="9" name="RefLibPTIPPCName">
    <vt:lpwstr/>
  </property>
</Properties>
</file>