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1.svg" ContentType="image/svg+xml"/>
  <Override PartName="/ppt/media/image13.svg" ContentType="image/svg+xml"/>
  <Override PartName="/ppt/media/image15.svg" ContentType="image/svg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39" r:id="rId5"/>
  </p:sldMasterIdLst>
  <p:notesMasterIdLst>
    <p:notesMasterId r:id="rId6"/>
  </p:notesMasterIdLst>
  <p:sldIdLst>
    <p:sldId id="256" r:id="rId12"/>
    <p:sldId id="314" r:id="rId70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  <p:sldId id="300" r:id="rId56"/>
    <p:sldId id="301" r:id="rId57"/>
    <p:sldId id="302" r:id="rId58"/>
    <p:sldId id="303" r:id="rId59"/>
    <p:sldId id="304" r:id="rId60"/>
    <p:sldId id="305" r:id="rId61"/>
    <p:sldId id="306" r:id="rId62"/>
    <p:sldId id="307" r:id="rId63"/>
    <p:sldId id="308" r:id="rId64"/>
    <p:sldId id="309" r:id="rId65"/>
    <p:sldId id="310" r:id="rId66"/>
    <p:sldId id="311" r:id="rId67"/>
    <p:sldId id="312" r:id="rId68"/>
    <p:sldId id="313" r:id="rId69"/>
  </p:sldIdLst>
  <p:sectionLst>
    <p:section name="Overview" id="{C231BE63-D0D0-4476-AFFC-CC4527067366}">
      <p:sldIdLst>
        <p:sldId id="257"/>
      </p:sldIdLst>
    </p:section>
    <p:section name="Protocol Architecture" id="{570AE94C-7798-4DA4-B1FA-5475262BBCCB}">
      <p:sldIdLst>
        <p:sldId id="260"/>
      </p:sldIdLst>
    </p:section>
    <p:section name="Header Building Blocks" id="{D3F0816D-AC52-493D-9ED8-F09E000222A9}">
      <p:sldIdLst>
        <p:sldId id="263"/>
      </p:sldIdLst>
    </p:section>
    <p:section name="UE+ Header Structure" id="{9A1321CD-6FBB-4799-B2AD-2AAC8B979E47}">
      <p:sldIdLst>
        <p:sldId id="268"/>
      </p:sldIdLst>
    </p:section>
    <p:section name="UFH-16+ and UFH-32+ Headers" id="{84F437E8-E90C-44F5-B576-BE55B8F7C019}">
      <p:sldIdLst>
        <p:sldId id="271"/>
      </p:sldIdLst>
    </p:section>
    <p:section name="CSIG+ Telemetry" id="{DD5DE579-D55A-4A65-B3EB-3E76414B99B5}">
      <p:sldIdLst>
        <p:sldId id="275"/>
      </p:sldIdLst>
    </p:section>
    <p:section name="L2 Header Selection State Machine" id="{DC4C4F2B-B233-469C-A73E-28B43487205D}">
      <p:sldIdLst>
        <p:sldId id="279"/>
      </p:sldIdLst>
    </p:section>
    <p:section name="HMAC Addressing Formats" id="{282270DC-CA1E-4870-A4A9-D47D690FE3BA}">
      <p:sldIdLst>
        <p:sldId id="282"/>
      </p:sldIdLst>
    </p:section>
    <p:section name="Header Overhead Summary" id="{7994A004-AC17-41E2-97A0-87B9FF990A47}">
      <p:sldIdLst>
        <p:sldId id="285"/>
      </p:sldIdLst>
    </p:section>
    <p:section name="Datamodel Coverage" id="{4CF5739A-D492-4E5B-AFAD-CDA2265D5A12}">
      <p:sldIdLst>
        <p:sldId id="288"/>
      </p:sldIdLst>
    </p:section>
    <p:section name="Detailed Header Formats" id="{574FF010-86A3-430D-B3D8-550039E29BFE}">
      <p:sldIdLst>
        <p:sldId id="291"/>
      </p:sldIdLst>
    </p:section>
    <p:section name="UFH-16+ Unified Forwarding Header (16-bit Addressing) - Cornelis Extension" id="{D8B7A033-DB5B-4EC4-9664-4CBAFCFC3512}">
      <p:sldIdLst>
        <p:sldId id="292"/>
      </p:sldIdLst>
    </p:section>
    <p:section name="UFH-32+ Unified Forwarding Header (32-bit Addressing) - Cornelis Extension" id="{F7039DB7-FD81-42C6-8511-F4771F303C88}">
      <p:sldIdLst>
        <p:sldId id="295"/>
      </p:sldIdLst>
    </p:section>
    <p:section name="Cornelis Ethernet L2 Prefix" id="{90A51228-841E-47F4-B335-45BCCDECDFB1}">
      <p:sldIdLst>
        <p:sldId id="298"/>
      </p:sldIdLst>
    </p:section>
    <p:section name="UE+ Optimized Ultra Ethernet L2 Header" id="{86322CC8-834E-422B-A09A-F1CC1F815BDD}">
      <p:sldIdLst>
        <p:sldId id="301"/>
      </p:sldIdLst>
    </p:section>
    <p:section name="CSIG+ Telemetry Header" id="{89AFD126-3347-49B3-9917-1CC0C695680E}">
      <p:sldIdLst>
        <p:sldId id="304"/>
      </p:sldIdLst>
    </p:section>
    <p:section name="PKEY Partition Key Stacked Header" id="{779F61F2-6853-4A46-B75A-B8212E506603}">
      <p:sldIdLst>
        <p:sldId id="307"/>
      </p:sldIdLst>
    </p:section>
    <p:section name="References" id="{A9E0854E-7C26-4694-A93B-EC8550269D3E}">
      <p:sldIdLst>
        <p:sldId id="310"/>
      </p:sldIdLst>
    </p:section>
  </p:section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75" roundtripDataSignature="AMtx7mhxDH5FARZnmGpYYgqGTRyKNkJV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0A3A"/>
    <a:srgbClr val="AD53FD"/>
    <a:srgbClr val="3D0070"/>
    <a:srgbClr val="6400B9"/>
    <a:srgbClr val="8B00FE"/>
    <a:srgbClr val="000000"/>
    <a:srgbClr val="E5484D"/>
    <a:srgbClr val="D43DFD"/>
    <a:srgbClr val="12B76A"/>
    <a:srgbClr val="0006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>
        <p:scale>
          <a:sx n="90" d="100"/>
          <a:sy n="90" d="100"/>
        </p:scale>
        <p:origin x="588" y="-1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Relationship Id="rId52" Type="http://schemas.openxmlformats.org/officeDocument/2006/relationships/slide" Target="slides/slide41.xml"/><Relationship Id="rId53" Type="http://schemas.openxmlformats.org/officeDocument/2006/relationships/slide" Target="slides/slide42.xml"/><Relationship Id="rId54" Type="http://schemas.openxmlformats.org/officeDocument/2006/relationships/slide" Target="slides/slide43.xml"/><Relationship Id="rId55" Type="http://schemas.openxmlformats.org/officeDocument/2006/relationships/slide" Target="slides/slide44.xml"/><Relationship Id="rId56" Type="http://schemas.openxmlformats.org/officeDocument/2006/relationships/slide" Target="slides/slide45.xml"/><Relationship Id="rId57" Type="http://schemas.openxmlformats.org/officeDocument/2006/relationships/slide" Target="slides/slide46.xml"/><Relationship Id="rId58" Type="http://schemas.openxmlformats.org/officeDocument/2006/relationships/slide" Target="slides/slide47.xml"/><Relationship Id="rId59" Type="http://schemas.openxmlformats.org/officeDocument/2006/relationships/slide" Target="slides/slide48.xml"/><Relationship Id="rId60" Type="http://schemas.openxmlformats.org/officeDocument/2006/relationships/slide" Target="slides/slide49.xml"/><Relationship Id="rId61" Type="http://schemas.openxmlformats.org/officeDocument/2006/relationships/slide" Target="slides/slide50.xml"/><Relationship Id="rId62" Type="http://schemas.openxmlformats.org/officeDocument/2006/relationships/slide" Target="slides/slide51.xml"/><Relationship Id="rId63" Type="http://schemas.openxmlformats.org/officeDocument/2006/relationships/slide" Target="slides/slide52.xml"/><Relationship Id="rId64" Type="http://schemas.openxmlformats.org/officeDocument/2006/relationships/slide" Target="slides/slide53.xml"/><Relationship Id="rId65" Type="http://schemas.openxmlformats.org/officeDocument/2006/relationships/slide" Target="slides/slide54.xml"/><Relationship Id="rId66" Type="http://schemas.openxmlformats.org/officeDocument/2006/relationships/slide" Target="slides/slide55.xml"/><Relationship Id="rId67" Type="http://schemas.openxmlformats.org/officeDocument/2006/relationships/slide" Target="slides/slide56.xml"/><Relationship Id="rId68" Type="http://schemas.openxmlformats.org/officeDocument/2006/relationships/slide" Target="slides/slide57.xml"/><Relationship Id="rId69" Type="http://schemas.openxmlformats.org/officeDocument/2006/relationships/slide" Target="slides/slide58.xml"/><Relationship Id="rId70" Type="http://schemas.openxmlformats.org/officeDocument/2006/relationships/slide" Target="slides/slide59.xml"/><Relationship Id="rId75" Type="http://customschemas.google.com/relationships/presentationmetadata" Target="metadata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svg"/><Relationship Id="rId4" Type="http://schemas.openxmlformats.org/officeDocument/2006/relationships/image" Target="../media/image6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Relationship Id="rId4" Type="http://schemas.openxmlformats.org/officeDocument/2006/relationships/image" Target="../media/image14.png"/><Relationship Id="rId5" Type="http://schemas.openxmlformats.org/officeDocument/2006/relationships/image" Target="../media/image15.svg"/><Relationship Id="rId6" Type="http://schemas.openxmlformats.org/officeDocument/2006/relationships/image" Target="../media/image6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mo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57" y="3948803"/>
            <a:ext cx="9112295" cy="313163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2200" dirty="0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pPr marL="304792" marR="0" lvl="0" indent="-304792" algn="l" defTabSz="914377" rtl="0" eaLnBrk="1" fontAlgn="auto" latinLnBrk="0" hangingPunct="1">
              <a:lnSpc>
                <a:spcPct val="90000"/>
              </a:lnSpc>
              <a:spcBef>
                <a:spcPts val="2667"/>
              </a:spcBef>
              <a:spcAft>
                <a:spcPts val="0"/>
              </a:spcAft>
              <a:buClr>
                <a:schemeClr val="tx2"/>
              </a:buClr>
              <a:buSzTx/>
              <a:tabLst/>
              <a:defRPr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874137C-A765-47B1-B0B1-10D06AF6D0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3674" y="2437396"/>
            <a:ext cx="9112294" cy="1478400"/>
          </a:xfrm>
          <a:noFill/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lang="en-US" sz="4000" b="0" kern="1200" dirty="0">
                <a:solidFill>
                  <a:schemeClr val="bg2"/>
                </a:solidFill>
                <a:latin typeface="+mj-lt"/>
                <a:ea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Presentation title can </a:t>
            </a:r>
            <a:br>
              <a:rPr lang="en-US" dirty="0"/>
            </a:br>
            <a:r>
              <a:rPr lang="en-US" dirty="0"/>
              <a:t>extend to two lines</a:t>
            </a:r>
          </a:p>
        </p:txBody>
      </p:sp>
      <p:sp>
        <p:nvSpPr>
          <p:cNvPr id="6" name="Presenter Name 3">
            <a:extLst>
              <a:ext uri="{FF2B5EF4-FFF2-40B4-BE49-F238E27FC236}">
                <a16:creationId xmlns:a16="http://schemas.microsoft.com/office/drawing/2014/main" id="{C04F57AA-54B2-45D6-A733-72203FE0CF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5358" y="4987395"/>
            <a:ext cx="5120643" cy="320088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8" name="Presenter Info 4">
            <a:extLst>
              <a:ext uri="{FF2B5EF4-FFF2-40B4-BE49-F238E27FC236}">
                <a16:creationId xmlns:a16="http://schemas.microsoft.com/office/drawing/2014/main" id="{C2103BC2-100F-4A8E-85B0-54037B4529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5358" y="5271645"/>
            <a:ext cx="5120643" cy="248914"/>
          </a:xfrm>
        </p:spPr>
        <p:txBody>
          <a:bodyPr wrap="square">
            <a:spAutoFit/>
          </a:bodyPr>
          <a:lstStyle>
            <a:lvl1pPr marL="0" indent="0" algn="l">
              <a:buNone/>
              <a:defRPr sz="11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Title | @</a:t>
            </a:r>
            <a:r>
              <a:rPr lang="en-US" err="1"/>
              <a:t>socialmedia</a:t>
            </a:r>
            <a:endParaRPr lang="en-US"/>
          </a:p>
        </p:txBody>
      </p:sp>
      <p:sp>
        <p:nvSpPr>
          <p:cNvPr id="17" name="Presenter Name 3">
            <a:extLst>
              <a:ext uri="{FF2B5EF4-FFF2-40B4-BE49-F238E27FC236}">
                <a16:creationId xmlns:a16="http://schemas.microsoft.com/office/drawing/2014/main" id="{F8232522-9A11-D612-56BC-CBE29D0D45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5357" y="4695684"/>
            <a:ext cx="5120643" cy="263149"/>
          </a:xfrm>
        </p:spPr>
        <p:txBody>
          <a:bodyPr wrap="square">
            <a:spAutoFit/>
          </a:bodyPr>
          <a:lstStyle>
            <a:lvl1pPr marL="0" indent="0" algn="l">
              <a:buNone/>
              <a:defRPr sz="12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2" name="Picture 1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1C246593-E14B-CD45-D152-7A1767714E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3828" y="525004"/>
            <a:ext cx="4741164" cy="111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036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lain presenter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E1F7546-E356-2268-8B5F-0BB3552903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834836"/>
            <a:ext cx="12192000" cy="5912420"/>
          </a:xfrm>
          <a:prstGeom prst="rect">
            <a:avLst/>
          </a:prstGeom>
        </p:spPr>
      </p:pic>
      <p:pic>
        <p:nvPicPr>
          <p:cNvPr id="3" name="Picture 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F1B248D1-F52E-89C8-04D7-E864F2D9984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570" y="267246"/>
            <a:ext cx="4741164" cy="111308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8FE0A42-B2E3-955C-586B-72311E87C4C1}"/>
              </a:ext>
            </a:extLst>
          </p:cNvPr>
          <p:cNvSpPr/>
          <p:nvPr userDrawn="1"/>
        </p:nvSpPr>
        <p:spPr>
          <a:xfrm>
            <a:off x="-18853" y="18658"/>
            <a:ext cx="12192000" cy="6839342"/>
          </a:xfrm>
          <a:prstGeom prst="rect">
            <a:avLst/>
          </a:prstGeom>
          <a:gradFill flip="none" rotWithShape="1">
            <a:gsLst>
              <a:gs pos="100000">
                <a:schemeClr val="tx1"/>
              </a:gs>
              <a:gs pos="1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resenter Name 3">
            <a:extLst>
              <a:ext uri="{FF2B5EF4-FFF2-40B4-BE49-F238E27FC236}">
                <a16:creationId xmlns:a16="http://schemas.microsoft.com/office/drawing/2014/main" id="{8E7349B2-D534-09BC-2C1A-06C6CBBE60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70908" y="4990380"/>
            <a:ext cx="5120643" cy="320088"/>
          </a:xfrm>
        </p:spPr>
        <p:txBody>
          <a:bodyPr wrap="square">
            <a:spAutoFit/>
          </a:bodyPr>
          <a:lstStyle>
            <a:lvl1pPr marL="0" indent="0" algn="r">
              <a:buNone/>
              <a:defRPr sz="16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0" name="Presenter Info 4">
            <a:extLst>
              <a:ext uri="{FF2B5EF4-FFF2-40B4-BE49-F238E27FC236}">
                <a16:creationId xmlns:a16="http://schemas.microsoft.com/office/drawing/2014/main" id="{D6234BA8-878B-96B0-EE1A-FC8519E621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70908" y="5274630"/>
            <a:ext cx="5120643" cy="248914"/>
          </a:xfrm>
        </p:spPr>
        <p:txBody>
          <a:bodyPr wrap="square">
            <a:spAutoFit/>
          </a:bodyPr>
          <a:lstStyle>
            <a:lvl1pPr marL="0" indent="0" algn="r">
              <a:buNone/>
              <a:defRPr sz="11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Title | @</a:t>
            </a:r>
            <a:r>
              <a:rPr lang="en-US" err="1"/>
              <a:t>socialmedia</a:t>
            </a:r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D17B96C-6973-BB7C-6E29-2B549A7F5E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79255" y="2128409"/>
            <a:ext cx="9112293" cy="1724171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defRPr lang="en-US" sz="5400" b="0" kern="1200" dirty="0">
                <a:solidFill>
                  <a:schemeClr val="bg2"/>
                </a:solidFill>
                <a:latin typeface="+mj-lt"/>
                <a:ea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Presentation title can </a:t>
            </a:r>
            <a:br>
              <a:rPr lang="en-US" dirty="0"/>
            </a:br>
            <a:r>
              <a:rPr lang="en-US" dirty="0"/>
              <a:t>extend to two lines</a:t>
            </a:r>
          </a:p>
        </p:txBody>
      </p:sp>
      <p:sp>
        <p:nvSpPr>
          <p:cNvPr id="14" name="Presenter Name 3">
            <a:extLst>
              <a:ext uri="{FF2B5EF4-FFF2-40B4-BE49-F238E27FC236}">
                <a16:creationId xmlns:a16="http://schemas.microsoft.com/office/drawing/2014/main" id="{55F6CC15-A7D7-5710-411E-F98E50B0C8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70907" y="4698669"/>
            <a:ext cx="5120643" cy="263149"/>
          </a:xfrm>
        </p:spPr>
        <p:txBody>
          <a:bodyPr wrap="square">
            <a:spAutoFit/>
          </a:bodyPr>
          <a:lstStyle>
            <a:lvl1pPr marL="0" indent="0" algn="r">
              <a:buNone/>
              <a:defRPr sz="12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5C0FE2E-2057-6FFA-5C8E-31AEBA94C2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79255" y="3970780"/>
            <a:ext cx="9112293" cy="415077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338485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Plain presenter on 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close-up of a grid&#10;&#10;AI-generated content may be incorrect.">
            <a:extLst>
              <a:ext uri="{FF2B5EF4-FFF2-40B4-BE49-F238E27FC236}">
                <a16:creationId xmlns:a16="http://schemas.microsoft.com/office/drawing/2014/main" id="{41BDF87A-2A4B-D8EF-55EB-BBA05805F8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932"/>
            <a:ext cx="12363089" cy="68659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1B248D1-F52E-89C8-04D7-E864F2D9984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4571" y="267246"/>
            <a:ext cx="4741162" cy="1113086"/>
          </a:xfrm>
          <a:prstGeom prst="rect">
            <a:avLst/>
          </a:prstGeom>
        </p:spPr>
      </p:pic>
      <p:sp>
        <p:nvSpPr>
          <p:cNvPr id="9" name="Presenter Name 3">
            <a:extLst>
              <a:ext uri="{FF2B5EF4-FFF2-40B4-BE49-F238E27FC236}">
                <a16:creationId xmlns:a16="http://schemas.microsoft.com/office/drawing/2014/main" id="{8E7349B2-D534-09BC-2C1A-06C6CBBE60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70908" y="4990380"/>
            <a:ext cx="5120643" cy="320088"/>
          </a:xfrm>
          <a:gradFill>
            <a:gsLst>
              <a:gs pos="14000">
                <a:schemeClr val="tx1">
                  <a:alpha val="18000"/>
                </a:schemeClr>
              </a:gs>
              <a:gs pos="83000">
                <a:schemeClr val="tx1"/>
              </a:gs>
            </a:gsLst>
            <a:lin ang="18900000" scaled="1"/>
          </a:gradFill>
        </p:spPr>
        <p:txBody>
          <a:bodyPr wrap="square">
            <a:spAutoFit/>
          </a:bodyPr>
          <a:lstStyle>
            <a:lvl1pPr marL="0" indent="0" algn="r">
              <a:buNone/>
              <a:defRPr sz="16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0" name="Presenter Info 4">
            <a:extLst>
              <a:ext uri="{FF2B5EF4-FFF2-40B4-BE49-F238E27FC236}">
                <a16:creationId xmlns:a16="http://schemas.microsoft.com/office/drawing/2014/main" id="{D6234BA8-878B-96B0-EE1A-FC8519E621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70908" y="5274630"/>
            <a:ext cx="5120643" cy="248914"/>
          </a:xfrm>
          <a:gradFill>
            <a:gsLst>
              <a:gs pos="14000">
                <a:schemeClr val="tx1">
                  <a:alpha val="18000"/>
                </a:schemeClr>
              </a:gs>
              <a:gs pos="83000">
                <a:schemeClr val="tx1"/>
              </a:gs>
            </a:gsLst>
            <a:lin ang="18900000" scaled="1"/>
          </a:gradFill>
        </p:spPr>
        <p:txBody>
          <a:bodyPr wrap="square">
            <a:spAutoFit/>
          </a:bodyPr>
          <a:lstStyle>
            <a:lvl1pPr marL="0" indent="0" algn="r">
              <a:buNone/>
              <a:defRPr sz="11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Title | @</a:t>
            </a:r>
            <a:r>
              <a:rPr lang="en-US" err="1"/>
              <a:t>socialmedia</a:t>
            </a:r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D17B96C-6973-BB7C-6E29-2B549A7F5E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79255" y="2128409"/>
            <a:ext cx="9112293" cy="1724171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defRPr lang="en-US" sz="5400" b="0" kern="1200" dirty="0">
                <a:solidFill>
                  <a:schemeClr val="bg2"/>
                </a:solidFill>
                <a:latin typeface="+mj-lt"/>
                <a:ea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Presentation title can </a:t>
            </a:r>
            <a:br>
              <a:rPr lang="en-US" dirty="0"/>
            </a:br>
            <a:r>
              <a:rPr lang="en-US" dirty="0"/>
              <a:t>extend to two lines</a:t>
            </a:r>
          </a:p>
        </p:txBody>
      </p:sp>
      <p:sp>
        <p:nvSpPr>
          <p:cNvPr id="14" name="Presenter Name 3">
            <a:extLst>
              <a:ext uri="{FF2B5EF4-FFF2-40B4-BE49-F238E27FC236}">
                <a16:creationId xmlns:a16="http://schemas.microsoft.com/office/drawing/2014/main" id="{55F6CC15-A7D7-5710-411E-F98E50B0C8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70907" y="4698669"/>
            <a:ext cx="5120643" cy="263149"/>
          </a:xfrm>
          <a:gradFill>
            <a:gsLst>
              <a:gs pos="14000">
                <a:schemeClr val="tx1">
                  <a:alpha val="18000"/>
                </a:schemeClr>
              </a:gs>
              <a:gs pos="83000">
                <a:schemeClr val="tx1"/>
              </a:gs>
            </a:gsLst>
            <a:lin ang="18900000" scaled="1"/>
          </a:gradFill>
        </p:spPr>
        <p:txBody>
          <a:bodyPr wrap="square">
            <a:spAutoFit/>
          </a:bodyPr>
          <a:lstStyle>
            <a:lvl1pPr marL="0" indent="0" algn="r">
              <a:buNone/>
              <a:defRPr sz="12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5C0FE2E-2057-6FFA-5C8E-31AEBA94C2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79255" y="3970780"/>
            <a:ext cx="9112293" cy="415077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827835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B" preserve="1">
  <p:cSld name="Cover B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54B4AA1-DBB2-526F-4E45-9B636FB468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" y="901917"/>
            <a:ext cx="12192000" cy="595608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95EB7E6-B8EC-0376-3C64-7F3C1990370D}"/>
              </a:ext>
            </a:extLst>
          </p:cNvPr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79000">
                <a:schemeClr val="tx1">
                  <a:alpha val="0"/>
                </a:schemeClr>
              </a:gs>
              <a:gs pos="13000">
                <a:schemeClr val="tx1"/>
              </a:gs>
            </a:gsLst>
            <a:lin ang="189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Google Shape;16;p40"/>
          <p:cNvSpPr txBox="1">
            <a:spLocks noGrp="1"/>
          </p:cNvSpPr>
          <p:nvPr>
            <p:ph type="subTitle" idx="1"/>
          </p:nvPr>
        </p:nvSpPr>
        <p:spPr>
          <a:xfrm>
            <a:off x="297642" y="4654332"/>
            <a:ext cx="9112295" cy="43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  <a:latin typeface="+mj-lt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17" name="Google Shape;17;p40"/>
          <p:cNvSpPr txBox="1">
            <a:spLocks noGrp="1"/>
          </p:cNvSpPr>
          <p:nvPr>
            <p:ph type="body" idx="2"/>
          </p:nvPr>
        </p:nvSpPr>
        <p:spPr>
          <a:xfrm>
            <a:off x="297643" y="5731853"/>
            <a:ext cx="5120643" cy="442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accent4"/>
                </a:solidFill>
                <a:latin typeface="+mn-lt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Google Shape;18;p40"/>
          <p:cNvSpPr txBox="1">
            <a:spLocks noGrp="1"/>
          </p:cNvSpPr>
          <p:nvPr>
            <p:ph type="body" idx="3"/>
          </p:nvPr>
        </p:nvSpPr>
        <p:spPr>
          <a:xfrm>
            <a:off x="297643" y="6016103"/>
            <a:ext cx="5120643" cy="372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accent4"/>
                </a:solidFill>
                <a:latin typeface="+mn-lt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Google Shape;19;p40"/>
          <p:cNvSpPr txBox="1">
            <a:spLocks noGrp="1"/>
          </p:cNvSpPr>
          <p:nvPr>
            <p:ph type="title"/>
          </p:nvPr>
        </p:nvSpPr>
        <p:spPr>
          <a:xfrm>
            <a:off x="184425" y="2897379"/>
            <a:ext cx="9112293" cy="172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oppins Medium"/>
              <a:buNone/>
              <a:defRPr sz="5400" b="0">
                <a:solidFill>
                  <a:schemeClr val="bg2"/>
                </a:solidFill>
                <a:latin typeface="+mj-lt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20" name="Google Shape;20;p40"/>
          <p:cNvSpPr txBox="1">
            <a:spLocks noGrp="1"/>
          </p:cNvSpPr>
          <p:nvPr>
            <p:ph type="body" idx="4"/>
          </p:nvPr>
        </p:nvSpPr>
        <p:spPr>
          <a:xfrm>
            <a:off x="297642" y="5440142"/>
            <a:ext cx="5120643" cy="386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accent4"/>
                </a:solidFill>
                <a:latin typeface="+mn-lt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7666A5-14B2-3D36-3D70-88D79AD651A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7124" y="323230"/>
            <a:ext cx="4741162" cy="111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778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173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 type="blank" preserve="1">
  <p:cSld name="Blank with logo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B23BF9F8-F92A-19BC-0132-AE69C7CB9D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130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preserve="1" userDrawn="1">
  <p:cSld name="1_Title 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EDC221-ECA4-C855-89A6-27A713E57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A8D2FC7B-FD75-9151-D953-0B8E32E9D8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046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1584960"/>
            <a:ext cx="11209360" cy="4557222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71522497-B421-1DC0-7E36-7571DBE48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8593E28C-D816-D562-4029-9FA87B3EA6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203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50E09302-A0C4-445D-BF16-53CD11E353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1320" y="1167898"/>
            <a:ext cx="11209360" cy="349776"/>
          </a:xfrm>
        </p:spPr>
        <p:txBody>
          <a:bodyPr wrap="square" tIns="0">
            <a:spAutoFit/>
          </a:bodyPr>
          <a:lstStyle>
            <a:lvl1pPr marL="0" indent="0">
              <a:buNone/>
              <a:defRPr sz="2133" b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if needed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D2746D-0340-4A15-96B1-30ACF62C6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1856234"/>
            <a:ext cx="11209360" cy="4324775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  <a:lvl2pPr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5"/>
                </a:solidFill>
              </a:defRPr>
            </a:lvl3pPr>
            <a:lvl4pPr>
              <a:defRPr>
                <a:solidFill>
                  <a:schemeClr val="accent5"/>
                </a:solidFill>
              </a:defRPr>
            </a:lvl4pPr>
            <a:lvl5pPr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6A1E53DC-9DD3-543C-149A-D9E0AB766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CF7E27DE-8E32-FA75-0126-0DA79B80E6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684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+ Content +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>
            <a:extLst>
              <a:ext uri="{FF2B5EF4-FFF2-40B4-BE49-F238E27FC236}">
                <a16:creationId xmlns:a16="http://schemas.microsoft.com/office/drawing/2014/main" id="{5E6ABB56-9B5C-4A36-6FC3-F4794D69BF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hq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0" y="3173705"/>
            <a:ext cx="12192000" cy="36842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616" y="1584960"/>
            <a:ext cx="11299064" cy="4621876"/>
          </a:xfrm>
        </p:spPr>
        <p:txBody>
          <a:bodyPr/>
          <a:lstStyle>
            <a:lvl1pPr marL="0" indent="0">
              <a:buNone/>
              <a:defRPr b="0" i="0">
                <a:latin typeface="+mn-lt"/>
                <a:cs typeface="Poppins" pitchFamily="2" charset="77"/>
              </a:defRPr>
            </a:lvl1pPr>
            <a:lvl2pPr>
              <a:defRPr b="0" i="0">
                <a:latin typeface="+mn-lt"/>
                <a:cs typeface="Poppins" pitchFamily="2" charset="77"/>
              </a:defRPr>
            </a:lvl2pPr>
            <a:lvl3pPr>
              <a:defRPr b="0" i="0">
                <a:latin typeface="+mn-lt"/>
                <a:cs typeface="Poppins" pitchFamily="2" charset="77"/>
              </a:defRPr>
            </a:lvl3pPr>
            <a:lvl4pPr>
              <a:defRPr b="0" i="0">
                <a:latin typeface="+mn-lt"/>
                <a:cs typeface="Poppins" pitchFamily="2" charset="77"/>
              </a:defRPr>
            </a:lvl4pPr>
            <a:lvl5pPr>
              <a:defRPr b="0" i="0">
                <a:latin typeface="+mn-lt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B521BFDF-A407-85B7-CE50-A0AC570A1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97A2920D-D205-397E-67AE-B0189C0E4B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980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+ Content +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A320152-06BD-632D-C7F1-BB20919BDC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V="1">
            <a:off x="0" y="3799002"/>
            <a:ext cx="12192000" cy="3412503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468" y="1549392"/>
            <a:ext cx="11299064" cy="4611263"/>
          </a:xfrm>
        </p:spPr>
        <p:txBody>
          <a:bodyPr/>
          <a:lstStyle>
            <a:lvl1pPr marL="0" indent="0">
              <a:buNone/>
              <a:defRPr b="0" i="0">
                <a:latin typeface="+mn-lt"/>
                <a:cs typeface="Poppins" pitchFamily="2" charset="77"/>
              </a:defRPr>
            </a:lvl1pPr>
            <a:lvl2pPr>
              <a:defRPr b="0" i="0">
                <a:latin typeface="+mn-lt"/>
                <a:cs typeface="Poppins" pitchFamily="2" charset="77"/>
              </a:defRPr>
            </a:lvl2pPr>
            <a:lvl3pPr>
              <a:defRPr b="0" i="0">
                <a:latin typeface="+mn-lt"/>
                <a:cs typeface="Poppins" pitchFamily="2" charset="77"/>
              </a:defRPr>
            </a:lvl3pPr>
            <a:lvl4pPr>
              <a:defRPr b="0" i="0">
                <a:latin typeface="+mn-lt"/>
                <a:cs typeface="Poppins" pitchFamily="2" charset="77"/>
              </a:defRPr>
            </a:lvl4pPr>
            <a:lvl5pPr>
              <a:defRPr b="0" i="0">
                <a:latin typeface="+mn-lt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C12A23A-9F4B-B60F-C6F2-6A8BA708B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704FAB98-94B7-993A-1312-2A89FECD390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740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preserve="1" userDrawn="1">
  <p:cSld name="Title and 3 Claim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32C0FC5C-2F52-714C-CEAC-4C76258CFDC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89748" y="2272154"/>
            <a:ext cx="2331720" cy="2174840"/>
          </a:xfrm>
          <a:prstGeom prst="roundRect">
            <a:avLst>
              <a:gd name="adj" fmla="val 8516"/>
            </a:avLst>
          </a:prstGeom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</a:lstStyle>
          <a:p>
            <a:pPr lvl="0"/>
            <a:r>
              <a:rPr lang="en-US" dirty="0"/>
              <a:t>Attribute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4646FCE-385C-976D-77FC-ED24EDBC73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03954" y="4169260"/>
            <a:ext cx="2098052" cy="811988"/>
          </a:xfrm>
          <a:prstGeom prst="roundRect">
            <a:avLst/>
          </a:prstGeom>
          <a:solidFill>
            <a:schemeClr val="bg2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noAutofit/>
          </a:bodyPr>
          <a:lstStyle>
            <a:lvl1pPr algn="ctr">
              <a:defRPr sz="4400">
                <a:latin typeface="+mj-lt"/>
              </a:defRPr>
            </a:lvl1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4734D29-D59F-92B4-9390-44755DB51E4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37451" y="5138602"/>
            <a:ext cx="1231058" cy="914400"/>
          </a:xfrm>
        </p:spPr>
        <p:txBody>
          <a:bodyPr>
            <a:normAutofit/>
          </a:bodyPr>
          <a:lstStyle>
            <a:lvl1pPr algn="ctr">
              <a:defRPr sz="16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Detail </a:t>
            </a:r>
          </a:p>
        </p:txBody>
      </p:sp>
      <p:sp>
        <p:nvSpPr>
          <p:cNvPr id="31" name="Content Placeholder 23">
            <a:extLst>
              <a:ext uri="{FF2B5EF4-FFF2-40B4-BE49-F238E27FC236}">
                <a16:creationId xmlns:a16="http://schemas.microsoft.com/office/drawing/2014/main" id="{62E08B65-0577-AB1D-420D-BFB6E04E2F1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79846" y="2272154"/>
            <a:ext cx="2331720" cy="2174840"/>
          </a:xfrm>
          <a:prstGeom prst="roundRect">
            <a:avLst>
              <a:gd name="adj" fmla="val 8516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</a:lstStyle>
          <a:p>
            <a:pPr lvl="0"/>
            <a:r>
              <a:rPr lang="en-US" dirty="0"/>
              <a:t>Attribute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BD25B02D-A96A-C7A3-CC43-0D4A2A0C8E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94052" y="4169260"/>
            <a:ext cx="2098052" cy="81198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>
            <a:lvl1pPr algn="ctr">
              <a:defRPr sz="4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E10583AA-9FA5-C03C-B239-E32B4AB99F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27549" y="5138602"/>
            <a:ext cx="1231058" cy="914400"/>
          </a:xfrm>
        </p:spPr>
        <p:txBody>
          <a:bodyPr>
            <a:normAutofit/>
          </a:bodyPr>
          <a:lstStyle>
            <a:lvl1pPr algn="ctr">
              <a:defRPr sz="16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Detail </a:t>
            </a:r>
          </a:p>
        </p:txBody>
      </p:sp>
      <p:sp>
        <p:nvSpPr>
          <p:cNvPr id="34" name="Content Placeholder 23">
            <a:extLst>
              <a:ext uri="{FF2B5EF4-FFF2-40B4-BE49-F238E27FC236}">
                <a16:creationId xmlns:a16="http://schemas.microsoft.com/office/drawing/2014/main" id="{9F20930C-2297-EA9B-3951-6E76707AFD2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675200" y="2272154"/>
            <a:ext cx="2331720" cy="2174840"/>
          </a:xfrm>
          <a:prstGeom prst="roundRect">
            <a:avLst>
              <a:gd name="adj" fmla="val 8516"/>
            </a:avLst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</a:lstStyle>
          <a:p>
            <a:pPr lvl="0"/>
            <a:r>
              <a:rPr lang="en-US" dirty="0"/>
              <a:t>Attribute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89435D7E-AA41-2071-45B7-C30B29DCF5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89406" y="4169260"/>
            <a:ext cx="2098052" cy="811988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noAutofit/>
          </a:bodyPr>
          <a:lstStyle>
            <a:lvl1pPr algn="ctr">
              <a:defRPr sz="4400">
                <a:latin typeface="+mj-lt"/>
              </a:defRPr>
            </a:lvl1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0D6BF53D-2A43-BB5E-284A-BDE32867968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22903" y="5138602"/>
            <a:ext cx="1231058" cy="914400"/>
          </a:xfrm>
        </p:spPr>
        <p:txBody>
          <a:bodyPr>
            <a:normAutofit/>
          </a:bodyPr>
          <a:lstStyle>
            <a:lvl1pPr algn="ctr">
              <a:defRPr sz="16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Detail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479898D-4398-32AB-6867-E210E64CC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E19B98C6-F092-40D1-34D4-B0F77A1702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181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1584960"/>
            <a:ext cx="5426880" cy="4557222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</a:defRPr>
            </a:lvl1pPr>
            <a:lvl2pPr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5"/>
                </a:solidFill>
              </a:defRPr>
            </a:lvl3pPr>
            <a:lvl4pPr>
              <a:defRPr>
                <a:solidFill>
                  <a:schemeClr val="accent5"/>
                </a:solidFill>
              </a:defRPr>
            </a:lvl4pPr>
            <a:lvl5pPr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2560BD-FF7E-43D5-95BA-1D2D492F2E9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74053" y="1584960"/>
            <a:ext cx="5426880" cy="4557222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</a:defRPr>
            </a:lvl1pPr>
            <a:lvl2pPr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5"/>
                </a:solidFill>
              </a:defRPr>
            </a:lvl3pPr>
            <a:lvl4pPr>
              <a:defRPr>
                <a:solidFill>
                  <a:schemeClr val="accent5"/>
                </a:solidFill>
              </a:defRPr>
            </a:lvl4pPr>
            <a:lvl5pPr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A309B5A-1F63-1CE5-382D-AD190361BE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AAF2404E-7607-B049-3395-564F0963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71820D11-61CD-BE19-6D62-899ADB3868C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057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991" y="469209"/>
            <a:ext cx="5113613" cy="631992"/>
          </a:xfrm>
        </p:spPr>
        <p:txBody>
          <a:bodyPr>
            <a:noAutofit/>
          </a:bodyPr>
          <a:lstStyle>
            <a:lvl1pPr>
              <a:defRPr sz="4400" b="0" i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title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1584960"/>
            <a:ext cx="5113613" cy="4785360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AB4C02E-8D38-49A2-8468-4C52ACE2558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7067" y="469208"/>
            <a:ext cx="5113867" cy="626325"/>
          </a:xfr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4400" b="0" i="0" dirty="0" smtClean="0">
                <a:solidFill>
                  <a:schemeClr val="bg1"/>
                </a:solidFill>
                <a:latin typeface="+mj-lt"/>
                <a:ea typeface="+mj-ea"/>
                <a:cs typeface="Poppins Medium" panose="00000600000000000000" pitchFamily="2" charset="0"/>
              </a:defRPr>
            </a:lvl1pPr>
            <a:lvl2pPr>
              <a:defRPr lang="en-US" sz="2400" dirty="0" smtClean="0"/>
            </a:lvl2pPr>
            <a:lvl3pPr>
              <a:defRPr lang="en-US" sz="2400" dirty="0" smtClean="0"/>
            </a:lvl3pPr>
            <a:lvl4pPr>
              <a:defRPr lang="en-US" sz="2400" dirty="0" smtClean="0"/>
            </a:lvl4pPr>
            <a:lvl5pPr>
              <a:defRPr lang="en-US" sz="2400" dirty="0"/>
            </a:lvl5pPr>
          </a:lstStyle>
          <a:p>
            <a:pPr marL="152396" lvl="0" indent="-457189">
              <a:lnSpc>
                <a:spcPct val="90000"/>
              </a:lnSpc>
              <a:spcBef>
                <a:spcPct val="0"/>
              </a:spcBef>
            </a:pPr>
            <a:r>
              <a:rPr lang="en-US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2560BD-FF7E-43D5-95BA-1D2D492F2E9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587069" y="1584960"/>
            <a:ext cx="5113611" cy="4636936"/>
          </a:xfrm>
        </p:spPr>
        <p:txBody>
          <a:bodyPr/>
          <a:lstStyle>
            <a:lvl1pPr>
              <a:buClr>
                <a:schemeClr val="bg2"/>
              </a:buCl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buClr>
                <a:schemeClr val="bg2"/>
              </a:buCl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buClr>
                <a:schemeClr val="bg2"/>
              </a:buCl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buClr>
                <a:schemeClr val="bg2"/>
              </a:buCl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buClr>
                <a:schemeClr val="bg2"/>
              </a:buCl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0E6A0DDB-FBA4-C224-4D4B-E0467F2A7F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413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Pag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A418392-99DF-4D92-5299-0597BD719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851" y="1706151"/>
            <a:ext cx="5374749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02E2C1D-450C-919F-32A5-794D5170E2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8851" y="628650"/>
            <a:ext cx="3554095" cy="261867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400">
                <a:solidFill>
                  <a:schemeClr val="tx2"/>
                </a:solidFill>
              </a:defRPr>
            </a:lvl2pPr>
            <a:lvl3pPr marL="914400" indent="0">
              <a:buNone/>
              <a:defRPr sz="1200">
                <a:solidFill>
                  <a:schemeClr val="tx2"/>
                </a:solidFill>
              </a:defRPr>
            </a:lvl3pPr>
            <a:lvl4pPr marL="1371600" indent="0">
              <a:buNone/>
              <a:defRPr sz="1100">
                <a:solidFill>
                  <a:schemeClr val="tx2"/>
                </a:solidFill>
              </a:defRPr>
            </a:lvl4pPr>
            <a:lvl5pPr marL="1828800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25EB669-9551-7B42-346B-8835CA72F1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1393" y="3227610"/>
            <a:ext cx="4769277" cy="215592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accent5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Click to edit level</a:t>
            </a:r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6A1FE187-CF9C-3C59-D46C-39E9DF6AE5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687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:3 text image with fa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">
            <a:extLst>
              <a:ext uri="{FF2B5EF4-FFF2-40B4-BE49-F238E27FC236}">
                <a16:creationId xmlns:a16="http://schemas.microsoft.com/office/drawing/2014/main" id="{50E62194-15A3-1C44-558D-2CCD97554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37760" y="0"/>
            <a:ext cx="7254240" cy="6858000"/>
          </a:xfrm>
          <a:noFill/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8DD5C10-AE48-47C2-C043-9412C855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489" y="1675492"/>
            <a:ext cx="4097972" cy="1660604"/>
          </a:xfrm>
        </p:spPr>
        <p:txBody>
          <a:bodyPr>
            <a:noAutofit/>
          </a:bodyPr>
          <a:lstStyle>
            <a:lvl1pPr>
              <a:defRPr sz="4200"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B5B239F-9433-2E79-7918-C6B1E6366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490" y="3572715"/>
            <a:ext cx="4097972" cy="2317737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 marL="457200" indent="0">
              <a:buNone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914400" indent="0">
              <a:buNone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371600" indent="0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1828800" indent="0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4A61F839-F15B-A9AC-32D5-6D963FB2B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9489" y="1099426"/>
            <a:ext cx="3055373" cy="379957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F85F2E6-4189-688E-A923-5F1AC075A0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598A5B34-9B61-FB37-5F4C-93E47B8D6F0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489" y="217054"/>
            <a:ext cx="2048766" cy="480990"/>
          </a:xfrm>
          <a:prstGeom prst="rect">
            <a:avLst/>
          </a:prstGeom>
        </p:spPr>
      </p:pic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AACA8B22-1182-E22B-5B5A-3AD27B2D82F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3226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50935" y="1514592"/>
            <a:ext cx="7350931" cy="531428"/>
          </a:xfrm>
        </p:spPr>
        <p:txBody>
          <a:bodyPr/>
          <a:lstStyle>
            <a:lvl1pPr>
              <a:defRPr b="0" i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Click to edit title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50936" y="2346036"/>
            <a:ext cx="7350930" cy="3903947"/>
          </a:xfrm>
        </p:spPr>
        <p:txBody>
          <a:bodyPr numCol="2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6400B9"/>
              </a:buClr>
              <a:buSzPct val="100000"/>
              <a:buFont typeface="+mj-lt"/>
              <a:buNone/>
              <a:defRPr lang="en-US" sz="2400" kern="1200" dirty="0">
                <a:solidFill>
                  <a:schemeClr val="accent5"/>
                </a:solidFill>
                <a:latin typeface="+mj-lt"/>
                <a:ea typeface="+mn-ea"/>
                <a:cs typeface="Poppins" panose="00000500000000000000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+mj-lt"/>
              <a:buNone/>
              <a:defRPr lang="en-US" sz="2000" kern="1200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+mj-lt"/>
              <a:buNone/>
              <a:defRPr lang="en-US" sz="2000" kern="1200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+mj-lt"/>
              <a:buNone/>
              <a:defRPr lang="en-US" sz="2000" kern="1200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+mj-lt"/>
              <a:buNone/>
              <a:defRPr lang="en-US" sz="2000" kern="1200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  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3981449" cy="6858000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89F6EF1-348A-9A4A-F8FA-F2DD47AB0D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2C326CFA-FC4A-0FAF-CD64-36B4480A49A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103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1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22982" y="487681"/>
            <a:ext cx="6828581" cy="531428"/>
          </a:xfrm>
        </p:spPr>
        <p:txBody>
          <a:bodyPr/>
          <a:lstStyle>
            <a:lvl1pPr>
              <a:defRPr b="0" i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Click to edit title 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894BEB0-D61D-4A64-9596-8FB93E85A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22982" y="1130725"/>
            <a:ext cx="6828581" cy="349776"/>
          </a:xfrm>
        </p:spPr>
        <p:txBody>
          <a:bodyPr wrap="square" tIns="0">
            <a:spAutoFit/>
          </a:bodyPr>
          <a:lstStyle>
            <a:lvl1pPr marL="0" indent="0">
              <a:buNone/>
              <a:defRPr sz="2133" b="0">
                <a:solidFill>
                  <a:schemeClr val="accent5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Subtitle if needed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2982" y="1584960"/>
            <a:ext cx="6828581" cy="4575695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4400631" cy="68580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09E7D38-1EB7-DC73-2C65-7FE6EAAAAF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5318E716-6564-DCF6-0ADF-1B5440B412B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559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5166479"/>
            <a:ext cx="11209360" cy="1009878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9D7B4829-A151-F160-74A7-953F2848A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259398"/>
            <a:ext cx="10515600" cy="1009878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71281818-ACE8-D64A-3A09-12A458B23C9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065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Left 1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303" y="610733"/>
            <a:ext cx="4400631" cy="531428"/>
          </a:xfrm>
        </p:spPr>
        <p:txBody>
          <a:bodyPr/>
          <a:lstStyle>
            <a:lvl1pPr>
              <a:defRPr b="0" i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304" y="1549392"/>
            <a:ext cx="4400631" cy="4785360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19870" y="3691"/>
            <a:ext cx="7150360" cy="68580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09E7D38-1EB7-DC73-2C65-7FE6EAAAAF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904B87D0-2616-6A9C-1E3A-C0A3AAF5858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51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Right 2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052" y="487681"/>
            <a:ext cx="7350931" cy="531428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894BEB0-D61D-4A64-9596-8FB93E85A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2051" y="1117949"/>
            <a:ext cx="7350931" cy="349776"/>
          </a:xfrm>
        </p:spPr>
        <p:txBody>
          <a:bodyPr wrap="square" tIns="0">
            <a:spAutoFit/>
          </a:bodyPr>
          <a:lstStyle>
            <a:lvl1pPr marL="0" indent="0">
              <a:buNone/>
              <a:defRPr sz="2133" b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if needed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1584960"/>
            <a:ext cx="7350931" cy="4785360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</a:defRPr>
            </a:lvl1pPr>
            <a:lvl2pPr>
              <a:defRPr>
                <a:solidFill>
                  <a:schemeClr val="accent5"/>
                </a:solidFill>
                <a:latin typeface="+mn-lt"/>
              </a:defRPr>
            </a:lvl2pPr>
            <a:lvl3pPr>
              <a:defRPr>
                <a:solidFill>
                  <a:schemeClr val="accent5"/>
                </a:solidFill>
                <a:latin typeface="+mn-lt"/>
              </a:defRPr>
            </a:lvl3pPr>
            <a:lvl4pPr>
              <a:defRPr>
                <a:solidFill>
                  <a:schemeClr val="accent5"/>
                </a:solidFill>
                <a:latin typeface="+mn-lt"/>
              </a:defRPr>
            </a:lvl4pPr>
            <a:lvl5pPr>
              <a:defRPr>
                <a:solidFill>
                  <a:schemeClr val="accent5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10552" y="0"/>
            <a:ext cx="3981449" cy="68580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AB908FE8-D744-608D-FD9E-0C7CA10818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719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746" y="487681"/>
            <a:ext cx="5430181" cy="531428"/>
          </a:xfrm>
        </p:spPr>
        <p:txBody>
          <a:bodyPr/>
          <a:lstStyle>
            <a:lvl1pPr>
              <a:defRPr b="0" i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894BEB0-D61D-4A64-9596-8FB93E85A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0746" y="1163449"/>
            <a:ext cx="5430181" cy="349776"/>
          </a:xfrm>
        </p:spPr>
        <p:txBody>
          <a:bodyPr wrap="square" tIns="0">
            <a:spAutoFit/>
          </a:bodyPr>
          <a:lstStyle>
            <a:lvl1pPr marL="0" indent="0">
              <a:buNone/>
              <a:defRPr sz="2133" b="0">
                <a:solidFill>
                  <a:schemeClr val="accent5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Subtitle if needed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136" y="1584960"/>
            <a:ext cx="5430181" cy="4785360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71684" y="0"/>
            <a:ext cx="5918200" cy="68580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121B95-703C-D55D-BF4F-3E6CF59654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1A7054F8-BAA4-0C19-4C22-F3ECEF48FAD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979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68273" y="487681"/>
            <a:ext cx="5430181" cy="531428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894BEB0-D61D-4A64-9596-8FB93E85A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68273" y="1176262"/>
            <a:ext cx="5430181" cy="349776"/>
          </a:xfrm>
        </p:spPr>
        <p:txBody>
          <a:bodyPr wrap="square" tIns="0">
            <a:spAutoFit/>
          </a:bodyPr>
          <a:lstStyle>
            <a:lvl1pPr marL="0" indent="0">
              <a:buNone/>
              <a:defRPr sz="2133" b="0">
                <a:solidFill>
                  <a:schemeClr val="accent5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Subtitle if needed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8273" y="1584960"/>
            <a:ext cx="5430181" cy="4658822"/>
          </a:xfrm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5918200" cy="68580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39D744E6-E74A-1652-D0F5-7D889B7FAA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442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and intruding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1584960"/>
            <a:ext cx="5426880" cy="4785360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</a:defRPr>
            </a:lvl1pPr>
            <a:lvl2pPr>
              <a:defRPr>
                <a:solidFill>
                  <a:schemeClr val="accent5"/>
                </a:solidFill>
                <a:latin typeface="+mn-lt"/>
              </a:defRPr>
            </a:lvl2pPr>
            <a:lvl3pPr>
              <a:defRPr>
                <a:solidFill>
                  <a:schemeClr val="accent5"/>
                </a:solidFill>
                <a:latin typeface="+mn-lt"/>
              </a:defRPr>
            </a:lvl3pPr>
            <a:lvl4pPr>
              <a:defRPr>
                <a:solidFill>
                  <a:schemeClr val="accent5"/>
                </a:solidFill>
                <a:latin typeface="+mn-lt"/>
              </a:defRPr>
            </a:lvl4pPr>
            <a:lvl5pPr>
              <a:defRPr>
                <a:solidFill>
                  <a:schemeClr val="accent5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E5AD3FD9-5B0C-46BE-A071-C012F798CB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60987" y="895738"/>
            <a:ext cx="6359847" cy="5066523"/>
          </a:xfrm>
          <a:prstGeom prst="roundRect">
            <a:avLst>
              <a:gd name="adj" fmla="val 4059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EC94FC8-6A64-7AE0-4DCD-B2341FA78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259398"/>
            <a:ext cx="5516584" cy="1009878"/>
          </a:xfrm>
        </p:spPr>
        <p:txBody>
          <a:bodyPr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F5D34AB3-5594-6B43-43D4-8DDE60EF54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328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Content and Picture Ins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265978C-1542-C937-848D-94F11105CB47}"/>
              </a:ext>
            </a:extLst>
          </p:cNvPr>
          <p:cNvSpPr txBox="1">
            <a:spLocks/>
          </p:cNvSpPr>
          <p:nvPr userDrawn="1"/>
        </p:nvSpPr>
        <p:spPr>
          <a:xfrm>
            <a:off x="5834270" y="4012189"/>
            <a:ext cx="3668960" cy="11333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Black" panose="020B0004020202020204" pitchFamily="34" charset="0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endParaRPr lang="en-US" sz="3600">
              <a:solidFill>
                <a:schemeClr val="bg1"/>
              </a:solidFill>
              <a:latin typeface="Aptos Black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EAC0F2F-5A34-CBCF-1CE5-4C63B1B8EC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82543"/>
            <a:ext cx="5181600" cy="4351338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  <a:latin typeface="+mn-lt"/>
                <a:cs typeface="Poppins Medium" panose="000006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Picture Placeholder 1">
            <a:extLst>
              <a:ext uri="{FF2B5EF4-FFF2-40B4-BE49-F238E27FC236}">
                <a16:creationId xmlns:a16="http://schemas.microsoft.com/office/drawing/2014/main" id="{97C7A487-723C-8EAF-33A3-0E6CEF81F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99583" y="1682543"/>
            <a:ext cx="5075582" cy="4351338"/>
          </a:xfrm>
          <a:prstGeom prst="roundRect">
            <a:avLst>
              <a:gd name="adj" fmla="val 3294"/>
            </a:avLst>
          </a:prstGeom>
          <a:noFill/>
          <a:ln w="38100">
            <a:solidFill>
              <a:schemeClr val="accent1"/>
            </a:solidFill>
          </a:ln>
          <a:effectLst>
            <a:glow rad="38100">
              <a:schemeClr val="accent2"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FA0A056-05EC-1674-3BCD-A8417F38D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B16157D1-CB4F-14E1-1727-2C40CD6B7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ECCC8CFF-2305-7F24-3972-0EC51013E3E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3306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32E5C3F4-3663-B0DA-D297-92566BFCDF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5A1374C-277A-2675-F8EB-3BEC0D00F3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9138" y="1595438"/>
            <a:ext cx="10515394" cy="169085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accent5"/>
                </a:solidFill>
              </a:defRPr>
            </a:lvl1pPr>
            <a:lvl2pPr>
              <a:defRPr sz="2000">
                <a:solidFill>
                  <a:schemeClr val="accent5"/>
                </a:solidFill>
              </a:defRPr>
            </a:lvl2pPr>
            <a:lvl3pPr>
              <a:defRPr sz="1800">
                <a:solidFill>
                  <a:schemeClr val="accent5"/>
                </a:solidFill>
              </a:defRPr>
            </a:lvl3pPr>
            <a:lvl4pPr>
              <a:defRPr sz="1600">
                <a:solidFill>
                  <a:schemeClr val="accent5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D6A764E-8FF8-C8E5-6D39-B3477E7F861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8932" y="3571703"/>
            <a:ext cx="3374569" cy="2278589"/>
          </a:xfrm>
          <a:prstGeom prst="roundRect">
            <a:avLst>
              <a:gd name="adj" fmla="val 1025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FBC179B-4E5F-7167-606B-7404A311574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89447" y="3590360"/>
            <a:ext cx="3374569" cy="2278589"/>
          </a:xfrm>
          <a:prstGeom prst="roundRect">
            <a:avLst>
              <a:gd name="adj" fmla="val 1025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6AAC06FD-1B4F-E3AE-9911-96DD5380CED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69294" y="3599688"/>
            <a:ext cx="3374569" cy="2278589"/>
          </a:xfrm>
          <a:prstGeom prst="roundRect">
            <a:avLst>
              <a:gd name="adj" fmla="val 1025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8727A32E-13A1-6D1E-5B43-8C3EA1610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E68C994E-DFBB-663A-C428-48666F0B9E2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6526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to-a-P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5" hasCustomPrompt="1"/>
          </p:nvPr>
        </p:nvSpPr>
        <p:spPr>
          <a:xfrm>
            <a:off x="554182" y="2178800"/>
            <a:ext cx="5263767" cy="1694329"/>
          </a:xfrm>
          <a:prstGeom prst="rect">
            <a:avLst/>
          </a:prstGeom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6372131" y="2178800"/>
            <a:ext cx="5265688" cy="1694329"/>
          </a:xfrm>
          <a:prstGeom prst="rect">
            <a:avLst/>
          </a:prstGeom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554182" y="4466250"/>
            <a:ext cx="5264727" cy="1694329"/>
          </a:xfrm>
          <a:prstGeom prst="rect">
            <a:avLst/>
          </a:prstGeom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85750" indent="-285750">
              <a:lnSpc>
                <a:spcPct val="100000"/>
              </a:lnSpc>
              <a:spcBef>
                <a:spcPts val="137"/>
              </a:spcBef>
              <a:buFont typeface="Arial" panose="020B0604020202020204" pitchFamily="34" charset="0"/>
              <a:buChar char="•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 marL="2743200" indent="0">
              <a:lnSpc>
                <a:spcPct val="100000"/>
              </a:lnSpc>
              <a:spcBef>
                <a:spcPts val="137"/>
              </a:spcBef>
              <a:buNone/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 5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6374052" y="4466250"/>
            <a:ext cx="5263767" cy="1694329"/>
          </a:xfrm>
          <a:prstGeom prst="rect">
            <a:avLst/>
          </a:prstGeom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85750" indent="-285750">
              <a:lnSpc>
                <a:spcPct val="100000"/>
              </a:lnSpc>
              <a:spcBef>
                <a:spcPts val="137"/>
              </a:spcBef>
              <a:buFont typeface="Arial" panose="020B0604020202020204" pitchFamily="34" charset="0"/>
              <a:buChar char="•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004889" indent="0">
              <a:lnSpc>
                <a:spcPct val="100000"/>
              </a:lnSpc>
              <a:spcBef>
                <a:spcPts val="137"/>
              </a:spcBef>
              <a:buFont typeface="Arial" panose="020B0604020202020204" pitchFamily="34" charset="0"/>
              <a:buNone/>
              <a:defRPr sz="1236">
                <a:solidFill>
                  <a:schemeClr val="accent5"/>
                </a:solidFill>
              </a:defRPr>
            </a:lvl6pPr>
            <a:lvl7pPr marL="2743200" indent="0">
              <a:lnSpc>
                <a:spcPct val="100000"/>
              </a:lnSpc>
              <a:spcBef>
                <a:spcPts val="137"/>
              </a:spcBef>
              <a:buNone/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25" name="Content Placeholder 13"/>
          <p:cNvSpPr>
            <a:spLocks noGrp="1"/>
          </p:cNvSpPr>
          <p:nvPr>
            <p:ph sz="quarter" idx="17" hasCustomPrompt="1"/>
          </p:nvPr>
        </p:nvSpPr>
        <p:spPr>
          <a:xfrm>
            <a:off x="554181" y="1170105"/>
            <a:ext cx="11083636" cy="2739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US" sz="2133" b="0" kern="1200" dirty="0">
                <a:solidFill>
                  <a:schemeClr val="accent5"/>
                </a:solidFill>
                <a:latin typeface="+mj-lt"/>
                <a:ea typeface="+mn-ea"/>
                <a:cs typeface="Poppins" panose="00000500000000000000" pitchFamily="2" charset="0"/>
              </a:defRPr>
            </a:lvl1pPr>
            <a:lvl2pPr marL="316500" indent="-314028">
              <a:buFont typeface="Symbol" panose="05050102010706020507" pitchFamily="18" charset="2"/>
              <a:buChar char=""/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 dirty="0"/>
              <a:t>Message Text</a:t>
            </a:r>
          </a:p>
        </p:txBody>
      </p:sp>
      <p:sp>
        <p:nvSpPr>
          <p:cNvPr id="7" name="shp_SDPTitle"/>
          <p:cNvSpPr>
            <a:spLocks noGrp="1"/>
          </p:cNvSpPr>
          <p:nvPr>
            <p:ph type="dt" sz="half" idx="10"/>
          </p:nvPr>
        </p:nvSpPr>
        <p:spPr>
          <a:xfrm>
            <a:off x="6096001" y="-453643"/>
            <a:ext cx="5541818" cy="161365"/>
          </a:xfrm>
          <a:prstGeom prst="rect">
            <a:avLst/>
          </a:prstGeom>
        </p:spPr>
        <p:txBody>
          <a:bodyPr vert="horz" wrap="square" lIns="45720" tIns="0" rIns="0" bIns="27432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lang="en-US" sz="1099" b="0" i="0" kern="1200" cap="all" spc="275" baseline="0" smtClean="0">
                <a:solidFill>
                  <a:srgbClr val="E6E6E6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hp_PresTitle"/>
          <p:cNvSpPr>
            <a:spLocks noGrp="1"/>
          </p:cNvSpPr>
          <p:nvPr>
            <p:ph type="ftr" sz="quarter" idx="11"/>
          </p:nvPr>
        </p:nvSpPr>
        <p:spPr>
          <a:xfrm>
            <a:off x="554182" y="-453643"/>
            <a:ext cx="9310255" cy="161365"/>
          </a:xfrm>
          <a:prstGeom prst="rect">
            <a:avLst/>
          </a:prstGeom>
        </p:spPr>
        <p:txBody>
          <a:bodyPr vert="horz" lIns="0" tIns="0" rIns="3291840" bIns="27432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lang="en-US" sz="1099" b="0" i="0" kern="1200" cap="all" spc="275" baseline="0" smtClean="0">
                <a:solidFill>
                  <a:srgbClr val="E6E6E6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4182" y="1914754"/>
            <a:ext cx="5263767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5966529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21"/>
          </p:nvPr>
        </p:nvSpPr>
        <p:spPr>
          <a:xfrm>
            <a:off x="6372131" y="1914754"/>
            <a:ext cx="5265688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5966529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23"/>
          </p:nvPr>
        </p:nvSpPr>
        <p:spPr>
          <a:xfrm>
            <a:off x="554181" y="4202204"/>
            <a:ext cx="5264727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5966529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25"/>
          </p:nvPr>
        </p:nvSpPr>
        <p:spPr>
          <a:xfrm>
            <a:off x="6374052" y="4202204"/>
            <a:ext cx="5263767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5966529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EA254D8-B036-2190-97EF-02A52F3ED6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7A994474-C32F-F40E-FD59-6933F5C7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F3093AAD-750C-902E-D015-9D01ECEA599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7813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to-a-P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5" hasCustomPrompt="1"/>
          </p:nvPr>
        </p:nvSpPr>
        <p:spPr>
          <a:xfrm>
            <a:off x="554183" y="2178800"/>
            <a:ext cx="3325091" cy="1694329"/>
          </a:xfrm>
          <a:prstGeom prst="roundRect">
            <a:avLst>
              <a:gd name="adj" fmla="val 5764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26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4433455" y="2178800"/>
            <a:ext cx="3325091" cy="1694329"/>
          </a:xfrm>
          <a:prstGeom prst="roundRect">
            <a:avLst>
              <a:gd name="adj" fmla="val 6855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8312727" y="2178800"/>
            <a:ext cx="3325091" cy="1694329"/>
          </a:xfrm>
          <a:prstGeom prst="roundRect">
            <a:avLst>
              <a:gd name="adj" fmla="val 6855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554183" y="4420062"/>
            <a:ext cx="3325091" cy="1694329"/>
          </a:xfrm>
          <a:prstGeom prst="roundRect">
            <a:avLst>
              <a:gd name="adj" fmla="val 6855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17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4433455" y="4420062"/>
            <a:ext cx="3325091" cy="1694329"/>
          </a:xfrm>
          <a:prstGeom prst="roundRect">
            <a:avLst>
              <a:gd name="adj" fmla="val 6855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8312727" y="4420062"/>
            <a:ext cx="3325091" cy="1694329"/>
          </a:xfrm>
          <a:prstGeom prst="roundRect">
            <a:avLst>
              <a:gd name="adj" fmla="val 6855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4183" y="1914754"/>
            <a:ext cx="3325091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3768334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19"/>
          </p:nvPr>
        </p:nvSpPr>
        <p:spPr>
          <a:xfrm>
            <a:off x="4433455" y="1914754"/>
            <a:ext cx="3325091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3768334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21"/>
          </p:nvPr>
        </p:nvSpPr>
        <p:spPr>
          <a:xfrm>
            <a:off x="8312727" y="1914754"/>
            <a:ext cx="3325091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3768334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25"/>
          </p:nvPr>
        </p:nvSpPr>
        <p:spPr>
          <a:xfrm>
            <a:off x="554183" y="4156016"/>
            <a:ext cx="3325091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Font typeface="Arial" panose="020B0604020202020204" pitchFamily="34" charset="0"/>
              <a:buNone/>
              <a:tabLst>
                <a:tab pos="3768334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idx="27"/>
          </p:nvPr>
        </p:nvSpPr>
        <p:spPr>
          <a:xfrm>
            <a:off x="4433455" y="4156016"/>
            <a:ext cx="3325091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3768334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29"/>
          </p:nvPr>
        </p:nvSpPr>
        <p:spPr>
          <a:xfrm>
            <a:off x="8312727" y="4156016"/>
            <a:ext cx="3325091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3768334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7D634A0-0A20-7C31-9BDC-A2736DFE54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8ABB606A-3BC9-C46A-531A-091AFFBAC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3">
            <a:extLst>
              <a:ext uri="{FF2B5EF4-FFF2-40B4-BE49-F238E27FC236}">
                <a16:creationId xmlns:a16="http://schemas.microsoft.com/office/drawing/2014/main" id="{5B60BDF0-4865-7362-FB78-97D83DBB723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54181" y="1170105"/>
            <a:ext cx="11083636" cy="2739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US" sz="2133" b="0" kern="1200" dirty="0">
                <a:solidFill>
                  <a:schemeClr val="accent5"/>
                </a:solidFill>
                <a:latin typeface="+mj-lt"/>
                <a:ea typeface="+mn-ea"/>
                <a:cs typeface="Poppins" panose="00000500000000000000" pitchFamily="2" charset="0"/>
              </a:defRPr>
            </a:lvl1pPr>
            <a:lvl2pPr marL="316500" indent="-314028">
              <a:buFont typeface="Symbol" panose="05050102010706020507" pitchFamily="18" charset="2"/>
              <a:buChar char=""/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 dirty="0"/>
              <a:t>Message Text</a:t>
            </a:r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90EE3482-0A68-62CD-D7BA-14ABE350EA6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936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bove title and 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E2212D-572D-48C4-8896-AB4425DE9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948" y="4991068"/>
            <a:ext cx="5491073" cy="1239338"/>
          </a:xfrm>
        </p:spPr>
        <p:txBody>
          <a:bodyPr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622C89-C81C-CCA3-78FF-ECEDDA9A64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78252" y="4997817"/>
            <a:ext cx="4939645" cy="123933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accent5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CB23C0C-16C3-7820-3F2E-3F48329BE02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1999" cy="473225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A77F091-BCE5-0EB0-5EF1-F5F4707577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DDED3238-25EA-37B9-DE74-9FDEC0E3314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515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tails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E2212D-572D-48C4-8896-AB4425DE9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696" y="225105"/>
            <a:ext cx="5491073" cy="123933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622C89-C81C-CCA3-78FF-ECEDDA9A64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0" y="231854"/>
            <a:ext cx="4939645" cy="123933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A77F091-BCE5-0EB0-5EF1-F5F4707577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52A6679B-5074-ADE1-D534-B2D3C05380C1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0" y="1847274"/>
            <a:ext cx="12191999" cy="4322618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pic>
        <p:nvPicPr>
          <p:cNvPr id="6" name="Picture 5" descr="A black and grey logo&#10;&#10;AI-generated content may be incorrect.">
            <a:extLst>
              <a:ext uri="{FF2B5EF4-FFF2-40B4-BE49-F238E27FC236}">
                <a16:creationId xmlns:a16="http://schemas.microsoft.com/office/drawing/2014/main" id="{F2810511-1EC8-0082-7970-0F76BD869A9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99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wo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29D21-9EC6-4E91-B725-D201834437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951" y="1143338"/>
            <a:ext cx="11214099" cy="4576527"/>
          </a:xfrm>
        </p:spPr>
        <p:txBody>
          <a:bodyPr anchor="ctr">
            <a:normAutofit/>
          </a:bodyPr>
          <a:lstStyle>
            <a:lvl1pPr algn="ctr">
              <a:defRPr sz="8800" b="0" i="0">
                <a:latin typeface="+mj-lt"/>
                <a:cs typeface="Poppins" panose="00000500000000000000" pitchFamily="2" charset="0"/>
              </a:defRPr>
            </a:lvl1pPr>
          </a:lstStyle>
          <a:p>
            <a:r>
              <a:rPr lang="en-US"/>
              <a:t>Keyword slide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C8E286B-1138-042A-695E-6D4C499DD6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01521360-6FD0-3C73-C3F2-47061B669B2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234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Keywo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8F0D8A42-33CC-984C-7EDA-50BD05681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89884" cy="68580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8800" b="0" i="0" dirty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pPr lvl="0" algn="ctr">
              <a:spcBef>
                <a:spcPct val="0"/>
              </a:spcBef>
            </a:pPr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BE99269-A3E1-D985-57D1-3E765ED6D9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65A7E109-C779-7004-007F-0260B1D2D24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016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5C1CF-4083-E7EF-00EE-FF1A99AF34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51709"/>
            <a:ext cx="5181600" cy="4625254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 marL="6858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 marL="11430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 marL="16002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 marL="20574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B9F30E-CF9C-0B05-3435-5A43F90D2E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51709"/>
            <a:ext cx="5181600" cy="4625254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 marL="6858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 marL="11430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 marL="16002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 marL="20574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DC373EE-DD46-DF07-7F2D-ED1E3422F4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11A81E7F-D137-AC94-D1F7-73F6257B7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B82B70A4-F12F-5DE4-A79E-31E54B710E5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807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515EF0F8-97CE-0E22-9B4D-F922AF8EAD62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457200" y="1213605"/>
            <a:ext cx="5752410" cy="1474177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b="0" kern="1200" dirty="0">
                <a:solidFill>
                  <a:schemeClr val="bg1"/>
                </a:solidFill>
                <a:latin typeface="+mj-lt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B055B569-D144-2B96-C2C6-1FA81130FA72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457200" y="2939110"/>
            <a:ext cx="5527964" cy="1334381"/>
          </a:xfrm>
        </p:spPr>
        <p:txBody>
          <a:bodyPr>
            <a:normAutofit/>
          </a:bodyPr>
          <a:lstStyle>
            <a:lvl1pPr marL="0" indent="0">
              <a:buNone/>
              <a:defRPr kumimoji="0" lang="en-US" sz="1600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59BAD2A-8D2F-72F2-F057-19DA028AEE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66629" y="1415834"/>
            <a:ext cx="2514140" cy="847077"/>
          </a:xfrm>
        </p:spPr>
        <p:txBody>
          <a:bodyPr>
            <a:noAutofit/>
            <a:scene3d>
              <a:camera prst="orthographicFront"/>
              <a:lightRig rig="threePt" dir="t">
                <a:rot lat="0" lon="0" rev="3000000"/>
              </a:lightRig>
            </a:scene3d>
            <a:sp3d extrusionH="57150" contourW="19050" prstMaterial="metal">
              <a:bevelT w="38100" h="38100"/>
              <a:bevelB w="38100" h="38100"/>
              <a:contourClr>
                <a:schemeClr val="accent6"/>
              </a:contourClr>
            </a:sp3d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5400" kern="1200" dirty="0">
                <a:solidFill>
                  <a:schemeClr val="accent5"/>
                </a:solidFill>
                <a:latin typeface="+mj-lt"/>
                <a:ea typeface="+mn-ea"/>
                <a:cs typeface="Poppins Medium" panose="00000600000000000000" pitchFamily="2" charset="0"/>
              </a:defRPr>
            </a:lvl1pPr>
            <a:lvl2pPr marL="4572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2pPr>
            <a:lvl3pPr marL="9144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3pPr>
            <a:lvl4pPr marL="13716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4pPr>
            <a:lvl5pPr marL="18288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19" name="Text Placeholder 48">
            <a:extLst>
              <a:ext uri="{FF2B5EF4-FFF2-40B4-BE49-F238E27FC236}">
                <a16:creationId xmlns:a16="http://schemas.microsoft.com/office/drawing/2014/main" id="{4C38F370-7D64-2116-AFC3-72C3AD901A8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657694"/>
            <a:ext cx="5527964" cy="458646"/>
          </a:xfrm>
        </p:spPr>
        <p:txBody>
          <a:bodyPr>
            <a:normAutofit/>
          </a:bodyPr>
          <a:lstStyle>
            <a:lvl1pPr marL="0" indent="0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48">
            <a:extLst>
              <a:ext uri="{FF2B5EF4-FFF2-40B4-BE49-F238E27FC236}">
                <a16:creationId xmlns:a16="http://schemas.microsoft.com/office/drawing/2014/main" id="{18F327C6-6FAD-E7BF-B7BF-6FAAC9946C5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54375" y="942248"/>
            <a:ext cx="2338648" cy="458646"/>
          </a:xfrm>
        </p:spPr>
        <p:txBody>
          <a:bodyPr anchor="b">
            <a:normAutofit/>
          </a:bodyPr>
          <a:lstStyle>
            <a:lvl1pPr marL="0" indent="0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Qualifier</a:t>
            </a:r>
          </a:p>
        </p:txBody>
      </p:sp>
      <p:sp>
        <p:nvSpPr>
          <p:cNvPr id="21" name="Text Placeholder 48">
            <a:extLst>
              <a:ext uri="{FF2B5EF4-FFF2-40B4-BE49-F238E27FC236}">
                <a16:creationId xmlns:a16="http://schemas.microsoft.com/office/drawing/2014/main" id="{725613CB-B711-BA66-79AB-72C08156FC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56684" y="2264244"/>
            <a:ext cx="2338648" cy="84707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Details</a:t>
            </a:r>
          </a:p>
        </p:txBody>
      </p:sp>
      <p:sp>
        <p:nvSpPr>
          <p:cNvPr id="23" name="Text Placeholder 48">
            <a:extLst>
              <a:ext uri="{FF2B5EF4-FFF2-40B4-BE49-F238E27FC236}">
                <a16:creationId xmlns:a16="http://schemas.microsoft.com/office/drawing/2014/main" id="{E50904DE-B040-6AA2-341D-BE1B13B8BB9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12772" y="947092"/>
            <a:ext cx="2338648" cy="458646"/>
          </a:xfrm>
        </p:spPr>
        <p:txBody>
          <a:bodyPr anchor="b">
            <a:normAutofit/>
          </a:bodyPr>
          <a:lstStyle>
            <a:lvl1pPr marL="0" indent="0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Qualifier</a:t>
            </a:r>
          </a:p>
        </p:txBody>
      </p:sp>
      <p:sp>
        <p:nvSpPr>
          <p:cNvPr id="24" name="Text Placeholder 48">
            <a:extLst>
              <a:ext uri="{FF2B5EF4-FFF2-40B4-BE49-F238E27FC236}">
                <a16:creationId xmlns:a16="http://schemas.microsoft.com/office/drawing/2014/main" id="{E2970DCC-E00E-47AB-123B-5BF1AA1FC8E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19241" y="2273481"/>
            <a:ext cx="2338648" cy="84707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Details</a:t>
            </a:r>
          </a:p>
        </p:txBody>
      </p:sp>
      <p:sp>
        <p:nvSpPr>
          <p:cNvPr id="26" name="Text Placeholder 48">
            <a:extLst>
              <a:ext uri="{FF2B5EF4-FFF2-40B4-BE49-F238E27FC236}">
                <a16:creationId xmlns:a16="http://schemas.microsoft.com/office/drawing/2014/main" id="{F90B4A5C-A5AA-729F-D8A5-47B3DF11D68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89472" y="3855441"/>
            <a:ext cx="2338648" cy="458646"/>
          </a:xfrm>
        </p:spPr>
        <p:txBody>
          <a:bodyPr anchor="b">
            <a:normAutofit/>
          </a:bodyPr>
          <a:lstStyle>
            <a:lvl1pPr marL="0" indent="0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Qualifier</a:t>
            </a:r>
          </a:p>
        </p:txBody>
      </p:sp>
      <p:sp>
        <p:nvSpPr>
          <p:cNvPr id="27" name="Text Placeholder 48">
            <a:extLst>
              <a:ext uri="{FF2B5EF4-FFF2-40B4-BE49-F238E27FC236}">
                <a16:creationId xmlns:a16="http://schemas.microsoft.com/office/drawing/2014/main" id="{A264AFBB-FABE-A1BA-CB7A-1BCAE1BC58B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42124" y="5191045"/>
            <a:ext cx="2338648" cy="84707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Details</a:t>
            </a:r>
          </a:p>
        </p:txBody>
      </p:sp>
      <p:sp>
        <p:nvSpPr>
          <p:cNvPr id="29" name="Text Placeholder 48">
            <a:extLst>
              <a:ext uri="{FF2B5EF4-FFF2-40B4-BE49-F238E27FC236}">
                <a16:creationId xmlns:a16="http://schemas.microsoft.com/office/drawing/2014/main" id="{A92E53F5-F19E-0921-777B-9DF035F1EF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429393" y="3833665"/>
            <a:ext cx="2338648" cy="458646"/>
          </a:xfrm>
        </p:spPr>
        <p:txBody>
          <a:bodyPr anchor="b">
            <a:normAutofit/>
          </a:bodyPr>
          <a:lstStyle>
            <a:lvl1pPr marL="0" indent="0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Qualifier</a:t>
            </a:r>
          </a:p>
        </p:txBody>
      </p:sp>
      <p:sp>
        <p:nvSpPr>
          <p:cNvPr id="30" name="Text Placeholder 48">
            <a:extLst>
              <a:ext uri="{FF2B5EF4-FFF2-40B4-BE49-F238E27FC236}">
                <a16:creationId xmlns:a16="http://schemas.microsoft.com/office/drawing/2014/main" id="{027C6114-3E4E-0349-DB91-CEA0885B832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02368" y="5161164"/>
            <a:ext cx="2338648" cy="84707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Details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0DF0EC1E-3522-50C3-E0ED-9BF15C62C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26876" y="1439042"/>
            <a:ext cx="2514140" cy="847077"/>
          </a:xfrm>
        </p:spPr>
        <p:txBody>
          <a:bodyPr>
            <a:noAutofit/>
            <a:scene3d>
              <a:camera prst="orthographicFront"/>
              <a:lightRig rig="threePt" dir="t">
                <a:rot lat="0" lon="0" rev="3000000"/>
              </a:lightRig>
            </a:scene3d>
            <a:sp3d extrusionH="57150" contourW="19050" prstMaterial="metal">
              <a:bevelT w="38100" h="38100"/>
              <a:bevelB w="38100" h="38100"/>
              <a:contourClr>
                <a:schemeClr val="accent6"/>
              </a:contourClr>
            </a:sp3d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5400" kern="1200" dirty="0">
                <a:solidFill>
                  <a:schemeClr val="accent5"/>
                </a:solidFill>
                <a:latin typeface="+mj-lt"/>
                <a:ea typeface="+mn-ea"/>
                <a:cs typeface="Poppins Medium" panose="00000600000000000000" pitchFamily="2" charset="0"/>
              </a:defRPr>
            </a:lvl1pPr>
            <a:lvl2pPr marL="4572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2pPr>
            <a:lvl3pPr marL="9144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3pPr>
            <a:lvl4pPr marL="13716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4pPr>
            <a:lvl5pPr marL="18288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2E971B52-39C8-95BC-D14D-309C3A1B059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71458" y="4314087"/>
            <a:ext cx="2514140" cy="847077"/>
          </a:xfrm>
        </p:spPr>
        <p:txBody>
          <a:bodyPr>
            <a:noAutofit/>
            <a:scene3d>
              <a:camera prst="orthographicFront"/>
              <a:lightRig rig="threePt" dir="t">
                <a:rot lat="0" lon="0" rev="3000000"/>
              </a:lightRig>
            </a:scene3d>
            <a:sp3d extrusionH="57150" contourW="19050" prstMaterial="metal">
              <a:bevelT w="38100" h="38100"/>
              <a:bevelB w="38100" h="38100"/>
              <a:contourClr>
                <a:schemeClr val="accent6"/>
              </a:contourClr>
            </a:sp3d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5400" kern="1200" dirty="0">
                <a:solidFill>
                  <a:schemeClr val="accent5"/>
                </a:solidFill>
                <a:latin typeface="+mj-lt"/>
                <a:ea typeface="+mn-ea"/>
                <a:cs typeface="Poppins Medium" panose="00000600000000000000" pitchFamily="2" charset="0"/>
              </a:defRPr>
            </a:lvl1pPr>
            <a:lvl2pPr marL="4572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2pPr>
            <a:lvl3pPr marL="9144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3pPr>
            <a:lvl4pPr marL="13716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4pPr>
            <a:lvl5pPr marL="18288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4A85916-F438-07AE-2207-3BF7500914B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4378" y="4343968"/>
            <a:ext cx="2514140" cy="847077"/>
          </a:xfrm>
        </p:spPr>
        <p:txBody>
          <a:bodyPr>
            <a:noAutofit/>
            <a:scene3d>
              <a:camera prst="orthographicFront"/>
              <a:lightRig rig="threePt" dir="t">
                <a:rot lat="0" lon="0" rev="3000000"/>
              </a:lightRig>
            </a:scene3d>
            <a:sp3d extrusionH="57150" contourW="19050" prstMaterial="metal">
              <a:bevelT w="38100" h="38100"/>
              <a:bevelB w="38100" h="38100"/>
              <a:contourClr>
                <a:schemeClr val="accent6"/>
              </a:contourClr>
            </a:sp3d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5400" kern="1200" dirty="0">
                <a:solidFill>
                  <a:schemeClr val="accent5"/>
                </a:solidFill>
                <a:latin typeface="+mj-lt"/>
                <a:ea typeface="+mn-ea"/>
                <a:cs typeface="Poppins Medium" panose="00000600000000000000" pitchFamily="2" charset="0"/>
              </a:defRPr>
            </a:lvl1pPr>
            <a:lvl2pPr marL="4572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2pPr>
            <a:lvl3pPr marL="9144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3pPr>
            <a:lvl4pPr marL="13716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4pPr>
            <a:lvl5pPr marL="18288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 dirty="0"/>
              <a:t>Claim</a:t>
            </a:r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6503C850-3AAD-D320-0010-6F524FBC4D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6981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B055B569-D144-2B96-C2C6-1FA81130FA72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22502" y="5044819"/>
            <a:ext cx="2743200" cy="469290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6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3365B4D-5860-D7E5-3D2B-C4CFFCA8C5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3200" y="6366607"/>
            <a:ext cx="1713225" cy="428862"/>
          </a:xfrm>
          <a:prstGeom prst="rect">
            <a:avLst/>
          </a:prstGeom>
        </p:spPr>
      </p:pic>
      <p:sp>
        <p:nvSpPr>
          <p:cNvPr id="19" name="Text Placeholder 48">
            <a:extLst>
              <a:ext uri="{FF2B5EF4-FFF2-40B4-BE49-F238E27FC236}">
                <a16:creationId xmlns:a16="http://schemas.microsoft.com/office/drawing/2014/main" id="{4C38F370-7D64-2116-AFC3-72C3AD901A8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2502" y="5531861"/>
            <a:ext cx="2735816" cy="45864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77570-45BC-C0CF-FBFC-BBB145CB2FF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22502" y="2162030"/>
            <a:ext cx="2743200" cy="2743200"/>
          </a:xfrm>
          <a:prstGeom prst="roundRect">
            <a:avLst>
              <a:gd name="adj" fmla="val 8586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7E36326-A118-E5BC-9E5E-22304EF81BE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192743" y="2162030"/>
            <a:ext cx="2743200" cy="2743200"/>
          </a:xfrm>
          <a:prstGeom prst="roundRect">
            <a:avLst>
              <a:gd name="adj" fmla="val 8586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BFA85F4-34AE-8A56-0AA0-FBE5B8C6A05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262984" y="2162030"/>
            <a:ext cx="2743200" cy="2743200"/>
          </a:xfrm>
          <a:prstGeom prst="roundRect">
            <a:avLst>
              <a:gd name="adj" fmla="val 8586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6668BA8-2E6B-3C76-B5D0-BB17181CE5D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9333225" y="2162030"/>
            <a:ext cx="2743200" cy="2743200"/>
          </a:xfrm>
          <a:prstGeom prst="roundRect">
            <a:avLst>
              <a:gd name="adj" fmla="val 8586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8">
            <a:extLst>
              <a:ext uri="{FF2B5EF4-FFF2-40B4-BE49-F238E27FC236}">
                <a16:creationId xmlns:a16="http://schemas.microsoft.com/office/drawing/2014/main" id="{A06FAF7B-9D2A-3C23-00C2-2D72F7B8943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192743" y="5044819"/>
            <a:ext cx="2743200" cy="469290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6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9" name="Text Placeholder 48">
            <a:extLst>
              <a:ext uri="{FF2B5EF4-FFF2-40B4-BE49-F238E27FC236}">
                <a16:creationId xmlns:a16="http://schemas.microsoft.com/office/drawing/2014/main" id="{2B58A56D-6E57-AEC7-E2B6-6A3941CF048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192743" y="5531861"/>
            <a:ext cx="2735816" cy="45864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48">
            <a:extLst>
              <a:ext uri="{FF2B5EF4-FFF2-40B4-BE49-F238E27FC236}">
                <a16:creationId xmlns:a16="http://schemas.microsoft.com/office/drawing/2014/main" id="{7F85A46E-B8B4-3B66-12A0-8858F8D6B7E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62984" y="5044819"/>
            <a:ext cx="2743200" cy="469290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6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1" name="Text Placeholder 48">
            <a:extLst>
              <a:ext uri="{FF2B5EF4-FFF2-40B4-BE49-F238E27FC236}">
                <a16:creationId xmlns:a16="http://schemas.microsoft.com/office/drawing/2014/main" id="{9F3FB04C-DFDC-709F-6DA2-D5657B0EC7F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62984" y="5531861"/>
            <a:ext cx="2735816" cy="45864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48">
            <a:extLst>
              <a:ext uri="{FF2B5EF4-FFF2-40B4-BE49-F238E27FC236}">
                <a16:creationId xmlns:a16="http://schemas.microsoft.com/office/drawing/2014/main" id="{AB3837D5-65F6-F26B-0AF0-B8CA2DB281D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333225" y="5044819"/>
            <a:ext cx="2743200" cy="469290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6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7" name="Text Placeholder 48">
            <a:extLst>
              <a:ext uri="{FF2B5EF4-FFF2-40B4-BE49-F238E27FC236}">
                <a16:creationId xmlns:a16="http://schemas.microsoft.com/office/drawing/2014/main" id="{0A621FDB-C09F-9882-464A-5252836BBE3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333225" y="5531861"/>
            <a:ext cx="2735816" cy="45864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B4913B24-FA82-ADBC-3F7F-917CAFFF9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A8BC9970-7626-18ED-63C1-B5724033BCC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1743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7A0704-507C-212E-4B19-9C94CCAD4F1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373563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+mn-lt"/>
                <a:cs typeface="Poppins" pitchFamily="2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79BE282C-671B-7E01-8740-8A7F466EEB4C}"/>
              </a:ext>
            </a:extLst>
          </p:cNvPr>
          <p:cNvSpPr/>
          <p:nvPr userDrawn="1"/>
        </p:nvSpPr>
        <p:spPr>
          <a:xfrm>
            <a:off x="914401" y="2255038"/>
            <a:ext cx="676656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+mn-ea"/>
              <a:cs typeface="Poppins" pitchFamily="2" charset="77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61502A4-5F5D-65C0-03BE-1F72B2BD0BD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401" y="2627382"/>
            <a:ext cx="6656044" cy="1719247"/>
          </a:xfrm>
        </p:spPr>
        <p:txBody>
          <a:bodyPr>
            <a:noAutofit/>
          </a:bodyPr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THANK YOU</a:t>
            </a:r>
          </a:p>
        </p:txBody>
      </p:sp>
      <p:grpSp>
        <p:nvGrpSpPr>
          <p:cNvPr id="4" name="Group 10">
            <a:extLst>
              <a:ext uri="{FF2B5EF4-FFF2-40B4-BE49-F238E27FC236}">
                <a16:creationId xmlns:a16="http://schemas.microsoft.com/office/drawing/2014/main" id="{9D372599-5F65-8CBA-1D98-016082E9633E}"/>
              </a:ext>
            </a:extLst>
          </p:cNvPr>
          <p:cNvGrpSpPr/>
          <p:nvPr userDrawn="1"/>
        </p:nvGrpSpPr>
        <p:grpSpPr>
          <a:xfrm flipV="1">
            <a:off x="626909" y="4939722"/>
            <a:ext cx="7250126" cy="764786"/>
            <a:chOff x="0" y="0"/>
            <a:chExt cx="1062419" cy="898977"/>
          </a:xfrm>
          <a:noFill/>
        </p:grpSpPr>
        <p:sp>
          <p:nvSpPr>
            <p:cNvPr id="7" name="Freeform 11">
              <a:extLst>
                <a:ext uri="{FF2B5EF4-FFF2-40B4-BE49-F238E27FC236}">
                  <a16:creationId xmlns:a16="http://schemas.microsoft.com/office/drawing/2014/main" id="{9CD53BA2-7E44-56E6-D652-83A3A753C24F}"/>
                </a:ext>
              </a:extLst>
            </p:cNvPr>
            <p:cNvSpPr/>
            <p:nvPr/>
          </p:nvSpPr>
          <p:spPr>
            <a:xfrm>
              <a:off x="0" y="0"/>
              <a:ext cx="1062419" cy="898977"/>
            </a:xfrm>
            <a:custGeom>
              <a:avLst/>
              <a:gdLst/>
              <a:ahLst/>
              <a:cxnLst/>
              <a:rect l="l" t="t" r="r" b="b"/>
              <a:pathLst>
                <a:path w="1062419" h="898977">
                  <a:moveTo>
                    <a:pt x="46061" y="0"/>
                  </a:moveTo>
                  <a:lnTo>
                    <a:pt x="1016357" y="0"/>
                  </a:lnTo>
                  <a:cubicBezTo>
                    <a:pt x="1028573" y="0"/>
                    <a:pt x="1040289" y="4853"/>
                    <a:pt x="1048927" y="13491"/>
                  </a:cubicBezTo>
                  <a:cubicBezTo>
                    <a:pt x="1057566" y="22129"/>
                    <a:pt x="1062419" y="33845"/>
                    <a:pt x="1062419" y="46061"/>
                  </a:cubicBezTo>
                  <a:lnTo>
                    <a:pt x="1062419" y="852916"/>
                  </a:lnTo>
                  <a:cubicBezTo>
                    <a:pt x="1062419" y="878355"/>
                    <a:pt x="1041796" y="898977"/>
                    <a:pt x="1016357" y="898977"/>
                  </a:cubicBezTo>
                  <a:lnTo>
                    <a:pt x="46061" y="898977"/>
                  </a:lnTo>
                  <a:cubicBezTo>
                    <a:pt x="33845" y="898977"/>
                    <a:pt x="22129" y="894124"/>
                    <a:pt x="13491" y="885486"/>
                  </a:cubicBezTo>
                  <a:cubicBezTo>
                    <a:pt x="4853" y="876848"/>
                    <a:pt x="0" y="865132"/>
                    <a:pt x="0" y="852916"/>
                  </a:cubicBezTo>
                  <a:lnTo>
                    <a:pt x="0" y="46061"/>
                  </a:lnTo>
                  <a:cubicBezTo>
                    <a:pt x="0" y="33845"/>
                    <a:pt x="4853" y="22129"/>
                    <a:pt x="13491" y="13491"/>
                  </a:cubicBezTo>
                  <a:cubicBezTo>
                    <a:pt x="22129" y="4853"/>
                    <a:pt x="33845" y="0"/>
                    <a:pt x="46061" y="0"/>
                  </a:cubicBezTo>
                  <a:close/>
                </a:path>
              </a:pathLst>
            </a:custGeom>
            <a:grpFill/>
            <a:ln cap="rnd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Poppins" pitchFamily="2" charset="77"/>
              </a:endParaRPr>
            </a:p>
          </p:txBody>
        </p:sp>
        <p:sp>
          <p:nvSpPr>
            <p:cNvPr id="9" name="TextBox 12">
              <a:extLst>
                <a:ext uri="{FF2B5EF4-FFF2-40B4-BE49-F238E27FC236}">
                  <a16:creationId xmlns:a16="http://schemas.microsoft.com/office/drawing/2014/main" id="{639B46FF-1867-AD34-F177-B306F16BBDD8}"/>
                </a:ext>
              </a:extLst>
            </p:cNvPr>
            <p:cNvSpPr txBox="1"/>
            <p:nvPr/>
          </p:nvSpPr>
          <p:spPr>
            <a:xfrm>
              <a:off x="0" y="0"/>
              <a:ext cx="1062419" cy="898977"/>
            </a:xfrm>
            <a:prstGeom prst="rect">
              <a:avLst/>
            </a:prstGeom>
            <a:grpFill/>
            <a:ln cap="rnd">
              <a:noFill/>
              <a:prstDash val="solid"/>
              <a:round/>
            </a:ln>
          </p:spPr>
          <p:txBody>
            <a:bodyPr/>
            <a:lstStyle>
              <a:defPPr>
                <a:defRPr lang="en-US"/>
              </a:defPPr>
              <a:lvl1pPr defTabSz="609630">
                <a:defRPr sz="1050">
                  <a:solidFill>
                    <a:prstClr val="black"/>
                  </a:solidFill>
                  <a:latin typeface="Poppins" pitchFamily="2" charset="77"/>
                  <a:cs typeface="Poppins" pitchFamily="2" charset="77"/>
                </a:defRPr>
              </a:lvl1pPr>
            </a:lstStyle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05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Poppins" pitchFamily="2" charset="77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65B8FD09-F756-CB68-519C-C9F8F0E24D3D}"/>
              </a:ext>
            </a:extLst>
          </p:cNvPr>
          <p:cNvSpPr txBox="1"/>
          <p:nvPr userDrawn="1"/>
        </p:nvSpPr>
        <p:spPr>
          <a:xfrm>
            <a:off x="1346390" y="5054911"/>
            <a:ext cx="1737278" cy="2597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220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2" b="0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Poppins"/>
                <a:cs typeface="Poppins" pitchFamily="2" charset="77"/>
                <a:sym typeface="Poppins"/>
              </a:rPr>
              <a:t>+1 (484) 497-9660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E630F4-0594-416D-EA76-B04F60909ADB}"/>
              </a:ext>
            </a:extLst>
          </p:cNvPr>
          <p:cNvSpPr txBox="1"/>
          <p:nvPr userDrawn="1"/>
        </p:nvSpPr>
        <p:spPr>
          <a:xfrm>
            <a:off x="3820898" y="5054911"/>
            <a:ext cx="2716331" cy="2597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2204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2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Poppins"/>
                <a:cs typeface="Poppins" pitchFamily="2" charset="77"/>
                <a:sym typeface="Poppins"/>
              </a:rPr>
              <a:t>sales@cornelisnetworks.com</a:t>
            </a:r>
            <a:endParaRPr kumimoji="0" lang="en-US" sz="1252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+mn-lt"/>
              <a:ea typeface="Poppins"/>
              <a:cs typeface="Poppins" pitchFamily="2" charset="77"/>
              <a:sym typeface="Poppins"/>
            </a:endParaRPr>
          </a:p>
        </p:txBody>
      </p:sp>
      <p:pic>
        <p:nvPicPr>
          <p:cNvPr id="6" name="Graphic 5" descr="Receiver outline">
            <a:extLst>
              <a:ext uri="{FF2B5EF4-FFF2-40B4-BE49-F238E27FC236}">
                <a16:creationId xmlns:a16="http://schemas.microsoft.com/office/drawing/2014/main" id="{DD310583-552B-910A-B31F-FE6E4FE395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1" y="4988397"/>
            <a:ext cx="365760" cy="365760"/>
          </a:xfrm>
          <a:prstGeom prst="rect">
            <a:avLst/>
          </a:prstGeom>
        </p:spPr>
      </p:pic>
      <p:pic>
        <p:nvPicPr>
          <p:cNvPr id="11" name="Graphic 10" descr="Envelope outline">
            <a:extLst>
              <a:ext uri="{FF2B5EF4-FFF2-40B4-BE49-F238E27FC236}">
                <a16:creationId xmlns:a16="http://schemas.microsoft.com/office/drawing/2014/main" id="{EE518D7A-270D-FD50-01D0-96118EBE066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34719" y="4988397"/>
            <a:ext cx="365760" cy="365760"/>
          </a:xfrm>
          <a:prstGeom prst="rect">
            <a:avLst/>
          </a:prstGeom>
        </p:spPr>
      </p:pic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08F5B4A2-B01E-622A-7F81-4BFFF331619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28305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5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4571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6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9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4D6068FC-F282-E9CB-984C-7C16A98077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12657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B" preserve="1" userDrawn="1">
  <p:cSld name="1_Cover B">
    <p:bg>
      <p:bgPr>
        <a:solidFill>
          <a:srgbClr val="FF0000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0"/>
          <p:cNvSpPr txBox="1">
            <a:spLocks noGrp="1"/>
          </p:cNvSpPr>
          <p:nvPr>
            <p:ph type="title" hasCustomPrompt="1"/>
          </p:nvPr>
        </p:nvSpPr>
        <p:spPr>
          <a:xfrm>
            <a:off x="862140" y="2431694"/>
            <a:ext cx="10775678" cy="3137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oppins Medium"/>
              <a:buNone/>
              <a:tabLst/>
              <a:defRPr sz="5400" b="0">
                <a:solidFill>
                  <a:schemeClr val="tx1"/>
                </a:solidFill>
                <a:latin typeface="+mj-lt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oppins Medium"/>
              <a:buNone/>
              <a:tabLst/>
              <a:defRPr/>
            </a:pPr>
            <a:r>
              <a:rPr lang="en-US" dirty="0"/>
              <a:t>These slides are Top Secret</a:t>
            </a:r>
            <a:br>
              <a:rPr lang="en-US" dirty="0"/>
            </a:br>
            <a:r>
              <a:rPr lang="en-US" dirty="0"/>
              <a:t>Do not send or share without express legal clearance.</a:t>
            </a:r>
            <a:endParaRPr dirty="0"/>
          </a:p>
        </p:txBody>
      </p:sp>
      <p:pic>
        <p:nvPicPr>
          <p:cNvPr id="5" name="Picture 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7EA7599D-FB87-D858-733C-BB481ABDB6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8524" y="545661"/>
            <a:ext cx="6323648" cy="14856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545567-26DF-8F31-9C21-0DCE9FDE40A1}"/>
              </a:ext>
            </a:extLst>
          </p:cNvPr>
          <p:cNvSpPr txBox="1"/>
          <p:nvPr userDrawn="1"/>
        </p:nvSpPr>
        <p:spPr>
          <a:xfrm>
            <a:off x="101600" y="6478593"/>
            <a:ext cx="2733964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+mj-lt"/>
              </a:rPr>
              <a:t>Cornelis Top Secret</a:t>
            </a:r>
          </a:p>
        </p:txBody>
      </p:sp>
    </p:spTree>
    <p:extLst>
      <p:ext uri="{BB962C8B-B14F-4D97-AF65-F5344CB8AC3E}">
        <p14:creationId xmlns:p14="http://schemas.microsoft.com/office/powerpoint/2010/main" val="1132054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1584960"/>
            <a:ext cx="11209360" cy="4603404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E5E3FD-D4CE-0DDE-D573-F54AA61BA350}"/>
              </a:ext>
            </a:extLst>
          </p:cNvPr>
          <p:cNvSpPr txBox="1"/>
          <p:nvPr userDrawn="1"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+mj-lt"/>
              </a:rPr>
              <a:t>Cornelis Top Secret – Do not share or send without express legal permission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8255B2B-A892-C2C2-8324-894956454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90DF7B73-6892-0651-ED46-D7D49E2607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412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376BCA-AC88-72C1-BEDF-5F744A982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871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19443-4A6B-1607-F5CB-613B96E28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right Line 5">
            <a:extLst>
              <a:ext uri="{FF2B5EF4-FFF2-40B4-BE49-F238E27FC236}">
                <a16:creationId xmlns:a16="http://schemas.microsoft.com/office/drawing/2014/main" id="{12448BE5-99DB-9E21-FBB8-3BEA3F2BDA3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03635" y="6654800"/>
            <a:ext cx="5848351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D11268-4A76-4FFC-A40C-2AB91E928D12}" type="slidenum">
              <a:rPr lang="en-US" sz="900" kern="1200" smtClean="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900" kern="1200" dirty="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rPr>
              <a:t>  |  C</a:t>
            </a:r>
            <a:r>
              <a:rPr lang="en-US" sz="90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ornelis Networks  </a:t>
            </a:r>
            <a:r>
              <a:rPr lang="en-US" sz="900" kern="1200" dirty="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rPr>
              <a:t> | </a:t>
            </a:r>
            <a:r>
              <a:rPr lang="en-US" sz="90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 Confidential  </a:t>
            </a:r>
            <a:endParaRPr lang="en-US" sz="900" kern="1200" dirty="0">
              <a:solidFill>
                <a:schemeClr val="tx1"/>
              </a:solidFill>
              <a:latin typeface="Poppins" pitchFamily="2" charset="77"/>
              <a:ea typeface="+mn-ea"/>
              <a:cs typeface="Poppins" pitchFamily="2" charset="77"/>
            </a:endParaRPr>
          </a:p>
        </p:txBody>
      </p:sp>
      <p:sp>
        <p:nvSpPr>
          <p:cNvPr id="5" name="Copyright Line 5">
            <a:extLst>
              <a:ext uri="{FF2B5EF4-FFF2-40B4-BE49-F238E27FC236}">
                <a16:creationId xmlns:a16="http://schemas.microsoft.com/office/drawing/2014/main" id="{2093A638-C302-AABC-69E2-1C3E3C3B3EA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00584" y="6656832"/>
            <a:ext cx="5848351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D11268-4A76-4FFC-A40C-2AB91E928D12}" type="slidenum">
              <a:rPr lang="en-US" sz="900" kern="1200" smtClean="0">
                <a:solidFill>
                  <a:schemeClr val="accent5"/>
                </a:solidFill>
                <a:latin typeface="Poppins" pitchFamily="2" charset="77"/>
                <a:ea typeface="+mn-ea"/>
                <a:cs typeface="Poppins" pitchFamily="2" charset="77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900" kern="1200" dirty="0">
                <a:solidFill>
                  <a:schemeClr val="accent5"/>
                </a:solidFill>
                <a:latin typeface="Poppins" pitchFamily="2" charset="77"/>
                <a:ea typeface="+mn-ea"/>
                <a:cs typeface="Poppins" pitchFamily="2" charset="77"/>
              </a:rPr>
              <a:t>  |  C</a:t>
            </a:r>
            <a:r>
              <a:rPr lang="en-US" sz="900" dirty="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ornelis Networks | Confidential</a:t>
            </a:r>
            <a:endParaRPr lang="en-US" sz="900" kern="1200" dirty="0">
              <a:solidFill>
                <a:schemeClr val="accent5"/>
              </a:solidFill>
              <a:latin typeface="Poppins" pitchFamily="2" charset="77"/>
              <a:ea typeface="+mn-ea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155198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0" r:id="rId1"/>
    <p:sldLayoutId id="2147483744" r:id="rId2"/>
    <p:sldLayoutId id="2147483829" r:id="rId3"/>
    <p:sldLayoutId id="2147483777" r:id="rId4"/>
    <p:sldLayoutId id="2147483745" r:id="rId5"/>
    <p:sldLayoutId id="2147483775" r:id="rId6"/>
    <p:sldLayoutId id="2147483776" r:id="rId7"/>
    <p:sldLayoutId id="2147483746" r:id="rId8"/>
    <p:sldLayoutId id="2147483748" r:id="rId9"/>
    <p:sldLayoutId id="2147483826" r:id="rId10"/>
    <p:sldLayoutId id="2147483828" r:id="rId11"/>
    <p:sldLayoutId id="2147483778" r:id="rId12"/>
    <p:sldLayoutId id="2147483749" r:id="rId13"/>
    <p:sldLayoutId id="2147483758" r:id="rId14"/>
    <p:sldLayoutId id="2147483767" r:id="rId15"/>
    <p:sldLayoutId id="2147483768" r:id="rId16"/>
    <p:sldLayoutId id="2147483747" r:id="rId17"/>
    <p:sldLayoutId id="2147483753" r:id="rId18"/>
    <p:sldLayoutId id="2147483820" r:id="rId19"/>
    <p:sldLayoutId id="2147483783" r:id="rId20"/>
    <p:sldLayoutId id="2147483751" r:id="rId21"/>
    <p:sldLayoutId id="2147483752" r:id="rId22"/>
    <p:sldLayoutId id="2147483754" r:id="rId23"/>
    <p:sldLayoutId id="2147483750" r:id="rId24"/>
    <p:sldLayoutId id="2147483764" r:id="rId25"/>
    <p:sldLayoutId id="2147483766" r:id="rId26"/>
    <p:sldLayoutId id="2147483756" r:id="rId27"/>
    <p:sldLayoutId id="2147483757" r:id="rId28"/>
    <p:sldLayoutId id="2147483759" r:id="rId29"/>
    <p:sldLayoutId id="2147483760" r:id="rId30"/>
    <p:sldLayoutId id="2147483761" r:id="rId31"/>
    <p:sldLayoutId id="2147483763" r:id="rId32"/>
    <p:sldLayoutId id="2147483765" r:id="rId33"/>
    <p:sldLayoutId id="2147483769" r:id="rId34"/>
    <p:sldLayoutId id="2147483770" r:id="rId35"/>
    <p:sldLayoutId id="2147483772" r:id="rId36"/>
    <p:sldLayoutId id="2147483832" r:id="rId37"/>
    <p:sldLayoutId id="2147483822" r:id="rId38"/>
    <p:sldLayoutId id="2147483821" r:id="rId3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bg1"/>
          </a:solidFill>
          <a:latin typeface="+mj-lt"/>
          <a:ea typeface="+mj-ea"/>
          <a:cs typeface="Poppins" panose="00000500000000000000" pitchFamily="2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5"/>
          </a:solidFill>
          <a:latin typeface="+mn-lt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5"/>
          </a:solidFill>
          <a:latin typeface="+mn-lt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5"/>
          </a:solidFill>
          <a:latin typeface="+mn-lt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5"/>
          </a:solidFill>
          <a:latin typeface="+mn-lt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5"/>
          </a:solidFill>
          <a:latin typeface="+mn-lt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" Target="slide2.xml"/><Relationship Id="rId3" Type="http://schemas.openxmlformats.org/officeDocument/2006/relationships/slide" Target="slide5.xml"/><Relationship Id="rId4" Type="http://schemas.openxmlformats.org/officeDocument/2006/relationships/slide" Target="slide8.xml"/><Relationship Id="rId5" Type="http://schemas.openxmlformats.org/officeDocument/2006/relationships/slide" Target="slide13.xml"/><Relationship Id="rId6" Type="http://schemas.openxmlformats.org/officeDocument/2006/relationships/slide" Target="slide16.xml"/><Relationship Id="rId7" Type="http://schemas.openxmlformats.org/officeDocument/2006/relationships/slide" Target="slide20.xml"/><Relationship Id="rId8" Type="http://schemas.openxmlformats.org/officeDocument/2006/relationships/slide" Target="slide24.xml"/><Relationship Id="rId9" Type="http://schemas.openxmlformats.org/officeDocument/2006/relationships/slide" Target="slide27.xml"/><Relationship Id="rId10" Type="http://schemas.openxmlformats.org/officeDocument/2006/relationships/slide" Target="slide30.xml"/><Relationship Id="rId11" Type="http://schemas.openxmlformats.org/officeDocument/2006/relationships/slide" Target="slide33.xml"/><Relationship Id="rId12" Type="http://schemas.openxmlformats.org/officeDocument/2006/relationships/slide" Target="slide36.xml"/><Relationship Id="rId13" Type="http://schemas.openxmlformats.org/officeDocument/2006/relationships/slide" Target="slide37.xml"/><Relationship Id="rId14" Type="http://schemas.openxmlformats.org/officeDocument/2006/relationships/slide" Target="slide40.xml"/><Relationship Id="rId15" Type="http://schemas.openxmlformats.org/officeDocument/2006/relationships/slide" Target="slide43.xml"/><Relationship Id="rId16" Type="http://schemas.openxmlformats.org/officeDocument/2006/relationships/slide" Target="slide46.xml"/><Relationship Id="rId17" Type="http://schemas.openxmlformats.org/officeDocument/2006/relationships/slide" Target="slide49.xml"/><Relationship Id="rId18" Type="http://schemas.openxmlformats.org/officeDocument/2006/relationships/slide" Target="slide52.xml"/><Relationship Id="rId19" Type="http://schemas.openxmlformats.org/officeDocument/2006/relationships/slide" Target="slide5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Cornelis Networks UE+ Extensions and HMAC Addressing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PMR Packet Taxonomy: Cornelis Proprietary Technical Report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Packet Taxonomy Team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Cornelis Networks Engineering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Cornelis UE+ Extensions for High-Performance Fabric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Cornelis Proprietary Formats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Cornelis Format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6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8864"/>
                <a:gridCol w="3213462"/>
                <a:gridCol w="1168531"/>
                <a:gridCol w="1168531"/>
                <a:gridCol w="3797728"/>
              </a:tblGrid>
              <a:tr h="292608">
                <a:tc>
                  <a:txBody>
                    <a:bodyPr/>
                    <a:lstStyle/>
                    <a:p>
                      <a:r>
                        <a:rPr sz="1600" b="1"/>
                        <a:t>Layer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Size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Status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KSY File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Link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UE+ Header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12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Complete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ue_plus.ksy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Link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Cornelis L2 Prefix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 byte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Complete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cornelis_l2_prefix.ksy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Network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UFH-16+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12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Complete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ufh_16_plus.ksy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Network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UFH-32+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12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Complete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ufh_32_plus.ksy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Network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Collective L2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WIP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collective_l2.ksy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Network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Scale-Up L2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WIP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scaleup_l2.ksy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Transport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CSIG+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Complete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csig_plus.ksy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Transport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PKEY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Complete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pkey.ksy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Config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Address Vector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32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Complete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address_vector.ksy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Config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Peer Capability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32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Complete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peer_capability.ksy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L2 Header Selection SM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N/A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Complete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l2_header_selection_sm.ksy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Encapsulation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VxLAN+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Complete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vxlan_plus.ksy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Protocol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UE+ vs Standard UE Comparison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UE+ vs Standard UE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4109"/>
                <a:gridCol w="4771505"/>
                <a:gridCol w="4771505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Aspect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UE+ (Cornelis)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Standard UE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L2 Header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12-byte UE+ with HMAC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14-byte Ethernet II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Addressing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24-bit Hierarchical MAC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48-bit MAC + IPv4/IPv6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Telemetry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CSIG+ in-band (optional)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None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Transport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Standard UE PDS/SES/CMS/TSS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Standard UE PDS/SES/CMS/TSS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Security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TSS encryption (UE standard)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TSS encryption (UE standard)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FEP Mode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IPv4/UDP encapsulation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IPv4/UDP encapsulation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Architecture Principle (HFI_ARCH_003)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Header Building Blocks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12 Cornelis KSY Files with Sizes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Link Layer Headers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4437"/>
                <a:gridCol w="890860"/>
                <a:gridCol w="4008874"/>
                <a:gridCol w="4342947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Header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Size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UE+ L2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cornelis/link/ue_plus.ksy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Optimized L2 header with 24-bit HMAC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Cornelis L2 Prefix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 byte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cornelis/link/cornelis_l2_prefix.ksy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Prefix for encapsulated Ethernet frames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Network Layer Headers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506"/>
                <a:gridCol w="1022465"/>
                <a:gridCol w="4345478"/>
                <a:gridCol w="4217670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Header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Size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UFH-16+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cornelis/network/ufh_16_plus.ksy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16-bit forwarding (65K endpoints)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UFH-32+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cornelis/network/ufh_32_plus.ksy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32-bit forwarding (4B+ endpoints)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Collective L2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cornelis/network/collective_l2.ksy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HW-accelerated collectives (WIP)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Scale-Up L2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cornelis/network/scaleup_l2.ksy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GPU cluster interconnect (WIP)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Transport and Config Headers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582"/>
                <a:gridCol w="1010977"/>
                <a:gridCol w="4423024"/>
                <a:gridCol w="3917536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Header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Size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CSIG+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cornelis/transport/csig_plus.ksy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In-band telemetry header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PKEY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cornelis/transport/pkey.ksy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Partition key isolation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Address Vector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cornelis/config/address_vector.ksy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Per-destination protocol config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Peer Capability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cornelis/config/peer_capability.ksy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Per-peer capability state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Protocol and Encapsulation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7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0562"/>
                <a:gridCol w="731354"/>
                <a:gridCol w="4685241"/>
                <a:gridCol w="3539960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Header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Size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L2 Header Selection SM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N/A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cornelis/protocols/l2_header_selection_sm.ksy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L2 header selection decision logic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VxLAN+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cornelis/encapsulation/vxlan_plus.ksy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Fabric-aware overlay networking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UE+ Header Structure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12-Byte Optimized L2 Header (ue_plus.ksy)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UE+ Header Field Layout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1790"/>
                <a:gridCol w="731136"/>
                <a:gridCol w="2175720"/>
                <a:gridCol w="6708472"/>
              </a:tblGrid>
              <a:tr h="292608">
                <a:tc>
                  <a:txBody>
                    <a:bodyPr/>
                    <a:lstStyle/>
                    <a:p>
                      <a:r>
                        <a:rPr sz="16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Byte.Bit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L2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0[7:6]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L2 type identifier (CSR-configurable)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V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0[5:4]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Version field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zyxm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0[3:0]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Local MAC indicator (0b0010 for UE+)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Length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1[7:2]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Packet length (units TBD)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1[1:0], 2[7]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Routing Class (split across bytes)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SC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2[6:3]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Service Class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Hop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2[2:0]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Hop count (0-7)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DLID/DMAC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3-5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Destination Hierarchical MAC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Entropy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6-7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ECMP load balancing hash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Reserved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Reserved for future use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SLID/SMAC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9-11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Source Hierarchical MAC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UE+ Terminology Mapping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UFH-16+ and UFH-32+ Headers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Unified Forwarding Headers (ufh_16_plus.ksy, ufh_32_plus.ksy)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UFH-16+ Field Layout </a:t>
            </a:r>
            <a:r>
              <a:rPr sz="2000"/>
              <a:t>(12 bytes)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5132"/>
                <a:gridCol w="1381225"/>
                <a:gridCol w="986589"/>
                <a:gridCol w="6314172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Byte(s)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[7:4]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Packet type for forwarding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SLAP (dest)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[3:0]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Z,Y,X,M bits (Z,Y,X=001)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Opaque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1-3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Opaque to hardware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Destination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4-5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Destination address (big-endian)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Opaque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[7:4]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Opaque to hardware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SLAP (src)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[3:0]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Z,Y,X,M bits (Z,Y,X=001)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Traffic Class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[7:0]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QoS/priority classification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Opaque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8-9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Opaque to hardware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Source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10-11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Source address (big-endian)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UFH-32+ Field Layout </a:t>
            </a:r>
            <a:r>
              <a:rPr sz="2000"/>
              <a:t>(12 bytes)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5132"/>
                <a:gridCol w="1381225"/>
                <a:gridCol w="986589"/>
                <a:gridCol w="6314172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Byte(s)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[7:4]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Packet type for forwarding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SLAP (dest)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[3:0]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Z,Y,X,M bits (Z,Y,X=001)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Opaque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[7:0]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Opaque to hardware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Destination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2-5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Destination address (big-endian)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Hop Limit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[7:4]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TTL/hop count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SLAP (src)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[3:0]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Z,Y,X,M bits (Z,Y,X=001)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Traffic Class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[7:0]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QoS/priority classification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Source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8-11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Source address (big-endian)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UFH Type Values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681"/>
                <a:gridCol w="2636043"/>
                <a:gridCol w="7732395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Value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Data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Data packet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Control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Control packet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Collective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Collective operation packet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Credit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Credit/flow control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Management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Management packet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Multicast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Multicast packet (UFH-32 only)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Barrier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Barrier synchronization (UFH-32 only)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Reduction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Reduction operation (UFH-32 only)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15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Extended/Vendor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UFH-32 extension (UFH-16) or Vendor (UFH-32)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CSIG+ Telemetry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In-Band Network Monitoring (csig_plus.ksy)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CSIG+ Header Layout (4 bytes)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3462"/>
                <a:gridCol w="918132"/>
                <a:gridCol w="1377198"/>
                <a:gridCol w="5738326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Version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0[7:4]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CSIG+ version (must be 0)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Telemetry 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0[3:0]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Type of telemetry data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Flags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1[7:0]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Control flags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Telemetry Data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2-3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Type-specific data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CSIG+ Telemetry Types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7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2054"/>
                <a:gridCol w="1874519"/>
                <a:gridCol w="3919450"/>
                <a:gridCol w="4601094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Value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Data 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Use Case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Latency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Accumulated ns (16-bit)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Per-hop latency measurement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Queue Depth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Occupancy % + QID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Queue monitoring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Congestion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ECN + Level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Congestion notification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Path Trace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Switch ID (16-bit)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Path verification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Timestamp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Truncated time (16-bit)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Timing correlation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15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Custom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Vendor-defined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Vendor extensions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CSIG+ Flags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2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566160"/>
                <a:gridCol w="6858000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Bit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Name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Accumulate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Add hop data (vs replace)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Report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Generate telemetry report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Sink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Final hop for telemetry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Source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Originating hop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3:0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Type-specific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Varies by telemetry type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L2 Header Selection State Machine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Decision Logic (l2_header_selection_sm.ksy)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L2 Header Selection Decision Tree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1405"/>
                <a:gridCol w="4187650"/>
                <a:gridCol w="1244976"/>
                <a:gridCol w="5093087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Order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Condition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Result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Reason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packet_type == ROCEV2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ETHERNET_II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RoCEv2 always uses Ethernet + IP + UDP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packet_type == ETHERNET_SERVICE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ETHERNET_II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PTP, management, netdev use standard Ethernet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link_state != UE_PLUS_ENABLED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ETHERNET_II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Link did not negotiate UE+ capability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!av_entry.ue_plus_capable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ETHERNET_II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Destination does not support UE+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!av_entry.hmac_valid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ETHERNET_II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No fabric-managed HMAC for destination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av_entry.protocol_type == UE_STANDARD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ETHERNET_II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AV configured for standard UE over UDP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default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UE_PLUS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All conditions met for UE+ header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L2 Header Selection Inputs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169"/>
                <a:gridCol w="4978233"/>
                <a:gridCol w="4240717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Input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Source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link_state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link_negotiation_state_enum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link_negotiation_sm.ksy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av_entry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address_vector_entry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address_vector.ksy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packet_type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packet_type_enum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Application request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HMAC Addressing Formats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 Topology Configurations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HMAC Address Topologies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2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4136"/>
                <a:gridCol w="2061972"/>
                <a:gridCol w="2061972"/>
                <a:gridCol w="2436876"/>
                <a:gridCol w="1312164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Topology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Group 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Switch 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Terminal 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Total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No subdivision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 (0-4095)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 (0-63)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 (0-63)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24 bits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x2 NIC subdivision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11 (0-2047)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 (0-63)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 (0-127)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24 bits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x8 NIC subdivision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 (0-511)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 (0-63)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 (0-511)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24 bits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HMAC Address Structure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Header Overhead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Packet Variant Efficiency Analysis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UE+ Packet Variant Overhead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7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1383"/>
                <a:gridCol w="707280"/>
                <a:gridCol w="1505691"/>
                <a:gridCol w="1338391"/>
                <a:gridCol w="1505691"/>
                <a:gridCol w="836495"/>
                <a:gridCol w="2342186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Variant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L2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Telemetry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Security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Transport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Total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4KB Efficiency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UE+ Standard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100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97.6%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UE+ Small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98.4%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UE+ + CSIG+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104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97.5%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UE+ Encrypted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16+16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96.9%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UE+ IPv4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130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96.9%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UE+ IPv4 Encrypted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16+16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96.2%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UE+ Full Stack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16+16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136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96.8%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Protocol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6912"/>
                <a:gridCol w="2646381"/>
                <a:gridCol w="2646381"/>
                <a:gridCol w="3087444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Min Overhead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Max Overhead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4KB Efficiency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UE+ Standard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100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100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97.6%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UE+ Small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68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68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98.4%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RoCEv2 (IPv4)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58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78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98.6%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RoCEv2 (IPv6)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78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98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98.1%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Datamodel Coverage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12 Cornelis KSY Files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Cornelis KSY File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5623560"/>
                <a:gridCol w="1081453"/>
                <a:gridCol w="1730326"/>
              </a:tblGrid>
              <a:tr h="292608">
                <a:tc>
                  <a:txBody>
                    <a:bodyPr/>
                    <a:lstStyle/>
                    <a:p>
                      <a:r>
                        <a:rPr sz="1600" b="1"/>
                        <a:t>Category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Lines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Status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Link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ue_plus.ksy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394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Complete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Link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cornelis_l2_prefix.ksy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131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Complete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Network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ufh_16_plus.ksy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244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Complete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Network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ufh_32_plus.ksy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240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Complete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Network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collective_l2.ksy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277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WIP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Network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scaleup_l2.ksy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221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WIP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Transport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csig_plus.ksy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202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Complete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Transport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pkey.ksy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120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Complete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Config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address_vector.ksy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199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Complete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Config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peer_capability.ksy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194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Complete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l2_header_selection_sm.ksy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222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Complete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Encapsulation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vxlan_plus.ksy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137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Complete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Datamodel Directory Structure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Header Formats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Field-level documentation with packet diagrams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UFH-16+ Unified Forwarding Header (16-bit Addressing) - Cornelis Extension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 bytes (96 bits)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 0                   1                   2                   3</a:t>
            </a:r>
          </a:p>
          <a:p>
            <a:r>
              <a:rPr sz="1200">
                <a:latin typeface="Consolas"/>
              </a:rPr>
              <a:t> 0 1 2 3 4 5 6 7 8 9 0 1 2 3 4 5 6 7 8 9 0 1 2 3 4 5 6 7 8 9 0 1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|ufh_typ|slap_de|                  opaque_dest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destination          |opaque_|slap_sr| traffic_class|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opaque_src           |            source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ufh_16_plus Packet Layout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ufh_16_plus Field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9478"/>
                <a:gridCol w="721321"/>
                <a:gridCol w="964374"/>
                <a:gridCol w="721321"/>
                <a:gridCol w="6750624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ufh_type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UFH Type (4 bits).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slap_dest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SLAP field for MAC Destination (4 bits).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opaque_dest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Opaque field (24 bits / 3 bytes).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destination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Destination Address (16 bits, big-endian).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opaque_6_high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Opaque field (4 bits).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slap_src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SLAP field for MAC Source (4 bits).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traffic_class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Traffic Class (8 bits).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opaque_src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Opaque field (16 bits).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source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Source Address (16 bits, big-endian).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UFH-32+ Unified Forwarding Header (32-bit Addressing) - Cornelis Extension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 bytes (96 bits)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 0                   1                   2                   3</a:t>
            </a:r>
          </a:p>
          <a:p>
            <a:r>
              <a:rPr sz="1200">
                <a:latin typeface="Consolas"/>
              </a:rPr>
              <a:t> 0 1 2 3 4 5 6 7 8 9 0 1 2 3 4 5 6 7 8 9 0 1 2 3 4 5 6 7 8 9 0 1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|ufh_typ|slap_de|    opaque     |          destination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destination          |hop_lim|slap_sr| traffic_class|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 source 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ufh_32_plus Packet Layout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ufh_32_plus Field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9478"/>
                <a:gridCol w="721321"/>
                <a:gridCol w="964374"/>
                <a:gridCol w="721321"/>
                <a:gridCol w="6750624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ufh_type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UFH Type (4 bits).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slap_dest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SLAP field for MAC Destination (4 bits).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opaque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Opaque field (8 bits).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destination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Destination Address (32 bits, big-endian).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hop_limit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Hop Limit (4 bits).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slap_src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SLAP field for MAC Source (4 bits).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traffic_class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Traffic Class (8 bits).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source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Source Address (32 bits, big-endian).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Cornelis Ethernet L2 Prefix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 bytes (8 bits)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 0                   1                   2                   3</a:t>
            </a:r>
          </a:p>
          <a:p>
            <a:r>
              <a:rPr sz="1200">
                <a:latin typeface="Consolas"/>
              </a:rPr>
              <a:t> 0 1 2 3 4 5 6 7 8 9 0 1 2 3 4 5 6 7 8 9 0 1 2 3 4 5 6 7 8 9 0 1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|l2_|pri| flags                     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cornelis_l2_prefix Packet Layout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cornelis_l2_prefix Field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2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1124712"/>
                <a:gridCol w="1687068"/>
                <a:gridCol w="1124712"/>
                <a:gridCol w="5061204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l2_type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L2 Type (2 bits).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priority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Priority (2 bits).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flags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Flags (4 bits).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UE+ Optimized Ultra Ethernet L2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 bytes (96 bits)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 0                   1                   2                   3</a:t>
            </a:r>
          </a:p>
          <a:p>
            <a:r>
              <a:rPr sz="1200">
                <a:latin typeface="Consolas"/>
              </a:rPr>
              <a:t> 0 1 2 3 4 5 6 7 8 9 0 1 2 3 4 5 6 7 8 9 0 1 2 3 4 5 6 7 8 9 0 1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|l2_|ver| zyxm  |  length   |rc_|r|service|hop_c|   dest_hmac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dest_hmac           |            entropy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reserved    |                  source_hmac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ue_plus_header Packet Layout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ue_plus_header Field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5865"/>
                <a:gridCol w="725089"/>
                <a:gridCol w="1013476"/>
                <a:gridCol w="725089"/>
                <a:gridCol w="6587599"/>
              </a:tblGrid>
              <a:tr h="292608">
                <a:tc>
                  <a:txBody>
                    <a:bodyPr/>
                    <a:lstStyle/>
                    <a:p>
                      <a:r>
                        <a:rPr sz="16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l2_type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b2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L2 Type Identifier (2 bits).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version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b2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Version field (2 bits).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zyxm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b4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Local MAC indicator (4 bits).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length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b6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Packet length (6 bits).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rc_high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b2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Routing Class high bits (2 bits).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rc_low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b1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Routing Class low bit (1 bit).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service_class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b4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Service Class (4 bits).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hop_count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b3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Hop Count (3 bits).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dest_hmac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b24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Destination Hierarchical MAC (24 bits).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entropy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u2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Entropy field (16 bits).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reserved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64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Reserved field (8 bits).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source_hmac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72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b24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Source Hierarchical MAC (24 bits).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CSIG+ Telemetry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 bytes (32 bits)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 0                   1                   2                   3</a:t>
            </a:r>
          </a:p>
          <a:p>
            <a:r>
              <a:rPr sz="1200">
                <a:latin typeface="Consolas"/>
              </a:rPr>
              <a:t> 0 1 2 3 4 5 6 7 8 9 0 1 2 3 4 5 6 7 8 9 0 1 2 3 4 5 6 7 8 9 0 1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|version|telemet|     flags     |        telemetry_data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csig_plus Packet Layout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csig_plus Field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0937"/>
                <a:gridCol w="848839"/>
                <a:gridCol w="1273258"/>
                <a:gridCol w="848839"/>
                <a:gridCol w="5305245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version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Version (4 bits).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telemetry_type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Telemetry Type (4 bits).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flags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Flags (8 bits).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telemetry_data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Telemetry Data (16 bits).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PKEY Partition Key Stacked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 bytes (16 bits)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 0                   1                   2                   3</a:t>
            </a:r>
          </a:p>
          <a:p>
            <a:r>
              <a:rPr sz="1200">
                <a:latin typeface="Consolas"/>
              </a:rPr>
              <a:t> 0 1 2 3 4 5 6 7 8 9 0 1 2 3 4 5 6 7 8 9 0 1 2 3 4 5 6 7 8 9 0 1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|m|  pkey_high  |   pkey_low        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pkey Packet Layout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pkey Field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5330"/>
                <a:gridCol w="918132"/>
                <a:gridCol w="1377198"/>
                <a:gridCol w="918132"/>
                <a:gridCol w="5738326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membership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Membership Type (1 bit).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pkey_high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P_Key High Bits (7 bits).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pkey_low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P_Key Low Byte (8 bits).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Documentation and Specifications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Internal Documents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2327"/>
                <a:gridCol w="6134792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Document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packet_taxonomy_cornelis.md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Cornelis proprietary formats detail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packet_taxonomy_ue_plus_variants.md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UE+ packet variants analysis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CN7000 Packet Taxonomy.ppt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Original PowerPoint reference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CN7000 HFI Requirements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HFI_ARCH_003 simultaneous protocol support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External Specifications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1460"/>
                <a:gridCol w="1093470"/>
                <a:gridCol w="6092190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Specification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Version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Sections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UE Specification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v1.0.1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Table 3-16 (next_hdr), Table 3-90 (TSS)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Cornelis UE+ Specification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1.1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UE+ L2 Header, CSIG+ Telemetry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RFC 7348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N/A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VxLAN standard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IEEE 802.1Q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N/A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VLAN tagging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KSY File References (All 12)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 b="1" u="sng">
                <a:solidFill>
                  <a:srgbClr val="003399"/>
                </a:solidFill>
                <a:hlinkClick r:id="rId2" action="ppaction://hlinksldjump"/>
              </a:rPr>
              <a:t>Overview</a:t>
            </a:r>
          </a:p>
          <a:p>
            <a:pPr>
              <a:spcAft>
                <a:spcPts val="200"/>
              </a:spcAft>
            </a:pPr>
            <a:r>
              <a:rPr sz="1600" b="1" u="sng">
                <a:solidFill>
                  <a:srgbClr val="003399"/>
                </a:solidFill>
                <a:hlinkClick r:id="rId3" action="ppaction://hlinksldjump"/>
              </a:rPr>
              <a:t>Protocol Architecture</a:t>
            </a:r>
          </a:p>
          <a:p>
            <a:pPr>
              <a:spcAft>
                <a:spcPts val="200"/>
              </a:spcAft>
            </a:pPr>
            <a:r>
              <a:rPr sz="1600" b="1" u="sng">
                <a:solidFill>
                  <a:srgbClr val="003399"/>
                </a:solidFill>
                <a:hlinkClick r:id="rId4" action="ppaction://hlinksldjump"/>
              </a:rPr>
              <a:t>Header Building Blocks</a:t>
            </a:r>
          </a:p>
          <a:p>
            <a:pPr>
              <a:spcAft>
                <a:spcPts val="200"/>
              </a:spcAft>
            </a:pPr>
            <a:r>
              <a:rPr sz="1600" b="1" u="sng">
                <a:solidFill>
                  <a:srgbClr val="003399"/>
                </a:solidFill>
                <a:hlinkClick r:id="rId5" action="ppaction://hlinksldjump"/>
              </a:rPr>
              <a:t>UE+ Header Structure</a:t>
            </a:r>
          </a:p>
          <a:p>
            <a:pPr>
              <a:spcAft>
                <a:spcPts val="200"/>
              </a:spcAft>
            </a:pPr>
            <a:r>
              <a:rPr sz="1600" b="1" u="sng">
                <a:solidFill>
                  <a:srgbClr val="003399"/>
                </a:solidFill>
                <a:hlinkClick r:id="rId6" action="ppaction://hlinksldjump"/>
              </a:rPr>
              <a:t>UFH-16+ and UFH-32+ Headers</a:t>
            </a:r>
          </a:p>
          <a:p>
            <a:pPr>
              <a:spcAft>
                <a:spcPts val="200"/>
              </a:spcAft>
            </a:pPr>
            <a:r>
              <a:rPr sz="1600" b="1" u="sng">
                <a:solidFill>
                  <a:srgbClr val="003399"/>
                </a:solidFill>
                <a:hlinkClick r:id="rId7" action="ppaction://hlinksldjump"/>
              </a:rPr>
              <a:t>CSIG+ Telemetry</a:t>
            </a:r>
          </a:p>
          <a:p>
            <a:pPr>
              <a:spcAft>
                <a:spcPts val="200"/>
              </a:spcAft>
            </a:pPr>
            <a:r>
              <a:rPr sz="1600" b="1" u="sng">
                <a:solidFill>
                  <a:srgbClr val="003399"/>
                </a:solidFill>
                <a:hlinkClick r:id="rId8" action="ppaction://hlinksldjump"/>
              </a:rPr>
              <a:t>L2 Header Selection State Machine</a:t>
            </a:r>
          </a:p>
          <a:p>
            <a:pPr>
              <a:spcAft>
                <a:spcPts val="200"/>
              </a:spcAft>
            </a:pPr>
            <a:r>
              <a:rPr sz="1600" b="1" u="sng">
                <a:solidFill>
                  <a:srgbClr val="003399"/>
                </a:solidFill>
                <a:hlinkClick r:id="rId9" action="ppaction://hlinksldjump"/>
              </a:rPr>
              <a:t>HMAC Addressing Formats</a:t>
            </a:r>
          </a:p>
          <a:p>
            <a:pPr>
              <a:spcAft>
                <a:spcPts val="200"/>
              </a:spcAft>
            </a:pPr>
            <a:r>
              <a:rPr sz="1600" b="1" u="sng">
                <a:solidFill>
                  <a:srgbClr val="003399"/>
                </a:solidFill>
                <a:hlinkClick r:id="rId10" action="ppaction://hlinksldjump"/>
              </a:rPr>
              <a:t>Header Overhead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 b="1" u="sng">
                <a:solidFill>
                  <a:srgbClr val="003399"/>
                </a:solidFill>
                <a:hlinkClick r:id="rId11" action="ppaction://hlinksldjump"/>
              </a:rPr>
              <a:t>Datamodel Coverage</a:t>
            </a:r>
          </a:p>
          <a:p>
            <a:pPr>
              <a:spcAft>
                <a:spcPts val="200"/>
              </a:spcAft>
            </a:pPr>
            <a:r>
              <a:rPr sz="1600" b="1" u="sng">
                <a:solidFill>
                  <a:srgbClr val="003399"/>
                </a:solidFill>
                <a:hlinkClick r:id="rId12" action="ppaction://hlinksldjump"/>
              </a:rPr>
              <a:t>Detailed Header Formats</a:t>
            </a:r>
          </a:p>
          <a:p>
            <a:pPr>
              <a:spcAft>
                <a:spcPts val="200"/>
              </a:spcAft>
            </a:pPr>
            <a:r>
              <a:rPr sz="1600" b="1" u="sng">
                <a:solidFill>
                  <a:srgbClr val="003399"/>
                </a:solidFill>
                <a:hlinkClick r:id="rId13" action="ppaction://hlinksldjump"/>
              </a:rPr>
              <a:t>UFH-16+ Unified Forwarding Header (16-bit Add...</a:t>
            </a:r>
          </a:p>
          <a:p>
            <a:pPr>
              <a:spcAft>
                <a:spcPts val="200"/>
              </a:spcAft>
            </a:pPr>
            <a:r>
              <a:rPr sz="1600" b="1" u="sng">
                <a:solidFill>
                  <a:srgbClr val="003399"/>
                </a:solidFill>
                <a:hlinkClick r:id="rId14" action="ppaction://hlinksldjump"/>
              </a:rPr>
              <a:t>UFH-32+ Unified Forwarding Header (32-bit Add...</a:t>
            </a:r>
          </a:p>
          <a:p>
            <a:pPr>
              <a:spcAft>
                <a:spcPts val="200"/>
              </a:spcAft>
            </a:pPr>
            <a:r>
              <a:rPr sz="1600" b="1" u="sng">
                <a:solidFill>
                  <a:srgbClr val="003399"/>
                </a:solidFill>
                <a:hlinkClick r:id="rId15" action="ppaction://hlinksldjump"/>
              </a:rPr>
              <a:t>Cornelis Ethernet L2 Prefix</a:t>
            </a:r>
          </a:p>
          <a:p>
            <a:pPr>
              <a:spcAft>
                <a:spcPts val="200"/>
              </a:spcAft>
            </a:pPr>
            <a:r>
              <a:rPr sz="1600" b="1" u="sng">
                <a:solidFill>
                  <a:srgbClr val="003399"/>
                </a:solidFill>
                <a:hlinkClick r:id="rId16" action="ppaction://hlinksldjump"/>
              </a:rPr>
              <a:t>UE+ Optimized Ultra Ethernet L2 Header</a:t>
            </a:r>
          </a:p>
          <a:p>
            <a:pPr>
              <a:spcAft>
                <a:spcPts val="200"/>
              </a:spcAft>
            </a:pPr>
            <a:r>
              <a:rPr sz="1600" b="1" u="sng">
                <a:solidFill>
                  <a:srgbClr val="003399"/>
                </a:solidFill>
                <a:hlinkClick r:id="rId17" action="ppaction://hlinksldjump"/>
              </a:rPr>
              <a:t>CSIG+ Telemetry Header</a:t>
            </a:r>
          </a:p>
          <a:p>
            <a:pPr>
              <a:spcAft>
                <a:spcPts val="200"/>
              </a:spcAft>
            </a:pPr>
            <a:r>
              <a:rPr sz="1600" b="1" u="sng">
                <a:solidFill>
                  <a:srgbClr val="003399"/>
                </a:solidFill>
                <a:hlinkClick r:id="rId18" action="ppaction://hlinksldjump"/>
              </a:rPr>
              <a:t>PKEY Partition Key Stacked Header</a:t>
            </a:r>
          </a:p>
          <a:p>
            <a:pPr>
              <a:spcAft>
                <a:spcPts val="200"/>
              </a:spcAft>
            </a:pPr>
            <a:r>
              <a:rPr sz="1600" b="1" u="sng">
                <a:solidFill>
                  <a:srgbClr val="003399"/>
                </a:solidFill>
                <a:hlinkClick r:id="rId19" action="ppaction://hlinksldjump"/>
              </a:rPr>
              <a:t>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5_Office Theme">
  <a:themeElements>
    <a:clrScheme name="New Cornelis Brand">
      <a:dk1>
        <a:srgbClr val="6400B9"/>
      </a:dk1>
      <a:lt1>
        <a:srgbClr val="FFFFFF"/>
      </a:lt1>
      <a:dk2>
        <a:srgbClr val="3D0070"/>
      </a:dk2>
      <a:lt2>
        <a:srgbClr val="991DFF"/>
      </a:lt2>
      <a:accent1>
        <a:srgbClr val="8B00FE"/>
      </a:accent1>
      <a:accent2>
        <a:srgbClr val="991DFF"/>
      </a:accent2>
      <a:accent3>
        <a:srgbClr val="AD53FD"/>
      </a:accent3>
      <a:accent4>
        <a:srgbClr val="35343C"/>
      </a:accent4>
      <a:accent5>
        <a:srgbClr val="4C4B57"/>
      </a:accent5>
      <a:accent6>
        <a:srgbClr val="9D9CAA"/>
      </a:accent6>
      <a:hlink>
        <a:srgbClr val="8B00FE"/>
      </a:hlink>
      <a:folHlink>
        <a:srgbClr val="6400B9"/>
      </a:folHlink>
    </a:clrScheme>
    <a:fontScheme name="Custom 2">
      <a:majorFont>
        <a:latin typeface="Saira Expanded SemiBold"/>
        <a:ea typeface=""/>
        <a:cs typeface=""/>
      </a:majorFont>
      <a:minorFont>
        <a:latin typeface="Saira"/>
        <a:ea typeface=""/>
        <a:cs typeface=""/>
      </a:minorFont>
    </a:fontScheme>
    <a:fmtScheme name="Inset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3" id="{E02F04B8-C54B-480F-8EF5-E7029B480F57}" vid="{6988A6CD-D722-4DA6-AF03-B111BAEE2D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/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ategoryDescription xmlns="http://schemas.microsoft.com/sharepoint.v3" xsi:nil="true"/>
    <lcf76f155ced4ddcb4097134ff3c332f xmlns="abc4e0d4-2e11-4d2b-931d-cb9fc30c6685">
      <Terms xmlns="http://schemas.microsoft.com/office/infopath/2007/PartnerControls"/>
    </lcf76f155ced4ddcb4097134ff3c332f>
    <PublishingExpirationDate xmlns="http://schemas.microsoft.com/sharepoint/v3" xsi:nil="true"/>
    <PublishingStartDate xmlns="http://schemas.microsoft.com/sharepoint/v3" xsi:nil="true"/>
    <TaxCatchAll xmlns="b49ca187-4f68-45e7-8077-dcf9b25b728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653227EFA3D144B4F9B06F007145E3" ma:contentTypeVersion="48" ma:contentTypeDescription="Create a new document." ma:contentTypeScope="" ma:versionID="be0164df2a005fa2d390aab7505fd57f">
  <xsd:schema xmlns:xsd="http://www.w3.org/2001/XMLSchema" xmlns:xs="http://www.w3.org/2001/XMLSchema" xmlns:p="http://schemas.microsoft.com/office/2006/metadata/properties" xmlns:ns1="http://schemas.microsoft.com/sharepoint/v3" xmlns:ns2="b49ca187-4f68-45e7-8077-dcf9b25b7285" xmlns:ns3="abc4e0d4-2e11-4d2b-931d-cb9fc30c6685" xmlns:ns4="http://schemas.microsoft.com/sharepoint.v3" targetNamespace="http://schemas.microsoft.com/office/2006/metadata/properties" ma:root="true" ma:fieldsID="de4414065ad7fea119e785c8e6a86210" ns1:_="" ns2:_="" ns3:_="" ns4:_="">
    <xsd:import namespace="http://schemas.microsoft.com/sharepoint/v3"/>
    <xsd:import namespace="b49ca187-4f68-45e7-8077-dcf9b25b7285"/>
    <xsd:import namespace="abc4e0d4-2e11-4d2b-931d-cb9fc30c6685"/>
    <xsd:import namespace="http://schemas.microsoft.com/sharepoint.v3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PublishingStartDate" minOccurs="0"/>
                <xsd:element ref="ns1:PublishingExpirationDate" minOccurs="0"/>
                <xsd:element ref="ns2:TaxCatchAll" minOccurs="0"/>
                <xsd:element ref="ns2:SharedWithUsers" minOccurs="0"/>
                <xsd:element ref="ns2:SharedWithDetails" minOccurs="0"/>
                <xsd:element ref="ns3:MediaServiceObjectDetectorVersions" minOccurs="0"/>
                <xsd:element ref="ns3:lcf76f155ced4ddcb4097134ff3c332f" minOccurs="0"/>
                <xsd:element ref="ns3:MediaServiceSearchProperties" minOccurs="0"/>
                <xsd:element ref="ns3:MediaLengthInSeconds" minOccurs="0"/>
                <xsd:element ref="ns4:CategoryDescrip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11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12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9ca187-4f68-45e7-8077-dcf9b25b7285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3" nillable="true" ma:displayName="Taxonomy Catch All Column" ma:description="" ma:hidden="true" ma:list="{3094f560-c313-4005-8af5-6c328bc05426}" ma:internalName="TaxCatchAll" ma:showField="CatchAllData" ma:web="b49ca187-4f68-45e7-8077-dcf9b25b728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c4e0d4-2e11-4d2b-931d-cb9fc30c6685" elementFormDefault="qualified">
    <xsd:import namespace="http://schemas.microsoft.com/office/2006/documentManagement/types"/>
    <xsd:import namespace="http://schemas.microsoft.com/office/infopath/2007/PartnerControls"/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84451702-ee48-4fb3-a7d0-1fc691b540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.v3" elementFormDefault="qualified">
    <xsd:import namespace="http://schemas.microsoft.com/office/2006/documentManagement/types"/>
    <xsd:import namespace="http://schemas.microsoft.com/office/infopath/2007/PartnerControls"/>
    <xsd:element name="CategoryDescription" ma:index="21" nillable="true" ma:displayName="Description" ma:internalName="CategoryDescription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7F5674D-189E-4E26-AFF9-F8FA6DBD4AA8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C9DE1FF4-E276-452C-ACA1-58825830DA33}">
  <ds:schemaRefs>
    <ds:schemaRef ds:uri="http://schemas.microsoft.com/office/2006/metadata/properties"/>
    <ds:schemaRef ds:uri="http://schemas.microsoft.com/sharepoint.v3"/>
    <ds:schemaRef ds:uri="http://purl.org/dc/dcmitype/"/>
    <ds:schemaRef ds:uri="http://schemas.microsoft.com/office/infopath/2007/PartnerControls"/>
    <ds:schemaRef ds:uri="http://purl.org/dc/terms/"/>
    <ds:schemaRef ds:uri="http://schemas.microsoft.com/sharepoint/v3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abc4e0d4-2e11-4d2b-931d-cb9fc30c6685"/>
    <ds:schemaRef ds:uri="b49ca187-4f68-45e7-8077-dcf9b25b7285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3270A200-2018-40F2-ACF4-1EDCA097A9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49ca187-4f68-45e7-8077-dcf9b25b7285"/>
    <ds:schemaRef ds:uri="abc4e0d4-2e11-4d2b-931d-cb9fc30c6685"/>
    <ds:schemaRef ds:uri="http://schemas.microsoft.com/sharepoint.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E917AFFD-C253-4487-B83A-AAD30D5C05F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0" baseType="lpstr">
      <vt:lpstr>Aptos Black</vt:lpstr>
      <vt:lpstr>Arial</vt:lpstr>
      <vt:lpstr>Arial Narrow</vt:lpstr>
      <vt:lpstr>Calibri</vt:lpstr>
      <vt:lpstr>Poppins</vt:lpstr>
      <vt:lpstr>Poppins Medium</vt:lpstr>
      <vt:lpstr>Saira</vt:lpstr>
      <vt:lpstr>Saira Expanded SemiBold</vt:lpstr>
      <vt:lpstr>Symbol</vt:lpstr>
      <vt:lpstr>5_Office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Atkins, Mark</dc:creator>
  <cp:lastModifiedBy>Atkins, Mark</cp:lastModifiedBy>
  <cp:revision>1</cp:revision>
  <dcterms:created xsi:type="dcterms:W3CDTF">2026-02-04T15:59:49Z</dcterms:created>
  <dcterms:modified xsi:type="dcterms:W3CDTF">2026-02-04T16:03:27Z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0x010100C8653227EFA3D144B4F9B06F007145E3</vt:lpwstr>
  </property>
  <property fmtid="{D5CDD505-2E9C-101B-9397-08002B2CF9AE}" pid="3" name="MediaServiceImageTags">
    <vt:lpwstr/>
  </property>
  <property fmtid="{D5CDD505-2E9C-101B-9397-08002B2CF9AE}" pid="4" name="b5c8439c0f5046928b7a6c406acb4c25">
    <vt:lpwstr/>
  </property>
  <property fmtid="{D5CDD505-2E9C-101B-9397-08002B2CF9AE}" pid="5" name="RefLibPTIDepartmentName">
    <vt:lpwstr/>
  </property>
  <property fmtid="{D5CDD505-2E9C-101B-9397-08002B2CF9AE}" pid="6" name="db0e9dfb34a048389a6f815dbdf60112">
    <vt:lpwstr/>
  </property>
  <property fmtid="{D5CDD505-2E9C-101B-9397-08002B2CF9AE}" pid="7" name="o6c0f2e36b054cee9d63e58c076b3545">
    <vt:lpwstr/>
  </property>
  <property fmtid="{D5CDD505-2E9C-101B-9397-08002B2CF9AE}" pid="8" name="RefLibPTIContentType">
    <vt:lpwstr/>
  </property>
  <property fmtid="{D5CDD505-2E9C-101B-9397-08002B2CF9AE}" pid="9" name="RefLibPTIPPCName">
    <vt:lpwstr/>
  </property>
</Properties>
</file>