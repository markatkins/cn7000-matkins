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10.svg" ContentType="image/svg+xml"/>
  <Override PartName="/ppt/media/image11.svg" ContentType="image/svg+xml"/>
  <Override PartName="/ppt/media/image13.svg" ContentType="image/svg+xml"/>
  <Override PartName="/ppt/media/image15.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39" r:id="rId5"/>
  </p:sldMasterIdLst>
  <p:notesMasterIdLst>
    <p:notesMasterId r:id="rId11"/>
  </p:notesMasterIdLst>
  <p:sldIdLst>
    <p:sldId id="256" r:id="rId6"/>
    <p:sldId id="2134096252" r:id="rId7"/>
    <p:sldId id="2134096253" r:id="rId8"/>
    <p:sldId id="2134096255" r:id="rId9"/>
    <p:sldId id="2134096254" r:id="rId10"/>
    <p:sldId id="2134096256" r:id="rId18"/>
    <p:sldId id="2134096257" r:id="rId19"/>
    <p:sldId id="2134096258" r:id="rId20"/>
    <p:sldId id="2134096259" r:id="rId21"/>
    <p:sldId id="2134096260" r:id="rId22"/>
    <p:sldId id="2134096261" r:id="rId23"/>
    <p:sldId id="2134096262" r:id="rId24"/>
    <p:sldId id="2134096263" r:id="rId25"/>
    <p:sldId id="2134096264" r:id="rId26"/>
    <p:sldId id="2134096265" r:id="rId27"/>
    <p:sldId id="2134096266" r:id="rId28"/>
    <p:sldId id="2134096267" r:id="rId29"/>
    <p:sldId id="2134096268" r:id="rId30"/>
    <p:sldId id="2134096269" r:id="rId31"/>
    <p:sldId id="2134096270" r:id="rId32"/>
    <p:sldId id="2134096271" r:id="rId33"/>
    <p:sldId id="2134096272" r:id="rId34"/>
    <p:sldId id="2134096273" r:id="rId35"/>
    <p:sldId id="2134096274" r:id="rId36"/>
    <p:sldId id="2134096275" r:id="rId37"/>
    <p:sldId id="2134096276" r:id="rId38"/>
    <p:sldId id="2134096277" r:id="rId39"/>
    <p:sldId id="2134096278" r:id="rId40"/>
    <p:sldId id="2134096279" r:id="rId41"/>
    <p:sldId id="2134096280" r:id="rId42"/>
    <p:sldId id="2134096281" r:id="rId43"/>
    <p:sldId id="2134096282" r:id="rId44"/>
    <p:sldId id="2134096283" r:id="rId45"/>
    <p:sldId id="2134096284" r:id="rId46"/>
    <p:sldId id="2134096285" r:id="rId47"/>
    <p:sldId id="2134096286" r:id="rId48"/>
    <p:sldId id="2134096287" r:id="rId49"/>
    <p:sldId id="2134096288" r:id="rId50"/>
    <p:sldId id="2134096289" r:id="rId51"/>
    <p:sldId id="2134096290" r:id="rId52"/>
    <p:sldId id="2134096291" r:id="rId5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75" roundtripDataSignature="AMtx7mhxDH5FARZnmGpYYgqGTRyKNkJVP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30A3A"/>
    <a:srgbClr val="AD53FD"/>
    <a:srgbClr val="3D0070"/>
    <a:srgbClr val="6400B9"/>
    <a:srgbClr val="8B00FE"/>
    <a:srgbClr val="000000"/>
    <a:srgbClr val="E5484D"/>
    <a:srgbClr val="D43DFD"/>
    <a:srgbClr val="12B76A"/>
    <a:srgbClr val="0006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8548" autoAdjust="0"/>
    <p:restoredTop sz="94660"/>
  </p:normalViewPr>
  <p:slideViewPr>
    <p:cSldViewPr snapToGrid="0">
      <p:cViewPr varScale="1">
        <p:scale>
          <a:sx n="76" d="100"/>
          <a:sy n="76" d="100"/>
        </p:scale>
        <p:origin x="58" y="5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notesMaster" Target="notesMasters/notesMaster1.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75" Type="http://customschemas.google.com/relationships/presentationmetadata" Target="metadata"/><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 Id="rId8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ynolds, Lauren" userId="66397cb7-f8a9-459a-a7ff-e9aef21b7c2e" providerId="ADAL" clId="{624EA300-9B27-4658-BDFA-1B9039D4E81A}"/>
    <pc:docChg chg="undo custSel addSld modSld">
      <pc:chgData name="Reynolds, Lauren" userId="66397cb7-f8a9-459a-a7ff-e9aef21b7c2e" providerId="ADAL" clId="{624EA300-9B27-4658-BDFA-1B9039D4E81A}" dt="2025-12-04T17:55:21.103" v="3" actId="680"/>
      <pc:docMkLst>
        <pc:docMk/>
      </pc:docMkLst>
      <pc:sldChg chg="addSp delSp modSp mod">
        <pc:chgData name="Reynolds, Lauren" userId="66397cb7-f8a9-459a-a7ff-e9aef21b7c2e" providerId="ADAL" clId="{624EA300-9B27-4658-BDFA-1B9039D4E81A}" dt="2025-12-03T02:26:35.212" v="1" actId="21"/>
        <pc:sldMkLst>
          <pc:docMk/>
          <pc:sldMk cId="2464625756" sldId="2134096252"/>
        </pc:sldMkLst>
        <pc:spChg chg="add del">
          <ac:chgData name="Reynolds, Lauren" userId="66397cb7-f8a9-459a-a7ff-e9aef21b7c2e" providerId="ADAL" clId="{624EA300-9B27-4658-BDFA-1B9039D4E81A}" dt="2025-12-03T02:26:35.212" v="1" actId="21"/>
          <ac:spMkLst>
            <pc:docMk/>
            <pc:sldMk cId="2464625756" sldId="2134096252"/>
            <ac:spMk id="2" creationId="{4C429181-572C-7DB8-0A49-42B7FBDA036B}"/>
          </ac:spMkLst>
        </pc:spChg>
        <pc:spChg chg="add del">
          <ac:chgData name="Reynolds, Lauren" userId="66397cb7-f8a9-459a-a7ff-e9aef21b7c2e" providerId="ADAL" clId="{624EA300-9B27-4658-BDFA-1B9039D4E81A}" dt="2025-12-03T02:26:35.212" v="1" actId="21"/>
          <ac:spMkLst>
            <pc:docMk/>
            <pc:sldMk cId="2464625756" sldId="2134096252"/>
            <ac:spMk id="4" creationId="{BE968582-26E2-4796-9EE0-5547FC371537}"/>
          </ac:spMkLst>
        </pc:spChg>
        <pc:spChg chg="add del mod">
          <ac:chgData name="Reynolds, Lauren" userId="66397cb7-f8a9-459a-a7ff-e9aef21b7c2e" providerId="ADAL" clId="{624EA300-9B27-4658-BDFA-1B9039D4E81A}" dt="2025-12-03T02:26:35.212" v="1" actId="21"/>
          <ac:spMkLst>
            <pc:docMk/>
            <pc:sldMk cId="2464625756" sldId="2134096252"/>
            <ac:spMk id="5" creationId="{DE10AA65-41E0-BC94-17F6-0407950E2C57}"/>
          </ac:spMkLst>
        </pc:spChg>
        <pc:spChg chg="add del mod">
          <ac:chgData name="Reynolds, Lauren" userId="66397cb7-f8a9-459a-a7ff-e9aef21b7c2e" providerId="ADAL" clId="{624EA300-9B27-4658-BDFA-1B9039D4E81A}" dt="2025-12-03T02:26:35.212" v="1" actId="21"/>
          <ac:spMkLst>
            <pc:docMk/>
            <pc:sldMk cId="2464625756" sldId="2134096252"/>
            <ac:spMk id="7" creationId="{365BC420-74A3-35A2-BDB1-545BB00D51E0}"/>
          </ac:spMkLst>
        </pc:spChg>
      </pc:sldChg>
      <pc:sldChg chg="new">
        <pc:chgData name="Reynolds, Lauren" userId="66397cb7-f8a9-459a-a7ff-e9aef21b7c2e" providerId="ADAL" clId="{624EA300-9B27-4658-BDFA-1B9039D4E81A}" dt="2025-12-03T02:49:36.174" v="2" actId="680"/>
        <pc:sldMkLst>
          <pc:docMk/>
          <pc:sldMk cId="3987434799" sldId="2134096254"/>
        </pc:sldMkLst>
      </pc:sldChg>
      <pc:sldChg chg="new">
        <pc:chgData name="Reynolds, Lauren" userId="66397cb7-f8a9-459a-a7ff-e9aef21b7c2e" providerId="ADAL" clId="{624EA300-9B27-4658-BDFA-1B9039D4E81A}" dt="2025-12-04T17:55:21.103" v="3" actId="680"/>
        <pc:sldMkLst>
          <pc:docMk/>
          <pc:sldMk cId="1504303918" sldId="213409625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0" name="Google Shape;35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microsoft.com/office/2007/relationships/hdphoto" Target="../media/hdphoto1.wdp"/><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1.svg"/><Relationship Id="rId4" Type="http://schemas.openxmlformats.org/officeDocument/2006/relationships/image" Target="../media/image6.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image" Target="../media/image14.png"/><Relationship Id="rId5" Type="http://schemas.openxmlformats.org/officeDocument/2006/relationships/image" Target="../media/image15.svg"/><Relationship Id="rId6" Type="http://schemas.openxmlformats.org/officeDocument/2006/relationships/image" Target="../media/image6.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with mo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75357" y="3948803"/>
            <a:ext cx="9112295" cy="313163"/>
          </a:xfrm>
        </p:spPr>
        <p:txBody>
          <a:bodyPr vert="horz" wrap="square" lIns="0" tIns="0" rIns="0" bIns="0" rtlCol="0">
            <a:spAutoFit/>
          </a:bodyPr>
          <a:lstStyle>
            <a:lvl1pPr marL="0" indent="0">
              <a:buNone/>
              <a:defRPr lang="en-US" sz="2200" dirty="0">
                <a:solidFill>
                  <a:schemeClr val="bg1"/>
                </a:solidFill>
                <a:latin typeface="+mj-lt"/>
                <a:cs typeface="Poppins" pitchFamily="2" charset="77"/>
              </a:defRPr>
            </a:lvl1pPr>
          </a:lstStyle>
          <a:p>
            <a:pPr marL="304792" marR="0" lvl="0" indent="-304792" algn="l" defTabSz="914377" rtl="0" eaLnBrk="1" fontAlgn="auto" latinLnBrk="0" hangingPunct="1">
              <a:lnSpc>
                <a:spcPct val="90000"/>
              </a:lnSpc>
              <a:spcBef>
                <a:spcPts val="2667"/>
              </a:spcBef>
              <a:spcAft>
                <a:spcPts val="0"/>
              </a:spcAft>
              <a:buClr>
                <a:schemeClr val="tx2"/>
              </a:buClr>
              <a:buSzTx/>
              <a:tabLst/>
              <a:defRPr/>
            </a:pPr>
            <a:r>
              <a:rPr lang="en-US" dirty="0"/>
              <a:t>Click to edit Master subtitle style</a:t>
            </a:r>
          </a:p>
        </p:txBody>
      </p:sp>
      <p:sp>
        <p:nvSpPr>
          <p:cNvPr id="16" name="Title 1">
            <a:extLst>
              <a:ext uri="{FF2B5EF4-FFF2-40B4-BE49-F238E27FC236}">
                <a16:creationId xmlns:a16="http://schemas.microsoft.com/office/drawing/2014/main" id="{1874137C-A765-47B1-B0B1-10D06AF6D0AB}"/>
              </a:ext>
            </a:extLst>
          </p:cNvPr>
          <p:cNvSpPr>
            <a:spLocks noGrp="1"/>
          </p:cNvSpPr>
          <p:nvPr>
            <p:ph type="title" hasCustomPrompt="1"/>
          </p:nvPr>
        </p:nvSpPr>
        <p:spPr>
          <a:xfrm>
            <a:off x="853674" y="2437396"/>
            <a:ext cx="9112294" cy="1478400"/>
          </a:xfrm>
          <a:noFill/>
        </p:spPr>
        <p:txBody>
          <a:bodyPr anchor="t">
            <a:normAutofit/>
          </a:bodyPr>
          <a:lstStyle>
            <a:lvl1pPr>
              <a:lnSpc>
                <a:spcPct val="100000"/>
              </a:lnSpc>
              <a:defRPr lang="en-US" sz="4000" b="0" kern="1200" dirty="0">
                <a:solidFill>
                  <a:schemeClr val="bg2"/>
                </a:solidFill>
                <a:latin typeface="+mj-lt"/>
                <a:ea typeface="Poppins Medium" panose="00000600000000000000" pitchFamily="2" charset="0"/>
                <a:cs typeface="Poppins Medium" panose="00000600000000000000" pitchFamily="2" charset="0"/>
              </a:defRPr>
            </a:lvl1pPr>
          </a:lstStyle>
          <a:p>
            <a:r>
              <a:rPr lang="en-US" dirty="0"/>
              <a:t>Presentation title can </a:t>
            </a:r>
            <a:br>
              <a:rPr lang="en-US" dirty="0"/>
            </a:br>
            <a:r>
              <a:rPr lang="en-US" dirty="0"/>
              <a:t>extend to two lines</a:t>
            </a:r>
          </a:p>
        </p:txBody>
      </p:sp>
      <p:sp>
        <p:nvSpPr>
          <p:cNvPr id="6" name="Presenter Name 3">
            <a:extLst>
              <a:ext uri="{FF2B5EF4-FFF2-40B4-BE49-F238E27FC236}">
                <a16:creationId xmlns:a16="http://schemas.microsoft.com/office/drawing/2014/main" id="{C04F57AA-54B2-45D6-A733-72203FE0CF7A}"/>
              </a:ext>
            </a:extLst>
          </p:cNvPr>
          <p:cNvSpPr>
            <a:spLocks noGrp="1"/>
          </p:cNvSpPr>
          <p:nvPr>
            <p:ph type="body" sz="quarter" idx="11" hasCustomPrompt="1"/>
          </p:nvPr>
        </p:nvSpPr>
        <p:spPr>
          <a:xfrm>
            <a:off x="975358" y="4987395"/>
            <a:ext cx="5120643" cy="320088"/>
          </a:xfrm>
        </p:spPr>
        <p:txBody>
          <a:bodyPr wrap="square">
            <a:spAutoFit/>
          </a:bodyPr>
          <a:lstStyle>
            <a:lvl1pPr marL="0" indent="0" algn="l">
              <a:buNone/>
              <a:defRPr sz="1600">
                <a:solidFill>
                  <a:schemeClr val="bg2"/>
                </a:solidFill>
                <a:latin typeface="+mn-lt"/>
                <a:cs typeface="Poppins" pitchFamily="2" charset="77"/>
              </a:defRPr>
            </a:lvl1pPr>
          </a:lstStyle>
          <a:p>
            <a:pPr lvl="0"/>
            <a:r>
              <a:rPr lang="en-US"/>
              <a:t>Presenter Name</a:t>
            </a:r>
          </a:p>
        </p:txBody>
      </p:sp>
      <p:sp>
        <p:nvSpPr>
          <p:cNvPr id="8" name="Presenter Info 4">
            <a:extLst>
              <a:ext uri="{FF2B5EF4-FFF2-40B4-BE49-F238E27FC236}">
                <a16:creationId xmlns:a16="http://schemas.microsoft.com/office/drawing/2014/main" id="{C2103BC2-100F-4A8E-85B0-54037B4529E7}"/>
              </a:ext>
            </a:extLst>
          </p:cNvPr>
          <p:cNvSpPr>
            <a:spLocks noGrp="1"/>
          </p:cNvSpPr>
          <p:nvPr>
            <p:ph type="body" sz="quarter" idx="12" hasCustomPrompt="1"/>
          </p:nvPr>
        </p:nvSpPr>
        <p:spPr>
          <a:xfrm>
            <a:off x="975358" y="5271645"/>
            <a:ext cx="5120643" cy="248914"/>
          </a:xfrm>
        </p:spPr>
        <p:txBody>
          <a:bodyPr wrap="square">
            <a:spAutoFit/>
          </a:bodyPr>
          <a:lstStyle>
            <a:lvl1pPr marL="0" indent="0" algn="l">
              <a:buNone/>
              <a:defRPr sz="1100">
                <a:solidFill>
                  <a:schemeClr val="bg2"/>
                </a:solidFill>
                <a:latin typeface="+mn-lt"/>
                <a:cs typeface="Poppins" pitchFamily="2" charset="77"/>
              </a:defRPr>
            </a:lvl1pPr>
          </a:lstStyle>
          <a:p>
            <a:pPr lvl="0"/>
            <a:r>
              <a:rPr lang="en-US"/>
              <a:t>Presenter Title | @</a:t>
            </a:r>
            <a:r>
              <a:rPr lang="en-US" err="1"/>
              <a:t>socialmedia</a:t>
            </a:r>
            <a:endParaRPr lang="en-US"/>
          </a:p>
        </p:txBody>
      </p:sp>
      <p:sp>
        <p:nvSpPr>
          <p:cNvPr id="17" name="Presenter Name 3">
            <a:extLst>
              <a:ext uri="{FF2B5EF4-FFF2-40B4-BE49-F238E27FC236}">
                <a16:creationId xmlns:a16="http://schemas.microsoft.com/office/drawing/2014/main" id="{F8232522-9A11-D612-56BC-CBE29D0D4599}"/>
              </a:ext>
            </a:extLst>
          </p:cNvPr>
          <p:cNvSpPr>
            <a:spLocks noGrp="1"/>
          </p:cNvSpPr>
          <p:nvPr>
            <p:ph type="body" sz="quarter" idx="13" hasCustomPrompt="1"/>
          </p:nvPr>
        </p:nvSpPr>
        <p:spPr>
          <a:xfrm>
            <a:off x="975357" y="4695684"/>
            <a:ext cx="5120643" cy="263149"/>
          </a:xfrm>
        </p:spPr>
        <p:txBody>
          <a:bodyPr wrap="square">
            <a:spAutoFit/>
          </a:bodyPr>
          <a:lstStyle>
            <a:lvl1pPr marL="0" indent="0" algn="l">
              <a:buNone/>
              <a:defRPr sz="1200">
                <a:solidFill>
                  <a:schemeClr val="bg2"/>
                </a:solidFill>
                <a:latin typeface="+mn-lt"/>
                <a:cs typeface="Poppins" pitchFamily="2" charset="77"/>
              </a:defRPr>
            </a:lvl1pPr>
          </a:lstStyle>
          <a:p>
            <a:pPr lvl="0"/>
            <a:r>
              <a:rPr lang="en-US"/>
              <a:t>Date</a:t>
            </a:r>
          </a:p>
        </p:txBody>
      </p:sp>
      <p:pic>
        <p:nvPicPr>
          <p:cNvPr id="2" name="Picture 1" descr="A black text on a white background&#10;&#10;AI-generated content may be incorrect.">
            <a:extLst>
              <a:ext uri="{FF2B5EF4-FFF2-40B4-BE49-F238E27FC236}">
                <a16:creationId xmlns:a16="http://schemas.microsoft.com/office/drawing/2014/main" id="{1C246593-E14B-CD45-D152-7A1767714E9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683828" y="525004"/>
            <a:ext cx="4741164" cy="1113086"/>
          </a:xfrm>
          <a:prstGeom prst="rect">
            <a:avLst/>
          </a:prstGeom>
        </p:spPr>
      </p:pic>
    </p:spTree>
    <p:extLst>
      <p:ext uri="{BB962C8B-B14F-4D97-AF65-F5344CB8AC3E}">
        <p14:creationId xmlns:p14="http://schemas.microsoft.com/office/powerpoint/2010/main" val="23320361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Plain presenter on righ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1F7546-E356-2268-8B5F-0BB3552903C1}"/>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a:fillRect/>
          </a:stretch>
        </p:blipFill>
        <p:spPr>
          <a:xfrm>
            <a:off x="0" y="834836"/>
            <a:ext cx="12192000" cy="5912420"/>
          </a:xfrm>
          <a:prstGeom prst="rect">
            <a:avLst/>
          </a:prstGeom>
        </p:spPr>
      </p:pic>
      <p:pic>
        <p:nvPicPr>
          <p:cNvPr id="3" name="Picture 2" descr="A black text on a white background&#10;&#10;AI-generated content may be incorrect.">
            <a:extLst>
              <a:ext uri="{FF2B5EF4-FFF2-40B4-BE49-F238E27FC236}">
                <a16:creationId xmlns:a16="http://schemas.microsoft.com/office/drawing/2014/main" id="{F1B248D1-F52E-89C8-04D7-E864F2D9984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74570" y="267246"/>
            <a:ext cx="4741164" cy="1113086"/>
          </a:xfrm>
          <a:prstGeom prst="rect">
            <a:avLst/>
          </a:prstGeom>
        </p:spPr>
      </p:pic>
      <p:sp>
        <p:nvSpPr>
          <p:cNvPr id="5" name="Rectangle 4">
            <a:extLst>
              <a:ext uri="{FF2B5EF4-FFF2-40B4-BE49-F238E27FC236}">
                <a16:creationId xmlns:a16="http://schemas.microsoft.com/office/drawing/2014/main" id="{98FE0A42-B2E3-955C-586B-72311E87C4C1}"/>
              </a:ext>
            </a:extLst>
          </p:cNvPr>
          <p:cNvSpPr/>
          <p:nvPr userDrawn="1"/>
        </p:nvSpPr>
        <p:spPr>
          <a:xfrm>
            <a:off x="-18853" y="18658"/>
            <a:ext cx="12192000" cy="6839342"/>
          </a:xfrm>
          <a:prstGeom prst="rect">
            <a:avLst/>
          </a:prstGeom>
          <a:gradFill flip="none" rotWithShape="1">
            <a:gsLst>
              <a:gs pos="100000">
                <a:schemeClr val="tx1"/>
              </a:gs>
              <a:gs pos="1000">
                <a:schemeClr val="tx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resenter Name 3">
            <a:extLst>
              <a:ext uri="{FF2B5EF4-FFF2-40B4-BE49-F238E27FC236}">
                <a16:creationId xmlns:a16="http://schemas.microsoft.com/office/drawing/2014/main" id="{8E7349B2-D534-09BC-2C1A-06C6CBBE60E3}"/>
              </a:ext>
            </a:extLst>
          </p:cNvPr>
          <p:cNvSpPr>
            <a:spLocks noGrp="1"/>
          </p:cNvSpPr>
          <p:nvPr>
            <p:ph type="body" sz="quarter" idx="11" hasCustomPrompt="1"/>
          </p:nvPr>
        </p:nvSpPr>
        <p:spPr>
          <a:xfrm>
            <a:off x="6670908" y="4990380"/>
            <a:ext cx="5120643" cy="320088"/>
          </a:xfrm>
        </p:spPr>
        <p:txBody>
          <a:bodyPr wrap="square">
            <a:spAutoFit/>
          </a:bodyPr>
          <a:lstStyle>
            <a:lvl1pPr marL="0" indent="0" algn="r">
              <a:buNone/>
              <a:defRPr sz="1600">
                <a:solidFill>
                  <a:schemeClr val="bg2"/>
                </a:solidFill>
                <a:latin typeface="+mn-lt"/>
                <a:cs typeface="Poppins" pitchFamily="2" charset="77"/>
              </a:defRPr>
            </a:lvl1pPr>
          </a:lstStyle>
          <a:p>
            <a:pPr lvl="0"/>
            <a:r>
              <a:rPr lang="en-US"/>
              <a:t>Presenter Name</a:t>
            </a:r>
          </a:p>
        </p:txBody>
      </p:sp>
      <p:sp>
        <p:nvSpPr>
          <p:cNvPr id="10" name="Presenter Info 4">
            <a:extLst>
              <a:ext uri="{FF2B5EF4-FFF2-40B4-BE49-F238E27FC236}">
                <a16:creationId xmlns:a16="http://schemas.microsoft.com/office/drawing/2014/main" id="{D6234BA8-878B-96B0-EE1A-FC8519E62193}"/>
              </a:ext>
            </a:extLst>
          </p:cNvPr>
          <p:cNvSpPr>
            <a:spLocks noGrp="1"/>
          </p:cNvSpPr>
          <p:nvPr>
            <p:ph type="body" sz="quarter" idx="12" hasCustomPrompt="1"/>
          </p:nvPr>
        </p:nvSpPr>
        <p:spPr>
          <a:xfrm>
            <a:off x="6670908" y="5274630"/>
            <a:ext cx="5120643" cy="248914"/>
          </a:xfrm>
        </p:spPr>
        <p:txBody>
          <a:bodyPr wrap="square">
            <a:spAutoFit/>
          </a:bodyPr>
          <a:lstStyle>
            <a:lvl1pPr marL="0" indent="0" algn="r">
              <a:buNone/>
              <a:defRPr sz="1100">
                <a:solidFill>
                  <a:schemeClr val="bg2"/>
                </a:solidFill>
                <a:latin typeface="+mn-lt"/>
                <a:cs typeface="Poppins" pitchFamily="2" charset="77"/>
              </a:defRPr>
            </a:lvl1pPr>
          </a:lstStyle>
          <a:p>
            <a:pPr lvl="0"/>
            <a:r>
              <a:rPr lang="en-US"/>
              <a:t>Presenter Title | @</a:t>
            </a:r>
            <a:r>
              <a:rPr lang="en-US" err="1"/>
              <a:t>socialmedia</a:t>
            </a:r>
            <a:endParaRPr lang="en-US"/>
          </a:p>
        </p:txBody>
      </p:sp>
      <p:sp>
        <p:nvSpPr>
          <p:cNvPr id="13" name="Title 1">
            <a:extLst>
              <a:ext uri="{FF2B5EF4-FFF2-40B4-BE49-F238E27FC236}">
                <a16:creationId xmlns:a16="http://schemas.microsoft.com/office/drawing/2014/main" id="{8D17B96C-6973-BB7C-6E29-2B549A7F5EE8}"/>
              </a:ext>
            </a:extLst>
          </p:cNvPr>
          <p:cNvSpPr>
            <a:spLocks noGrp="1"/>
          </p:cNvSpPr>
          <p:nvPr>
            <p:ph type="title" hasCustomPrompt="1"/>
          </p:nvPr>
        </p:nvSpPr>
        <p:spPr>
          <a:xfrm>
            <a:off x="2679255" y="2128409"/>
            <a:ext cx="9112293" cy="1724171"/>
          </a:xfrm>
          <a:prstGeom prst="rect">
            <a:avLst/>
          </a:prstGeom>
        </p:spPr>
        <p:txBody>
          <a:bodyPr anchor="ctr">
            <a:noAutofit/>
          </a:bodyPr>
          <a:lstStyle>
            <a:lvl1pPr algn="r">
              <a:lnSpc>
                <a:spcPct val="100000"/>
              </a:lnSpc>
              <a:defRPr lang="en-US" sz="5400" b="0" kern="1200" dirty="0">
                <a:solidFill>
                  <a:schemeClr val="bg2"/>
                </a:solidFill>
                <a:latin typeface="+mj-lt"/>
                <a:ea typeface="Poppins Medium" panose="00000600000000000000" pitchFamily="2" charset="0"/>
                <a:cs typeface="Poppins Medium" panose="00000600000000000000" pitchFamily="2" charset="0"/>
              </a:defRPr>
            </a:lvl1pPr>
          </a:lstStyle>
          <a:p>
            <a:r>
              <a:rPr lang="en-US" dirty="0"/>
              <a:t>Presentation title can </a:t>
            </a:r>
            <a:br>
              <a:rPr lang="en-US" dirty="0"/>
            </a:br>
            <a:r>
              <a:rPr lang="en-US" dirty="0"/>
              <a:t>extend to two lines</a:t>
            </a:r>
          </a:p>
        </p:txBody>
      </p:sp>
      <p:sp>
        <p:nvSpPr>
          <p:cNvPr id="14" name="Presenter Name 3">
            <a:extLst>
              <a:ext uri="{FF2B5EF4-FFF2-40B4-BE49-F238E27FC236}">
                <a16:creationId xmlns:a16="http://schemas.microsoft.com/office/drawing/2014/main" id="{55F6CC15-A7D7-5710-411E-F98E50B0C875}"/>
              </a:ext>
            </a:extLst>
          </p:cNvPr>
          <p:cNvSpPr>
            <a:spLocks noGrp="1"/>
          </p:cNvSpPr>
          <p:nvPr>
            <p:ph type="body" sz="quarter" idx="13" hasCustomPrompt="1"/>
          </p:nvPr>
        </p:nvSpPr>
        <p:spPr>
          <a:xfrm>
            <a:off x="6670907" y="4698669"/>
            <a:ext cx="5120643" cy="263149"/>
          </a:xfrm>
        </p:spPr>
        <p:txBody>
          <a:bodyPr wrap="square">
            <a:spAutoFit/>
          </a:bodyPr>
          <a:lstStyle>
            <a:lvl1pPr marL="0" indent="0" algn="r">
              <a:buNone/>
              <a:defRPr sz="1200">
                <a:solidFill>
                  <a:schemeClr val="bg2"/>
                </a:solidFill>
                <a:latin typeface="+mn-lt"/>
                <a:cs typeface="Poppins" pitchFamily="2" charset="77"/>
              </a:defRPr>
            </a:lvl1pPr>
          </a:lstStyle>
          <a:p>
            <a:pPr lvl="0"/>
            <a:r>
              <a:rPr lang="en-US"/>
              <a:t>Date</a:t>
            </a:r>
          </a:p>
        </p:txBody>
      </p:sp>
      <p:sp>
        <p:nvSpPr>
          <p:cNvPr id="7" name="Text Placeholder 6">
            <a:extLst>
              <a:ext uri="{FF2B5EF4-FFF2-40B4-BE49-F238E27FC236}">
                <a16:creationId xmlns:a16="http://schemas.microsoft.com/office/drawing/2014/main" id="{E5C0FE2E-2057-6FFA-5C8E-31AEBA94C237}"/>
              </a:ext>
            </a:extLst>
          </p:cNvPr>
          <p:cNvSpPr>
            <a:spLocks noGrp="1"/>
          </p:cNvSpPr>
          <p:nvPr>
            <p:ph type="body" sz="quarter" idx="14" hasCustomPrompt="1"/>
          </p:nvPr>
        </p:nvSpPr>
        <p:spPr>
          <a:xfrm>
            <a:off x="2679255" y="3970780"/>
            <a:ext cx="9112293" cy="415077"/>
          </a:xfrm>
        </p:spPr>
        <p:txBody>
          <a:bodyPr/>
          <a:lstStyle>
            <a:lvl1pPr algn="r">
              <a:defRPr>
                <a:solidFill>
                  <a:schemeClr val="tx2"/>
                </a:solidFill>
                <a:latin typeface="+mj-lt"/>
              </a:defRPr>
            </a:lvl1pPr>
          </a:lstStyle>
          <a:p>
            <a:pPr lvl="0"/>
            <a:r>
              <a:rPr lang="en-US" dirty="0"/>
              <a:t>Click to add subtitle</a:t>
            </a:r>
          </a:p>
        </p:txBody>
      </p:sp>
    </p:spTree>
    <p:extLst>
      <p:ext uri="{BB962C8B-B14F-4D97-AF65-F5344CB8AC3E}">
        <p14:creationId xmlns:p14="http://schemas.microsoft.com/office/powerpoint/2010/main" val="33384850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over Plain presenter on right">
    <p:bg>
      <p:bgPr>
        <a:solidFill>
          <a:schemeClr val="tx1"/>
        </a:solidFill>
        <a:effectLst/>
      </p:bgPr>
    </p:bg>
    <p:spTree>
      <p:nvGrpSpPr>
        <p:cNvPr id="1" name=""/>
        <p:cNvGrpSpPr/>
        <p:nvPr/>
      </p:nvGrpSpPr>
      <p:grpSpPr>
        <a:xfrm>
          <a:off x="0" y="0"/>
          <a:ext cx="0" cy="0"/>
          <a:chOff x="0" y="0"/>
          <a:chExt cx="0" cy="0"/>
        </a:xfrm>
      </p:grpSpPr>
      <p:pic>
        <p:nvPicPr>
          <p:cNvPr id="19" name="Picture 18" descr="A close-up of a grid&#10;&#10;AI-generated content may be incorrect.">
            <a:extLst>
              <a:ext uri="{FF2B5EF4-FFF2-40B4-BE49-F238E27FC236}">
                <a16:creationId xmlns:a16="http://schemas.microsoft.com/office/drawing/2014/main" id="{41BDF87A-2A4B-D8EF-55EB-BBA05805F8A3}"/>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0" y="-7932"/>
            <a:ext cx="12363089" cy="6865932"/>
          </a:xfrm>
          <a:prstGeom prst="rect">
            <a:avLst/>
          </a:prstGeom>
        </p:spPr>
      </p:pic>
      <p:pic>
        <p:nvPicPr>
          <p:cNvPr id="3" name="Picture 2">
            <a:extLst>
              <a:ext uri="{FF2B5EF4-FFF2-40B4-BE49-F238E27FC236}">
                <a16:creationId xmlns:a16="http://schemas.microsoft.com/office/drawing/2014/main" id="{F1B248D1-F52E-89C8-04D7-E864F2D99848}"/>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274571" y="267246"/>
            <a:ext cx="4741162" cy="1113086"/>
          </a:xfrm>
          <a:prstGeom prst="rect">
            <a:avLst/>
          </a:prstGeom>
        </p:spPr>
      </p:pic>
      <p:sp>
        <p:nvSpPr>
          <p:cNvPr id="9" name="Presenter Name 3">
            <a:extLst>
              <a:ext uri="{FF2B5EF4-FFF2-40B4-BE49-F238E27FC236}">
                <a16:creationId xmlns:a16="http://schemas.microsoft.com/office/drawing/2014/main" id="{8E7349B2-D534-09BC-2C1A-06C6CBBE60E3}"/>
              </a:ext>
            </a:extLst>
          </p:cNvPr>
          <p:cNvSpPr>
            <a:spLocks noGrp="1"/>
          </p:cNvSpPr>
          <p:nvPr>
            <p:ph type="body" sz="quarter" idx="11" hasCustomPrompt="1"/>
          </p:nvPr>
        </p:nvSpPr>
        <p:spPr>
          <a:xfrm>
            <a:off x="6670908" y="4990380"/>
            <a:ext cx="5120643" cy="320088"/>
          </a:xfrm>
          <a:gradFill>
            <a:gsLst>
              <a:gs pos="14000">
                <a:schemeClr val="tx1">
                  <a:alpha val="18000"/>
                </a:schemeClr>
              </a:gs>
              <a:gs pos="83000">
                <a:schemeClr val="tx1"/>
              </a:gs>
            </a:gsLst>
            <a:lin ang="18900000" scaled="1"/>
          </a:gradFill>
        </p:spPr>
        <p:txBody>
          <a:bodyPr wrap="square">
            <a:spAutoFit/>
          </a:bodyPr>
          <a:lstStyle>
            <a:lvl1pPr marL="0" indent="0" algn="r">
              <a:buNone/>
              <a:defRPr sz="1600">
                <a:solidFill>
                  <a:schemeClr val="bg2"/>
                </a:solidFill>
                <a:latin typeface="+mn-lt"/>
                <a:cs typeface="Poppins" pitchFamily="2" charset="77"/>
              </a:defRPr>
            </a:lvl1pPr>
          </a:lstStyle>
          <a:p>
            <a:pPr lvl="0"/>
            <a:r>
              <a:rPr lang="en-US"/>
              <a:t>Presenter Name</a:t>
            </a:r>
          </a:p>
        </p:txBody>
      </p:sp>
      <p:sp>
        <p:nvSpPr>
          <p:cNvPr id="10" name="Presenter Info 4">
            <a:extLst>
              <a:ext uri="{FF2B5EF4-FFF2-40B4-BE49-F238E27FC236}">
                <a16:creationId xmlns:a16="http://schemas.microsoft.com/office/drawing/2014/main" id="{D6234BA8-878B-96B0-EE1A-FC8519E62193}"/>
              </a:ext>
            </a:extLst>
          </p:cNvPr>
          <p:cNvSpPr>
            <a:spLocks noGrp="1"/>
          </p:cNvSpPr>
          <p:nvPr>
            <p:ph type="body" sz="quarter" idx="12" hasCustomPrompt="1"/>
          </p:nvPr>
        </p:nvSpPr>
        <p:spPr>
          <a:xfrm>
            <a:off x="6670908" y="5274630"/>
            <a:ext cx="5120643" cy="248914"/>
          </a:xfrm>
          <a:gradFill>
            <a:gsLst>
              <a:gs pos="14000">
                <a:schemeClr val="tx1">
                  <a:alpha val="18000"/>
                </a:schemeClr>
              </a:gs>
              <a:gs pos="83000">
                <a:schemeClr val="tx1"/>
              </a:gs>
            </a:gsLst>
            <a:lin ang="18900000" scaled="1"/>
          </a:gradFill>
        </p:spPr>
        <p:txBody>
          <a:bodyPr wrap="square">
            <a:spAutoFit/>
          </a:bodyPr>
          <a:lstStyle>
            <a:lvl1pPr marL="0" indent="0" algn="r">
              <a:buNone/>
              <a:defRPr sz="1100">
                <a:solidFill>
                  <a:schemeClr val="bg2"/>
                </a:solidFill>
                <a:latin typeface="+mn-lt"/>
                <a:cs typeface="Poppins" pitchFamily="2" charset="77"/>
              </a:defRPr>
            </a:lvl1pPr>
          </a:lstStyle>
          <a:p>
            <a:pPr lvl="0"/>
            <a:r>
              <a:rPr lang="en-US"/>
              <a:t>Presenter Title | @</a:t>
            </a:r>
            <a:r>
              <a:rPr lang="en-US" err="1"/>
              <a:t>socialmedia</a:t>
            </a:r>
            <a:endParaRPr lang="en-US"/>
          </a:p>
        </p:txBody>
      </p:sp>
      <p:sp>
        <p:nvSpPr>
          <p:cNvPr id="13" name="Title 1">
            <a:extLst>
              <a:ext uri="{FF2B5EF4-FFF2-40B4-BE49-F238E27FC236}">
                <a16:creationId xmlns:a16="http://schemas.microsoft.com/office/drawing/2014/main" id="{8D17B96C-6973-BB7C-6E29-2B549A7F5EE8}"/>
              </a:ext>
            </a:extLst>
          </p:cNvPr>
          <p:cNvSpPr>
            <a:spLocks noGrp="1"/>
          </p:cNvSpPr>
          <p:nvPr>
            <p:ph type="title" hasCustomPrompt="1"/>
          </p:nvPr>
        </p:nvSpPr>
        <p:spPr>
          <a:xfrm>
            <a:off x="2679255" y="2128409"/>
            <a:ext cx="9112293" cy="1724171"/>
          </a:xfrm>
          <a:prstGeom prst="rect">
            <a:avLst/>
          </a:prstGeom>
        </p:spPr>
        <p:txBody>
          <a:bodyPr anchor="ctr">
            <a:noAutofit/>
          </a:bodyPr>
          <a:lstStyle>
            <a:lvl1pPr algn="r">
              <a:lnSpc>
                <a:spcPct val="100000"/>
              </a:lnSpc>
              <a:defRPr lang="en-US" sz="5400" b="0" kern="1200" dirty="0">
                <a:solidFill>
                  <a:schemeClr val="bg2"/>
                </a:solidFill>
                <a:latin typeface="+mj-lt"/>
                <a:ea typeface="Poppins Medium" panose="00000600000000000000" pitchFamily="2" charset="0"/>
                <a:cs typeface="Poppins Medium" panose="00000600000000000000" pitchFamily="2" charset="0"/>
              </a:defRPr>
            </a:lvl1pPr>
          </a:lstStyle>
          <a:p>
            <a:r>
              <a:rPr lang="en-US" dirty="0"/>
              <a:t>Presentation title can </a:t>
            </a:r>
            <a:br>
              <a:rPr lang="en-US" dirty="0"/>
            </a:br>
            <a:r>
              <a:rPr lang="en-US" dirty="0"/>
              <a:t>extend to two lines</a:t>
            </a:r>
          </a:p>
        </p:txBody>
      </p:sp>
      <p:sp>
        <p:nvSpPr>
          <p:cNvPr id="14" name="Presenter Name 3">
            <a:extLst>
              <a:ext uri="{FF2B5EF4-FFF2-40B4-BE49-F238E27FC236}">
                <a16:creationId xmlns:a16="http://schemas.microsoft.com/office/drawing/2014/main" id="{55F6CC15-A7D7-5710-411E-F98E50B0C875}"/>
              </a:ext>
            </a:extLst>
          </p:cNvPr>
          <p:cNvSpPr>
            <a:spLocks noGrp="1"/>
          </p:cNvSpPr>
          <p:nvPr>
            <p:ph type="body" sz="quarter" idx="13" hasCustomPrompt="1"/>
          </p:nvPr>
        </p:nvSpPr>
        <p:spPr>
          <a:xfrm>
            <a:off x="6670907" y="4698669"/>
            <a:ext cx="5120643" cy="263149"/>
          </a:xfrm>
          <a:gradFill>
            <a:gsLst>
              <a:gs pos="14000">
                <a:schemeClr val="tx1">
                  <a:alpha val="18000"/>
                </a:schemeClr>
              </a:gs>
              <a:gs pos="83000">
                <a:schemeClr val="tx1"/>
              </a:gs>
            </a:gsLst>
            <a:lin ang="18900000" scaled="1"/>
          </a:gradFill>
        </p:spPr>
        <p:txBody>
          <a:bodyPr wrap="square">
            <a:spAutoFit/>
          </a:bodyPr>
          <a:lstStyle>
            <a:lvl1pPr marL="0" indent="0" algn="r">
              <a:buNone/>
              <a:defRPr sz="1200">
                <a:solidFill>
                  <a:schemeClr val="bg2"/>
                </a:solidFill>
                <a:latin typeface="+mn-lt"/>
                <a:cs typeface="Poppins" pitchFamily="2" charset="77"/>
              </a:defRPr>
            </a:lvl1pPr>
          </a:lstStyle>
          <a:p>
            <a:pPr lvl="0"/>
            <a:r>
              <a:rPr lang="en-US"/>
              <a:t>Date</a:t>
            </a:r>
          </a:p>
        </p:txBody>
      </p:sp>
      <p:sp>
        <p:nvSpPr>
          <p:cNvPr id="7" name="Text Placeholder 6">
            <a:extLst>
              <a:ext uri="{FF2B5EF4-FFF2-40B4-BE49-F238E27FC236}">
                <a16:creationId xmlns:a16="http://schemas.microsoft.com/office/drawing/2014/main" id="{E5C0FE2E-2057-6FFA-5C8E-31AEBA94C237}"/>
              </a:ext>
            </a:extLst>
          </p:cNvPr>
          <p:cNvSpPr>
            <a:spLocks noGrp="1"/>
          </p:cNvSpPr>
          <p:nvPr>
            <p:ph type="body" sz="quarter" idx="14" hasCustomPrompt="1"/>
          </p:nvPr>
        </p:nvSpPr>
        <p:spPr>
          <a:xfrm>
            <a:off x="2679255" y="3970780"/>
            <a:ext cx="9112293" cy="415077"/>
          </a:xfrm>
        </p:spPr>
        <p:txBody>
          <a:bodyPr/>
          <a:lstStyle>
            <a:lvl1pPr algn="r">
              <a:defRPr>
                <a:solidFill>
                  <a:schemeClr val="tx2"/>
                </a:solidFill>
                <a:latin typeface="+mj-lt"/>
              </a:defRPr>
            </a:lvl1pPr>
          </a:lstStyle>
          <a:p>
            <a:pPr lvl="0"/>
            <a:r>
              <a:rPr lang="en-US" dirty="0"/>
              <a:t>Click to add subtitle</a:t>
            </a:r>
          </a:p>
        </p:txBody>
      </p:sp>
    </p:spTree>
    <p:extLst>
      <p:ext uri="{BB962C8B-B14F-4D97-AF65-F5344CB8AC3E}">
        <p14:creationId xmlns:p14="http://schemas.microsoft.com/office/powerpoint/2010/main" val="282783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ver B" preserve="1">
  <p:cSld name="Cover B">
    <p:spTree>
      <p:nvGrpSpPr>
        <p:cNvPr id="1" name="Shape 14"/>
        <p:cNvGrpSpPr/>
        <p:nvPr/>
      </p:nvGrpSpPr>
      <p:grpSpPr>
        <a:xfrm>
          <a:off x="0" y="0"/>
          <a:ext cx="0" cy="0"/>
          <a:chOff x="0" y="0"/>
          <a:chExt cx="0" cy="0"/>
        </a:xfrm>
      </p:grpSpPr>
      <p:pic>
        <p:nvPicPr>
          <p:cNvPr id="15" name="Picture 14">
            <a:extLst>
              <a:ext uri="{FF2B5EF4-FFF2-40B4-BE49-F238E27FC236}">
                <a16:creationId xmlns:a16="http://schemas.microsoft.com/office/drawing/2014/main" id="{C54B4AA1-DBB2-526F-4E45-9B636FB468A0}"/>
              </a:ext>
            </a:extLst>
          </p:cNvPr>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a:xfrm>
            <a:off x="1" y="901917"/>
            <a:ext cx="12192000" cy="5956083"/>
          </a:xfrm>
          <a:prstGeom prst="rect">
            <a:avLst/>
          </a:prstGeom>
        </p:spPr>
      </p:pic>
      <p:sp>
        <p:nvSpPr>
          <p:cNvPr id="4" name="Rectangle 3">
            <a:extLst>
              <a:ext uri="{FF2B5EF4-FFF2-40B4-BE49-F238E27FC236}">
                <a16:creationId xmlns:a16="http://schemas.microsoft.com/office/drawing/2014/main" id="{495EB7E6-B8EC-0376-3C64-7F3C1990370D}"/>
              </a:ext>
            </a:extLst>
          </p:cNvPr>
          <p:cNvSpPr/>
          <p:nvPr userDrawn="1"/>
        </p:nvSpPr>
        <p:spPr>
          <a:xfrm>
            <a:off x="-1" y="0"/>
            <a:ext cx="12192000" cy="6858000"/>
          </a:xfrm>
          <a:prstGeom prst="rect">
            <a:avLst/>
          </a:prstGeom>
          <a:gradFill flip="none" rotWithShape="1">
            <a:gsLst>
              <a:gs pos="79000">
                <a:schemeClr val="tx1">
                  <a:alpha val="0"/>
                </a:schemeClr>
              </a:gs>
              <a:gs pos="13000">
                <a:schemeClr val="tx1"/>
              </a:gs>
            </a:gsLst>
            <a:lin ang="189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Google Shape;16;p40"/>
          <p:cNvSpPr txBox="1">
            <a:spLocks noGrp="1"/>
          </p:cNvSpPr>
          <p:nvPr>
            <p:ph type="subTitle" idx="1"/>
          </p:nvPr>
        </p:nvSpPr>
        <p:spPr>
          <a:xfrm>
            <a:off x="297642" y="4654332"/>
            <a:ext cx="9112295" cy="432939"/>
          </a:xfrm>
          <a:prstGeom prst="rect">
            <a:avLst/>
          </a:prstGeom>
          <a:noFill/>
          <a:ln>
            <a:noFill/>
          </a:ln>
        </p:spPr>
        <p:txBody>
          <a:bodyPr spcFirstLastPara="1" wrap="square" lIns="0" tIns="0" rIns="0" bIns="0" anchor="t" anchorCtr="0">
            <a:spAutoFit/>
          </a:bodyPr>
          <a:lstStyle>
            <a:lvl1pPr lvl="0" algn="l">
              <a:lnSpc>
                <a:spcPct val="90000"/>
              </a:lnSpc>
              <a:spcBef>
                <a:spcPts val="1000"/>
              </a:spcBef>
              <a:spcAft>
                <a:spcPts val="0"/>
              </a:spcAft>
              <a:buClr>
                <a:schemeClr val="dk1"/>
              </a:buClr>
              <a:buSzPts val="2200"/>
              <a:buNone/>
              <a:defRPr sz="2200">
                <a:solidFill>
                  <a:schemeClr val="dk1"/>
                </a:solidFill>
                <a:latin typeface="+mj-lt"/>
                <a:ea typeface="Poppins"/>
                <a:cs typeface="Poppins"/>
                <a:sym typeface="Poppins"/>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dirty="0"/>
          </a:p>
        </p:txBody>
      </p:sp>
      <p:sp>
        <p:nvSpPr>
          <p:cNvPr id="17" name="Google Shape;17;p40"/>
          <p:cNvSpPr txBox="1">
            <a:spLocks noGrp="1"/>
          </p:cNvSpPr>
          <p:nvPr>
            <p:ph type="body" idx="2"/>
          </p:nvPr>
        </p:nvSpPr>
        <p:spPr>
          <a:xfrm>
            <a:off x="297643" y="5731853"/>
            <a:ext cx="5120643" cy="442132"/>
          </a:xfrm>
          <a:prstGeom prst="rect">
            <a:avLst/>
          </a:prstGeom>
          <a:noFill/>
          <a:ln>
            <a:noFill/>
          </a:ln>
        </p:spPr>
        <p:txBody>
          <a:bodyPr spcFirstLastPara="1" wrap="square" lIns="91425" tIns="45700" rIns="91425" bIns="45700" anchor="t" anchorCtr="0">
            <a:spAutoFit/>
          </a:bodyPr>
          <a:lstStyle>
            <a:lvl1pPr marL="457200" lvl="0" indent="-228600" algn="l">
              <a:lnSpc>
                <a:spcPct val="90000"/>
              </a:lnSpc>
              <a:spcBef>
                <a:spcPts val="1000"/>
              </a:spcBef>
              <a:spcAft>
                <a:spcPts val="0"/>
              </a:spcAft>
              <a:buClr>
                <a:schemeClr val="dk1"/>
              </a:buClr>
              <a:buSzPts val="1600"/>
              <a:buNone/>
              <a:defRPr sz="1600">
                <a:solidFill>
                  <a:schemeClr val="accent4"/>
                </a:solidFill>
                <a:latin typeface="+mn-lt"/>
                <a:ea typeface="Poppins"/>
                <a:cs typeface="Poppins"/>
                <a:sym typeface="Poppi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40"/>
          <p:cNvSpPr txBox="1">
            <a:spLocks noGrp="1"/>
          </p:cNvSpPr>
          <p:nvPr>
            <p:ph type="body" idx="3"/>
          </p:nvPr>
        </p:nvSpPr>
        <p:spPr>
          <a:xfrm>
            <a:off x="297643" y="6016103"/>
            <a:ext cx="5120643" cy="372882"/>
          </a:xfrm>
          <a:prstGeom prst="rect">
            <a:avLst/>
          </a:prstGeom>
          <a:noFill/>
          <a:ln>
            <a:noFill/>
          </a:ln>
        </p:spPr>
        <p:txBody>
          <a:bodyPr spcFirstLastPara="1" wrap="square" lIns="91425" tIns="45700" rIns="91425" bIns="45700" anchor="t" anchorCtr="0">
            <a:spAutoFit/>
          </a:bodyPr>
          <a:lstStyle>
            <a:lvl1pPr marL="457200" lvl="0" indent="-228600" algn="l">
              <a:lnSpc>
                <a:spcPct val="90000"/>
              </a:lnSpc>
              <a:spcBef>
                <a:spcPts val="1000"/>
              </a:spcBef>
              <a:spcAft>
                <a:spcPts val="0"/>
              </a:spcAft>
              <a:buClr>
                <a:schemeClr val="dk1"/>
              </a:buClr>
              <a:buSzPts val="1100"/>
              <a:buNone/>
              <a:defRPr sz="1100">
                <a:solidFill>
                  <a:schemeClr val="accent4"/>
                </a:solidFill>
                <a:latin typeface="+mn-lt"/>
                <a:ea typeface="Poppins"/>
                <a:cs typeface="Poppins"/>
                <a:sym typeface="Poppi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40"/>
          <p:cNvSpPr txBox="1">
            <a:spLocks noGrp="1"/>
          </p:cNvSpPr>
          <p:nvPr>
            <p:ph type="title"/>
          </p:nvPr>
        </p:nvSpPr>
        <p:spPr>
          <a:xfrm>
            <a:off x="184425" y="2897379"/>
            <a:ext cx="9112293" cy="172417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5400"/>
              <a:buFont typeface="Poppins Medium"/>
              <a:buNone/>
              <a:defRPr sz="5400" b="0">
                <a:solidFill>
                  <a:schemeClr val="bg2"/>
                </a:solidFill>
                <a:latin typeface="+mj-lt"/>
                <a:ea typeface="Poppins Medium"/>
                <a:cs typeface="Poppins Medium"/>
                <a:sym typeface="Poppi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0" name="Google Shape;20;p40"/>
          <p:cNvSpPr txBox="1">
            <a:spLocks noGrp="1"/>
          </p:cNvSpPr>
          <p:nvPr>
            <p:ph type="body" idx="4"/>
          </p:nvPr>
        </p:nvSpPr>
        <p:spPr>
          <a:xfrm>
            <a:off x="297642" y="5440142"/>
            <a:ext cx="5120643" cy="386732"/>
          </a:xfrm>
          <a:prstGeom prst="rect">
            <a:avLst/>
          </a:prstGeom>
          <a:noFill/>
          <a:ln>
            <a:noFill/>
          </a:ln>
        </p:spPr>
        <p:txBody>
          <a:bodyPr spcFirstLastPara="1" wrap="square" lIns="91425" tIns="45700" rIns="91425" bIns="45700" anchor="t" anchorCtr="0">
            <a:spAutoFit/>
          </a:bodyPr>
          <a:lstStyle>
            <a:lvl1pPr marL="457200" lvl="0" indent="-228600" algn="l">
              <a:lnSpc>
                <a:spcPct val="90000"/>
              </a:lnSpc>
              <a:spcBef>
                <a:spcPts val="1000"/>
              </a:spcBef>
              <a:spcAft>
                <a:spcPts val="0"/>
              </a:spcAft>
              <a:buClr>
                <a:schemeClr val="dk1"/>
              </a:buClr>
              <a:buSzPts val="1200"/>
              <a:buNone/>
              <a:defRPr sz="1200">
                <a:solidFill>
                  <a:schemeClr val="accent4"/>
                </a:solidFill>
                <a:latin typeface="+mn-lt"/>
                <a:ea typeface="Poppins"/>
                <a:cs typeface="Poppins"/>
                <a:sym typeface="Poppi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 name="Picture 1">
            <a:extLst>
              <a:ext uri="{FF2B5EF4-FFF2-40B4-BE49-F238E27FC236}">
                <a16:creationId xmlns:a16="http://schemas.microsoft.com/office/drawing/2014/main" id="{3C7666A5-14B2-3D36-3D70-88D79AD651A3}"/>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677124" y="323230"/>
            <a:ext cx="4741162" cy="1113086"/>
          </a:xfrm>
          <a:prstGeom prst="rect">
            <a:avLst/>
          </a:prstGeom>
        </p:spPr>
      </p:pic>
    </p:spTree>
    <p:extLst>
      <p:ext uri="{BB962C8B-B14F-4D97-AF65-F5344CB8AC3E}">
        <p14:creationId xmlns:p14="http://schemas.microsoft.com/office/powerpoint/2010/main" val="40727782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173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_Blank" type="blank" preserve="1">
  <p:cSld name="Blank with logo">
    <p:spTree>
      <p:nvGrpSpPr>
        <p:cNvPr id="1" name="Shape 131"/>
        <p:cNvGrpSpPr/>
        <p:nvPr/>
      </p:nvGrpSpPr>
      <p:grpSpPr>
        <a:xfrm>
          <a:off x="0" y="0"/>
          <a:ext cx="0" cy="0"/>
          <a:chOff x="0" y="0"/>
          <a:chExt cx="0" cy="0"/>
        </a:xfrm>
      </p:grpSpPr>
      <p:pic>
        <p:nvPicPr>
          <p:cNvPr id="2" name="Picture 1" descr="A black and grey logo&#10;&#10;AI-generated content may be incorrect.">
            <a:extLst>
              <a:ext uri="{FF2B5EF4-FFF2-40B4-BE49-F238E27FC236}">
                <a16:creationId xmlns:a16="http://schemas.microsoft.com/office/drawing/2014/main" id="{B23BF9F8-F92A-19BC-0132-AE69C7CB9D14}"/>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15931303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Only" preserve="1" userDrawn="1">
  <p:cSld name="1_Title Only">
    <p:spTree>
      <p:nvGrpSpPr>
        <p:cNvPr id="1" name="Shape 135"/>
        <p:cNvGrpSpPr/>
        <p:nvPr/>
      </p:nvGrpSpPr>
      <p:grpSpPr>
        <a:xfrm>
          <a:off x="0" y="0"/>
          <a:ext cx="0" cy="0"/>
          <a:chOff x="0" y="0"/>
          <a:chExt cx="0" cy="0"/>
        </a:xfrm>
      </p:grpSpPr>
      <p:sp>
        <p:nvSpPr>
          <p:cNvPr id="3" name="Title 2">
            <a:extLst>
              <a:ext uri="{FF2B5EF4-FFF2-40B4-BE49-F238E27FC236}">
                <a16:creationId xmlns:a16="http://schemas.microsoft.com/office/drawing/2014/main" id="{A4EDC221-ECA4-C855-89A6-27A713E573D8}"/>
              </a:ext>
            </a:extLst>
          </p:cNvPr>
          <p:cNvSpPr>
            <a:spLocks noGrp="1"/>
          </p:cNvSpPr>
          <p:nvPr>
            <p:ph type="title"/>
          </p:nvPr>
        </p:nvSpPr>
        <p:spPr>
          <a:xfrm>
            <a:off x="401616" y="390997"/>
            <a:ext cx="11299064" cy="758429"/>
          </a:xfrm>
        </p:spPr>
        <p:txBody>
          <a:bodyPr anchor="t"/>
          <a:lstStyle>
            <a:lvl1pPr>
              <a:defRPr b="0">
                <a:latin typeface="+mj-lt"/>
                <a:cs typeface="Poppins Medium" panose="00000600000000000000" pitchFamily="2" charset="0"/>
              </a:defRPr>
            </a:lvl1pPr>
          </a:lstStyle>
          <a:p>
            <a:r>
              <a:rPr lang="en-US" dirty="0"/>
              <a:t>Click to edit Master title style</a:t>
            </a:r>
          </a:p>
        </p:txBody>
      </p:sp>
      <p:pic>
        <p:nvPicPr>
          <p:cNvPr id="4" name="Picture 3" descr="A black and grey logo&#10;&#10;AI-generated content may be incorrect.">
            <a:extLst>
              <a:ext uri="{FF2B5EF4-FFF2-40B4-BE49-F238E27FC236}">
                <a16:creationId xmlns:a16="http://schemas.microsoft.com/office/drawing/2014/main" id="{A8D2FC7B-FD75-9151-D953-0B8E32E9D825}"/>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42320469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1 content">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11209360" cy="4557222"/>
          </a:xfrm>
        </p:spPr>
        <p:txBody>
          <a:bodyPr/>
          <a:lstStyle>
            <a:lvl1pPr marL="0" indent="0">
              <a:buNone/>
              <a:defRPr>
                <a:solidFill>
                  <a:schemeClr val="accent5"/>
                </a:solidFill>
                <a:latin typeface="+mn-lt"/>
                <a:cs typeface="Poppins" panose="00000500000000000000" pitchFamily="2" charset="0"/>
              </a:defRPr>
            </a:lvl1pPr>
            <a:lvl2pPr>
              <a:defRPr>
                <a:solidFill>
                  <a:schemeClr val="accent5"/>
                </a:solidFill>
                <a:latin typeface="+mn-lt"/>
                <a:cs typeface="Poppins" panose="00000500000000000000" pitchFamily="2" charset="0"/>
              </a:defRPr>
            </a:lvl2pPr>
            <a:lvl3pPr>
              <a:defRPr>
                <a:solidFill>
                  <a:schemeClr val="accent5"/>
                </a:solidFill>
                <a:latin typeface="+mn-lt"/>
                <a:cs typeface="Poppins" panose="00000500000000000000" pitchFamily="2" charset="0"/>
              </a:defRPr>
            </a:lvl3pPr>
            <a:lvl4pPr>
              <a:defRPr>
                <a:solidFill>
                  <a:schemeClr val="accent5"/>
                </a:solidFill>
                <a:latin typeface="+mn-lt"/>
                <a:cs typeface="Poppins" panose="00000500000000000000" pitchFamily="2" charset="0"/>
              </a:defRPr>
            </a:lvl4pPr>
            <a:lvl5pPr>
              <a:defRPr>
                <a:solidFill>
                  <a:schemeClr val="accent5"/>
                </a:solidFill>
                <a:latin typeface="+mn-lt"/>
                <a:cs typeface="Poppins"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2">
            <a:extLst>
              <a:ext uri="{FF2B5EF4-FFF2-40B4-BE49-F238E27FC236}">
                <a16:creationId xmlns:a16="http://schemas.microsoft.com/office/drawing/2014/main" id="{71522497-B421-1DC0-7E36-7571DBE484B2}"/>
              </a:ext>
            </a:extLst>
          </p:cNvPr>
          <p:cNvSpPr>
            <a:spLocks noGrp="1"/>
          </p:cNvSpPr>
          <p:nvPr>
            <p:ph type="title"/>
          </p:nvPr>
        </p:nvSpPr>
        <p:spPr>
          <a:xfrm>
            <a:off x="401616" y="390997"/>
            <a:ext cx="11299064" cy="758429"/>
          </a:xfrm>
        </p:spPr>
        <p:txBody>
          <a:bodyPr anchor="t"/>
          <a:lstStyle>
            <a:lvl1pPr>
              <a:defRPr b="0">
                <a:latin typeface="+mj-lt"/>
                <a:cs typeface="Poppins Medium" panose="00000600000000000000" pitchFamily="2" charset="0"/>
              </a:defRPr>
            </a:lvl1pPr>
          </a:lstStyle>
          <a:p>
            <a:r>
              <a:rPr lang="en-US" dirty="0"/>
              <a:t>Click to edit Master title style</a:t>
            </a:r>
          </a:p>
        </p:txBody>
      </p:sp>
      <p:pic>
        <p:nvPicPr>
          <p:cNvPr id="2" name="Picture 1" descr="A black and grey logo&#10;&#10;AI-generated content may be incorrect.">
            <a:extLst>
              <a:ext uri="{FF2B5EF4-FFF2-40B4-BE49-F238E27FC236}">
                <a16:creationId xmlns:a16="http://schemas.microsoft.com/office/drawing/2014/main" id="{8593E28C-D816-D562-4029-9FA87B3EA6C9}"/>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16942036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and content">
    <p:bg>
      <p:bgPr>
        <a:solidFill>
          <a:schemeClr val="tx1"/>
        </a:solidFill>
        <a:effectLst/>
      </p:bgPr>
    </p:bg>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50E09302-A0C4-445D-BF16-53CD11E35311}"/>
              </a:ext>
            </a:extLst>
          </p:cNvPr>
          <p:cNvSpPr>
            <a:spLocks noGrp="1"/>
          </p:cNvSpPr>
          <p:nvPr>
            <p:ph type="body" sz="quarter" idx="13" hasCustomPrompt="1"/>
          </p:nvPr>
        </p:nvSpPr>
        <p:spPr>
          <a:xfrm>
            <a:off x="491320" y="1167898"/>
            <a:ext cx="11209360" cy="349776"/>
          </a:xfrm>
        </p:spPr>
        <p:txBody>
          <a:bodyPr wrap="square" tIns="0">
            <a:spAutoFit/>
          </a:bodyPr>
          <a:lstStyle>
            <a:lvl1pPr marL="0" indent="0">
              <a:buNone/>
              <a:defRPr sz="2133" b="0">
                <a:solidFill>
                  <a:schemeClr val="accent5"/>
                </a:solidFill>
                <a:latin typeface="+mj-lt"/>
              </a:defRPr>
            </a:lvl1pPr>
          </a:lstStyle>
          <a:p>
            <a:pPr lvl="0"/>
            <a:r>
              <a:rPr lang="en-US" dirty="0"/>
              <a:t>Subtitle if needed</a:t>
            </a:r>
          </a:p>
        </p:txBody>
      </p:sp>
      <p:sp>
        <p:nvSpPr>
          <p:cNvPr id="5" name="Content Placeholder 2">
            <a:extLst>
              <a:ext uri="{FF2B5EF4-FFF2-40B4-BE49-F238E27FC236}">
                <a16:creationId xmlns:a16="http://schemas.microsoft.com/office/drawing/2014/main" id="{36D2746D-0340-4A15-96B1-30ACF62C6B8F}"/>
              </a:ext>
            </a:extLst>
          </p:cNvPr>
          <p:cNvSpPr>
            <a:spLocks noGrp="1"/>
          </p:cNvSpPr>
          <p:nvPr>
            <p:ph idx="1"/>
          </p:nvPr>
        </p:nvSpPr>
        <p:spPr>
          <a:xfrm>
            <a:off x="491320" y="1856234"/>
            <a:ext cx="11209360" cy="4324775"/>
          </a:xfrm>
        </p:spPr>
        <p:txBody>
          <a:bodyPr/>
          <a:lstStyle>
            <a:lvl1pPr>
              <a:defRPr>
                <a:solidFill>
                  <a:schemeClr val="accent5"/>
                </a:solidFill>
              </a:defRPr>
            </a:lvl1pPr>
            <a:lvl2pPr>
              <a:defRPr>
                <a:solidFill>
                  <a:schemeClr val="accent5"/>
                </a:solidFill>
              </a:defRPr>
            </a:lvl2pPr>
            <a:lvl3pPr>
              <a:defRPr>
                <a:solidFill>
                  <a:schemeClr val="accent5"/>
                </a:solidFill>
              </a:defRPr>
            </a:lvl3pPr>
            <a:lvl4pPr>
              <a:defRPr>
                <a:solidFill>
                  <a:schemeClr val="accent5"/>
                </a:solidFill>
              </a:defRPr>
            </a:lvl4pPr>
            <a:lvl5pPr>
              <a:defRPr>
                <a:solidFill>
                  <a:schemeClr val="accent5"/>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2">
            <a:extLst>
              <a:ext uri="{FF2B5EF4-FFF2-40B4-BE49-F238E27FC236}">
                <a16:creationId xmlns:a16="http://schemas.microsoft.com/office/drawing/2014/main" id="{6A1E53DC-9DD3-543C-149A-D9E0AB76641C}"/>
              </a:ext>
            </a:extLst>
          </p:cNvPr>
          <p:cNvSpPr>
            <a:spLocks noGrp="1"/>
          </p:cNvSpPr>
          <p:nvPr>
            <p:ph type="title"/>
          </p:nvPr>
        </p:nvSpPr>
        <p:spPr>
          <a:xfrm>
            <a:off x="401616" y="390997"/>
            <a:ext cx="11299064" cy="758429"/>
          </a:xfrm>
        </p:spPr>
        <p:txBody>
          <a:bodyPr anchor="t"/>
          <a:lstStyle>
            <a:lvl1pPr>
              <a:defRPr b="0">
                <a:latin typeface="+mj-lt"/>
                <a:cs typeface="Poppins Medium" panose="00000600000000000000" pitchFamily="2" charset="0"/>
              </a:defRPr>
            </a:lvl1pPr>
          </a:lstStyle>
          <a:p>
            <a:r>
              <a:rPr lang="en-US" dirty="0"/>
              <a:t>Click to edit Master title style</a:t>
            </a:r>
          </a:p>
        </p:txBody>
      </p:sp>
      <p:pic>
        <p:nvPicPr>
          <p:cNvPr id="3" name="Picture 2" descr="A black and grey logo&#10;&#10;AI-generated content may be incorrect.">
            <a:extLst>
              <a:ext uri="{FF2B5EF4-FFF2-40B4-BE49-F238E27FC236}">
                <a16:creationId xmlns:a16="http://schemas.microsoft.com/office/drawing/2014/main" id="{CF7E27DE-8E32-FA75-0126-0DA79B80E611}"/>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27576849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 Content + background">
    <p:spTree>
      <p:nvGrpSpPr>
        <p:cNvPr id="1" name=""/>
        <p:cNvGrpSpPr/>
        <p:nvPr/>
      </p:nvGrpSpPr>
      <p:grpSpPr>
        <a:xfrm>
          <a:off x="0" y="0"/>
          <a:ext cx="0" cy="0"/>
          <a:chOff x="0" y="0"/>
          <a:chExt cx="0" cy="0"/>
        </a:xfrm>
      </p:grpSpPr>
      <p:pic>
        <p:nvPicPr>
          <p:cNvPr id="8" name="Picture 4">
            <a:extLst>
              <a:ext uri="{FF2B5EF4-FFF2-40B4-BE49-F238E27FC236}">
                <a16:creationId xmlns:a16="http://schemas.microsoft.com/office/drawing/2014/main" id="{5E6ABB56-9B5C-4A36-6FC3-F4794D69BFEF}"/>
              </a:ext>
            </a:extLst>
          </p:cNvPr>
          <p:cNvPicPr>
            <a:picLocks noChangeAspect="1" noChangeArrowheads="1"/>
          </p:cNvPicPr>
          <p:nvPr userDrawn="1"/>
        </p:nvPicPr>
        <p:blipFill rotWithShape="1">
          <a:blip r:embed="rId2" cstate="hqprint">
            <a:alphaModFix amt="10000"/>
            <a:extLst>
              <a:ext uri="{28A0092B-C50C-407E-A947-70E740481C1C}">
                <a14:useLocalDpi xmlns:a14="http://schemas.microsoft.com/office/drawing/2010/main" val="0"/>
              </a:ext>
            </a:extLst>
          </a:blip>
          <a:srcRect/>
          <a:stretch>
            <a:fillRect/>
          </a:stretch>
        </p:blipFill>
        <p:spPr bwMode="auto">
          <a:xfrm flipH="1">
            <a:off x="0" y="3173705"/>
            <a:ext cx="12192000" cy="3684295"/>
          </a:xfrm>
          <a:prstGeom prst="rect">
            <a:avLst/>
          </a:prstGeom>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01616" y="1584960"/>
            <a:ext cx="11299064" cy="4621876"/>
          </a:xfrm>
        </p:spPr>
        <p:txBody>
          <a:bodyPr/>
          <a:lstStyle>
            <a:lvl1pPr marL="0" indent="0">
              <a:buNone/>
              <a:defRPr b="0" i="0">
                <a:latin typeface="+mn-lt"/>
                <a:cs typeface="Poppins" pitchFamily="2" charset="77"/>
              </a:defRPr>
            </a:lvl1pPr>
            <a:lvl2pPr>
              <a:defRPr b="0" i="0">
                <a:latin typeface="+mn-lt"/>
                <a:cs typeface="Poppins" pitchFamily="2" charset="77"/>
              </a:defRPr>
            </a:lvl2pPr>
            <a:lvl3pPr>
              <a:defRPr b="0" i="0">
                <a:latin typeface="+mn-lt"/>
                <a:cs typeface="Poppins" pitchFamily="2" charset="77"/>
              </a:defRPr>
            </a:lvl3pPr>
            <a:lvl4pPr>
              <a:defRPr b="0" i="0">
                <a:latin typeface="+mn-lt"/>
                <a:cs typeface="Poppins" pitchFamily="2" charset="77"/>
              </a:defRPr>
            </a:lvl4pPr>
            <a:lvl5pPr>
              <a:defRPr b="0" i="0">
                <a:latin typeface="+mn-lt"/>
                <a:cs typeface="Poppin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2">
            <a:extLst>
              <a:ext uri="{FF2B5EF4-FFF2-40B4-BE49-F238E27FC236}">
                <a16:creationId xmlns:a16="http://schemas.microsoft.com/office/drawing/2014/main" id="{B521BFDF-A407-85B7-CE50-A0AC570A1364}"/>
              </a:ext>
            </a:extLst>
          </p:cNvPr>
          <p:cNvSpPr>
            <a:spLocks noGrp="1"/>
          </p:cNvSpPr>
          <p:nvPr>
            <p:ph type="title"/>
          </p:nvPr>
        </p:nvSpPr>
        <p:spPr>
          <a:xfrm>
            <a:off x="401616" y="390997"/>
            <a:ext cx="11299064" cy="758429"/>
          </a:xfrm>
        </p:spPr>
        <p:txBody>
          <a:bodyPr anchor="t"/>
          <a:lstStyle>
            <a:lvl1pPr>
              <a:defRPr b="0">
                <a:latin typeface="+mj-lt"/>
                <a:cs typeface="Poppins Medium" panose="00000600000000000000" pitchFamily="2" charset="0"/>
              </a:defRPr>
            </a:lvl1pPr>
          </a:lstStyle>
          <a:p>
            <a:r>
              <a:rPr lang="en-US" dirty="0"/>
              <a:t>Click to edit Master title style</a:t>
            </a:r>
          </a:p>
        </p:txBody>
      </p:sp>
      <p:pic>
        <p:nvPicPr>
          <p:cNvPr id="2" name="Picture 1" descr="A black and grey logo&#10;&#10;AI-generated content may be incorrect.">
            <a:extLst>
              <a:ext uri="{FF2B5EF4-FFF2-40B4-BE49-F238E27FC236}">
                <a16:creationId xmlns:a16="http://schemas.microsoft.com/office/drawing/2014/main" id="{97A2920D-D205-397E-67AE-B0189C0E4BB8}"/>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8219801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Title + Content + backgroun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A320152-06BD-632D-C7F1-BB20919BDC9C}"/>
              </a:ext>
            </a:extLst>
          </p:cNvPr>
          <p:cNvPicPr>
            <a:picLocks noChangeAspect="1"/>
          </p:cNvPicPr>
          <p:nvPr userDrawn="1"/>
        </p:nvPicPr>
        <p:blipFill>
          <a:blip r:embed="rId2" cstate="hqprint">
            <a:alphaModFix amt="35000"/>
            <a:extLst>
              <a:ext uri="{28A0092B-C50C-407E-A947-70E740481C1C}">
                <a14:useLocalDpi xmlns:a14="http://schemas.microsoft.com/office/drawing/2010/main" val="0"/>
              </a:ext>
            </a:extLst>
          </a:blip>
          <a:srcRect/>
          <a:stretch>
            <a:fillRect/>
          </a:stretch>
        </p:blipFill>
        <p:spPr>
          <a:xfrm flipV="1">
            <a:off x="0" y="3799002"/>
            <a:ext cx="12192000" cy="3412503"/>
          </a:xfrm>
          <a:prstGeom prst="rect">
            <a:avLst/>
          </a:prstGeom>
        </p:spPr>
      </p:pic>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46468" y="1549392"/>
            <a:ext cx="11299064" cy="4611263"/>
          </a:xfrm>
        </p:spPr>
        <p:txBody>
          <a:bodyPr/>
          <a:lstStyle>
            <a:lvl1pPr marL="0" indent="0">
              <a:buNone/>
              <a:defRPr b="0" i="0">
                <a:latin typeface="+mn-lt"/>
                <a:cs typeface="Poppins" pitchFamily="2" charset="77"/>
              </a:defRPr>
            </a:lvl1pPr>
            <a:lvl2pPr>
              <a:defRPr b="0" i="0">
                <a:latin typeface="+mn-lt"/>
                <a:cs typeface="Poppins" pitchFamily="2" charset="77"/>
              </a:defRPr>
            </a:lvl2pPr>
            <a:lvl3pPr>
              <a:defRPr b="0" i="0">
                <a:latin typeface="+mn-lt"/>
                <a:cs typeface="Poppins" pitchFamily="2" charset="77"/>
              </a:defRPr>
            </a:lvl3pPr>
            <a:lvl4pPr>
              <a:defRPr b="0" i="0">
                <a:latin typeface="+mn-lt"/>
                <a:cs typeface="Poppins" pitchFamily="2" charset="77"/>
              </a:defRPr>
            </a:lvl4pPr>
            <a:lvl5pPr>
              <a:defRPr b="0" i="0">
                <a:latin typeface="+mn-lt"/>
                <a:cs typeface="Poppin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2">
            <a:extLst>
              <a:ext uri="{FF2B5EF4-FFF2-40B4-BE49-F238E27FC236}">
                <a16:creationId xmlns:a16="http://schemas.microsoft.com/office/drawing/2014/main" id="{AC12A23A-9F4B-B60F-C6F2-6A8BA708B6C6}"/>
              </a:ext>
            </a:extLst>
          </p:cNvPr>
          <p:cNvSpPr>
            <a:spLocks noGrp="1"/>
          </p:cNvSpPr>
          <p:nvPr>
            <p:ph type="title"/>
          </p:nvPr>
        </p:nvSpPr>
        <p:spPr>
          <a:xfrm>
            <a:off x="401616" y="390997"/>
            <a:ext cx="11299064" cy="758429"/>
          </a:xfrm>
        </p:spPr>
        <p:txBody>
          <a:bodyPr anchor="t"/>
          <a:lstStyle>
            <a:lvl1pPr>
              <a:defRPr b="0">
                <a:latin typeface="+mj-lt"/>
                <a:cs typeface="Poppins Medium" panose="00000600000000000000" pitchFamily="2" charset="0"/>
              </a:defRPr>
            </a:lvl1pPr>
          </a:lstStyle>
          <a:p>
            <a:r>
              <a:rPr lang="en-US" dirty="0"/>
              <a:t>Click to edit Master title style</a:t>
            </a:r>
          </a:p>
        </p:txBody>
      </p:sp>
      <p:pic>
        <p:nvPicPr>
          <p:cNvPr id="2" name="Picture 1" descr="A black and grey logo&#10;&#10;AI-generated content may be incorrect.">
            <a:extLst>
              <a:ext uri="{FF2B5EF4-FFF2-40B4-BE49-F238E27FC236}">
                <a16:creationId xmlns:a16="http://schemas.microsoft.com/office/drawing/2014/main" id="{704FAB98-94B7-993A-1312-2A89FECD3904}"/>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29597404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and Content" preserve="1" userDrawn="1">
  <p:cSld name="Title and 3 Claims">
    <p:spTree>
      <p:nvGrpSpPr>
        <p:cNvPr id="1" name="Shape 36"/>
        <p:cNvGrpSpPr/>
        <p:nvPr/>
      </p:nvGrpSpPr>
      <p:grpSpPr>
        <a:xfrm>
          <a:off x="0" y="0"/>
          <a:ext cx="0" cy="0"/>
          <a:chOff x="0" y="0"/>
          <a:chExt cx="0" cy="0"/>
        </a:xfrm>
      </p:grpSpPr>
      <p:sp>
        <p:nvSpPr>
          <p:cNvPr id="24" name="Content Placeholder 23">
            <a:extLst>
              <a:ext uri="{FF2B5EF4-FFF2-40B4-BE49-F238E27FC236}">
                <a16:creationId xmlns:a16="http://schemas.microsoft.com/office/drawing/2014/main" id="{32C0FC5C-2F52-714C-CEAC-4C76258CFDCC}"/>
              </a:ext>
            </a:extLst>
          </p:cNvPr>
          <p:cNvSpPr>
            <a:spLocks noGrp="1"/>
          </p:cNvSpPr>
          <p:nvPr>
            <p:ph sz="quarter" idx="10" hasCustomPrompt="1"/>
          </p:nvPr>
        </p:nvSpPr>
        <p:spPr>
          <a:xfrm>
            <a:off x="1089748" y="2272154"/>
            <a:ext cx="2331720" cy="2174840"/>
          </a:xfrm>
          <a:prstGeom prst="roundRect">
            <a:avLst>
              <a:gd name="adj" fmla="val 8516"/>
            </a:avLst>
          </a:prstGeom>
          <a:ln>
            <a:solidFill>
              <a:schemeClr val="bg2"/>
            </a:solidFill>
          </a:ln>
        </p:spPr>
        <p:style>
          <a:lnRef idx="2">
            <a:schemeClr val="dk1"/>
          </a:lnRef>
          <a:fillRef idx="1">
            <a:schemeClr val="lt1"/>
          </a:fillRef>
          <a:effectRef idx="0">
            <a:schemeClr val="dk1"/>
          </a:effectRef>
          <a:fontRef idx="minor">
            <a:schemeClr val="dk1"/>
          </a:fontRef>
        </p:style>
        <p:txBody>
          <a:bodyPr anchor="ctr">
            <a:noAutofit/>
          </a:bodyPr>
          <a:lstStyle>
            <a:lvl1pPr algn="ctr">
              <a:defRPr sz="2800">
                <a:solidFill>
                  <a:schemeClr val="bg1"/>
                </a:solidFill>
                <a:latin typeface="+mj-lt"/>
              </a:defRPr>
            </a:lvl1pPr>
            <a:lvl2pPr>
              <a:defRPr>
                <a:latin typeface="+mj-lt"/>
              </a:defRPr>
            </a:lvl2pPr>
          </a:lstStyle>
          <a:p>
            <a:pPr lvl="0"/>
            <a:r>
              <a:rPr lang="en-US" dirty="0"/>
              <a:t>Attribute</a:t>
            </a:r>
          </a:p>
        </p:txBody>
      </p:sp>
      <p:sp>
        <p:nvSpPr>
          <p:cNvPr id="28" name="Text Placeholder 27">
            <a:extLst>
              <a:ext uri="{FF2B5EF4-FFF2-40B4-BE49-F238E27FC236}">
                <a16:creationId xmlns:a16="http://schemas.microsoft.com/office/drawing/2014/main" id="{E4646FCE-385C-976D-77FC-ED24EDBC7309}"/>
              </a:ext>
            </a:extLst>
          </p:cNvPr>
          <p:cNvSpPr>
            <a:spLocks noGrp="1"/>
          </p:cNvSpPr>
          <p:nvPr>
            <p:ph type="body" sz="quarter" idx="11" hasCustomPrompt="1"/>
          </p:nvPr>
        </p:nvSpPr>
        <p:spPr>
          <a:xfrm>
            <a:off x="1203954" y="4169260"/>
            <a:ext cx="2098052" cy="811988"/>
          </a:xfrm>
          <a:prstGeom prst="roundRect">
            <a:avLst/>
          </a:prstGeom>
          <a:solidFill>
            <a:schemeClr val="bg2"/>
          </a:solidFill>
        </p:spPr>
        <p:style>
          <a:lnRef idx="1">
            <a:schemeClr val="dk1"/>
          </a:lnRef>
          <a:fillRef idx="3">
            <a:schemeClr val="dk1"/>
          </a:fillRef>
          <a:effectRef idx="2">
            <a:schemeClr val="dk1"/>
          </a:effectRef>
          <a:fontRef idx="minor">
            <a:schemeClr val="lt1"/>
          </a:fontRef>
        </p:style>
        <p:txBody>
          <a:bodyPr>
            <a:noAutofit/>
          </a:bodyPr>
          <a:lstStyle>
            <a:lvl1pPr algn="ctr">
              <a:defRPr sz="4400">
                <a:latin typeface="+mj-lt"/>
              </a:defRPr>
            </a:lvl1pPr>
          </a:lstStyle>
          <a:p>
            <a:pPr lvl="0"/>
            <a:r>
              <a:rPr lang="en-US" dirty="0"/>
              <a:t>Claim</a:t>
            </a:r>
          </a:p>
        </p:txBody>
      </p:sp>
      <p:sp>
        <p:nvSpPr>
          <p:cNvPr id="30" name="Text Placeholder 29">
            <a:extLst>
              <a:ext uri="{FF2B5EF4-FFF2-40B4-BE49-F238E27FC236}">
                <a16:creationId xmlns:a16="http://schemas.microsoft.com/office/drawing/2014/main" id="{B4734D29-D59F-92B4-9390-44755DB51E43}"/>
              </a:ext>
            </a:extLst>
          </p:cNvPr>
          <p:cNvSpPr>
            <a:spLocks noGrp="1"/>
          </p:cNvSpPr>
          <p:nvPr>
            <p:ph type="body" sz="quarter" idx="12" hasCustomPrompt="1"/>
          </p:nvPr>
        </p:nvSpPr>
        <p:spPr>
          <a:xfrm>
            <a:off x="1637451" y="5138602"/>
            <a:ext cx="1231058" cy="914400"/>
          </a:xfrm>
        </p:spPr>
        <p:txBody>
          <a:bodyPr>
            <a:normAutofit/>
          </a:bodyPr>
          <a:lstStyle>
            <a:lvl1pPr algn="ctr">
              <a:defRPr sz="1600">
                <a:solidFill>
                  <a:schemeClr val="accent5"/>
                </a:solidFill>
                <a:latin typeface="+mj-lt"/>
              </a:defRPr>
            </a:lvl1pPr>
          </a:lstStyle>
          <a:p>
            <a:pPr lvl="0"/>
            <a:r>
              <a:rPr lang="en-US" dirty="0"/>
              <a:t>Detail </a:t>
            </a:r>
          </a:p>
        </p:txBody>
      </p:sp>
      <p:sp>
        <p:nvSpPr>
          <p:cNvPr id="31" name="Content Placeholder 23">
            <a:extLst>
              <a:ext uri="{FF2B5EF4-FFF2-40B4-BE49-F238E27FC236}">
                <a16:creationId xmlns:a16="http://schemas.microsoft.com/office/drawing/2014/main" id="{62E08B65-0577-AB1D-420D-BFB6E04E2F15}"/>
              </a:ext>
            </a:extLst>
          </p:cNvPr>
          <p:cNvSpPr>
            <a:spLocks noGrp="1"/>
          </p:cNvSpPr>
          <p:nvPr>
            <p:ph sz="quarter" idx="13" hasCustomPrompt="1"/>
          </p:nvPr>
        </p:nvSpPr>
        <p:spPr>
          <a:xfrm>
            <a:off x="4879846" y="2272154"/>
            <a:ext cx="2331720" cy="2174840"/>
          </a:xfrm>
          <a:prstGeom prst="roundRect">
            <a:avLst>
              <a:gd name="adj" fmla="val 8516"/>
            </a:avLst>
          </a:prstGeom>
          <a:ln>
            <a:solidFill>
              <a:schemeClr val="bg1"/>
            </a:solidFill>
          </a:ln>
        </p:spPr>
        <p:style>
          <a:lnRef idx="2">
            <a:schemeClr val="accent1"/>
          </a:lnRef>
          <a:fillRef idx="1">
            <a:schemeClr val="lt1"/>
          </a:fillRef>
          <a:effectRef idx="0">
            <a:schemeClr val="accent1"/>
          </a:effectRef>
          <a:fontRef idx="minor">
            <a:schemeClr val="dk1"/>
          </a:fontRef>
        </p:style>
        <p:txBody>
          <a:bodyPr anchor="ctr">
            <a:noAutofit/>
          </a:bodyPr>
          <a:lstStyle>
            <a:lvl1pPr algn="ctr">
              <a:defRPr sz="2800">
                <a:solidFill>
                  <a:schemeClr val="bg1"/>
                </a:solidFill>
                <a:latin typeface="+mj-lt"/>
              </a:defRPr>
            </a:lvl1pPr>
            <a:lvl2pPr>
              <a:defRPr>
                <a:latin typeface="+mj-lt"/>
              </a:defRPr>
            </a:lvl2pPr>
          </a:lstStyle>
          <a:p>
            <a:pPr lvl="0"/>
            <a:r>
              <a:rPr lang="en-US" dirty="0"/>
              <a:t>Attribute</a:t>
            </a:r>
          </a:p>
        </p:txBody>
      </p:sp>
      <p:sp>
        <p:nvSpPr>
          <p:cNvPr id="32" name="Text Placeholder 27">
            <a:extLst>
              <a:ext uri="{FF2B5EF4-FFF2-40B4-BE49-F238E27FC236}">
                <a16:creationId xmlns:a16="http://schemas.microsoft.com/office/drawing/2014/main" id="{BD25B02D-A96A-C7A3-CC43-0D4A2A0C8EDC}"/>
              </a:ext>
            </a:extLst>
          </p:cNvPr>
          <p:cNvSpPr>
            <a:spLocks noGrp="1"/>
          </p:cNvSpPr>
          <p:nvPr>
            <p:ph type="body" sz="quarter" idx="14" hasCustomPrompt="1"/>
          </p:nvPr>
        </p:nvSpPr>
        <p:spPr>
          <a:xfrm>
            <a:off x="4994052" y="4169260"/>
            <a:ext cx="2098052" cy="811988"/>
          </a:xfrm>
          <a:prstGeom prst="roundRect">
            <a:avLst/>
          </a:prstGeom>
          <a:solidFill>
            <a:schemeClr val="bg1"/>
          </a:solidFill>
        </p:spPr>
        <p:style>
          <a:lnRef idx="2">
            <a:schemeClr val="accent1"/>
          </a:lnRef>
          <a:fillRef idx="1">
            <a:schemeClr val="lt1"/>
          </a:fillRef>
          <a:effectRef idx="0">
            <a:schemeClr val="accent1"/>
          </a:effectRef>
          <a:fontRef idx="minor">
            <a:schemeClr val="dk1"/>
          </a:fontRef>
        </p:style>
        <p:txBody>
          <a:bodyPr>
            <a:noAutofit/>
          </a:bodyPr>
          <a:lstStyle>
            <a:lvl1pPr algn="ctr">
              <a:defRPr sz="4400">
                <a:solidFill>
                  <a:schemeClr val="tx1"/>
                </a:solidFill>
                <a:latin typeface="+mj-lt"/>
              </a:defRPr>
            </a:lvl1pPr>
          </a:lstStyle>
          <a:p>
            <a:pPr lvl="0"/>
            <a:r>
              <a:rPr lang="en-US" dirty="0"/>
              <a:t>Claim</a:t>
            </a:r>
          </a:p>
        </p:txBody>
      </p:sp>
      <p:sp>
        <p:nvSpPr>
          <p:cNvPr id="33" name="Text Placeholder 29">
            <a:extLst>
              <a:ext uri="{FF2B5EF4-FFF2-40B4-BE49-F238E27FC236}">
                <a16:creationId xmlns:a16="http://schemas.microsoft.com/office/drawing/2014/main" id="{E10583AA-9FA5-C03C-B239-E32B4AB99FCD}"/>
              </a:ext>
            </a:extLst>
          </p:cNvPr>
          <p:cNvSpPr>
            <a:spLocks noGrp="1"/>
          </p:cNvSpPr>
          <p:nvPr>
            <p:ph type="body" sz="quarter" idx="15" hasCustomPrompt="1"/>
          </p:nvPr>
        </p:nvSpPr>
        <p:spPr>
          <a:xfrm>
            <a:off x="5427549" y="5138602"/>
            <a:ext cx="1231058" cy="914400"/>
          </a:xfrm>
        </p:spPr>
        <p:txBody>
          <a:bodyPr>
            <a:normAutofit/>
          </a:bodyPr>
          <a:lstStyle>
            <a:lvl1pPr algn="ctr">
              <a:defRPr sz="1600">
                <a:solidFill>
                  <a:schemeClr val="accent5"/>
                </a:solidFill>
                <a:latin typeface="+mj-lt"/>
              </a:defRPr>
            </a:lvl1pPr>
          </a:lstStyle>
          <a:p>
            <a:pPr lvl="0"/>
            <a:r>
              <a:rPr lang="en-US" dirty="0"/>
              <a:t>Detail </a:t>
            </a:r>
          </a:p>
        </p:txBody>
      </p:sp>
      <p:sp>
        <p:nvSpPr>
          <p:cNvPr id="34" name="Content Placeholder 23">
            <a:extLst>
              <a:ext uri="{FF2B5EF4-FFF2-40B4-BE49-F238E27FC236}">
                <a16:creationId xmlns:a16="http://schemas.microsoft.com/office/drawing/2014/main" id="{9F20930C-2297-EA9B-3951-6E76707AFD27}"/>
              </a:ext>
            </a:extLst>
          </p:cNvPr>
          <p:cNvSpPr>
            <a:spLocks noGrp="1"/>
          </p:cNvSpPr>
          <p:nvPr>
            <p:ph sz="quarter" idx="16" hasCustomPrompt="1"/>
          </p:nvPr>
        </p:nvSpPr>
        <p:spPr>
          <a:xfrm>
            <a:off x="8675200" y="2272154"/>
            <a:ext cx="2331720" cy="2174840"/>
          </a:xfrm>
          <a:prstGeom prst="roundRect">
            <a:avLst>
              <a:gd name="adj" fmla="val 8516"/>
            </a:avLst>
          </a:prstGeom>
          <a:ln>
            <a:solidFill>
              <a:schemeClr val="accent1"/>
            </a:solidFill>
          </a:ln>
        </p:spPr>
        <p:style>
          <a:lnRef idx="2">
            <a:schemeClr val="dk1"/>
          </a:lnRef>
          <a:fillRef idx="1">
            <a:schemeClr val="lt1"/>
          </a:fillRef>
          <a:effectRef idx="0">
            <a:schemeClr val="dk1"/>
          </a:effectRef>
          <a:fontRef idx="minor">
            <a:schemeClr val="dk1"/>
          </a:fontRef>
        </p:style>
        <p:txBody>
          <a:bodyPr anchor="ctr">
            <a:noAutofit/>
          </a:bodyPr>
          <a:lstStyle>
            <a:lvl1pPr algn="ctr">
              <a:defRPr sz="2800">
                <a:solidFill>
                  <a:schemeClr val="bg1"/>
                </a:solidFill>
                <a:latin typeface="+mj-lt"/>
              </a:defRPr>
            </a:lvl1pPr>
            <a:lvl2pPr>
              <a:defRPr>
                <a:latin typeface="+mj-lt"/>
              </a:defRPr>
            </a:lvl2pPr>
          </a:lstStyle>
          <a:p>
            <a:pPr lvl="0"/>
            <a:r>
              <a:rPr lang="en-US" dirty="0"/>
              <a:t>Attribute</a:t>
            </a:r>
          </a:p>
        </p:txBody>
      </p:sp>
      <p:sp>
        <p:nvSpPr>
          <p:cNvPr id="35" name="Text Placeholder 27">
            <a:extLst>
              <a:ext uri="{FF2B5EF4-FFF2-40B4-BE49-F238E27FC236}">
                <a16:creationId xmlns:a16="http://schemas.microsoft.com/office/drawing/2014/main" id="{89435D7E-AA41-2071-45B7-C30B29DCF5DB}"/>
              </a:ext>
            </a:extLst>
          </p:cNvPr>
          <p:cNvSpPr>
            <a:spLocks noGrp="1"/>
          </p:cNvSpPr>
          <p:nvPr>
            <p:ph type="body" sz="quarter" idx="17" hasCustomPrompt="1"/>
          </p:nvPr>
        </p:nvSpPr>
        <p:spPr>
          <a:xfrm>
            <a:off x="8789406" y="4169260"/>
            <a:ext cx="2098052" cy="811988"/>
          </a:xfrm>
          <a:prstGeom prst="roundRect">
            <a:avLst/>
          </a:prstGeom>
          <a:solidFill>
            <a:schemeClr val="accent1"/>
          </a:solidFill>
        </p:spPr>
        <p:style>
          <a:lnRef idx="1">
            <a:schemeClr val="dk1"/>
          </a:lnRef>
          <a:fillRef idx="3">
            <a:schemeClr val="dk1"/>
          </a:fillRef>
          <a:effectRef idx="2">
            <a:schemeClr val="dk1"/>
          </a:effectRef>
          <a:fontRef idx="minor">
            <a:schemeClr val="lt1"/>
          </a:fontRef>
        </p:style>
        <p:txBody>
          <a:bodyPr>
            <a:noAutofit/>
          </a:bodyPr>
          <a:lstStyle>
            <a:lvl1pPr algn="ctr">
              <a:defRPr sz="4400">
                <a:latin typeface="+mj-lt"/>
              </a:defRPr>
            </a:lvl1pPr>
          </a:lstStyle>
          <a:p>
            <a:pPr lvl="0"/>
            <a:r>
              <a:rPr lang="en-US" dirty="0"/>
              <a:t>Claim</a:t>
            </a:r>
          </a:p>
        </p:txBody>
      </p:sp>
      <p:sp>
        <p:nvSpPr>
          <p:cNvPr id="36" name="Text Placeholder 29">
            <a:extLst>
              <a:ext uri="{FF2B5EF4-FFF2-40B4-BE49-F238E27FC236}">
                <a16:creationId xmlns:a16="http://schemas.microsoft.com/office/drawing/2014/main" id="{0D6BF53D-2A43-BB5E-284A-BDE32867968E}"/>
              </a:ext>
            </a:extLst>
          </p:cNvPr>
          <p:cNvSpPr>
            <a:spLocks noGrp="1"/>
          </p:cNvSpPr>
          <p:nvPr>
            <p:ph type="body" sz="quarter" idx="18" hasCustomPrompt="1"/>
          </p:nvPr>
        </p:nvSpPr>
        <p:spPr>
          <a:xfrm>
            <a:off x="9222903" y="5138602"/>
            <a:ext cx="1231058" cy="914400"/>
          </a:xfrm>
        </p:spPr>
        <p:txBody>
          <a:bodyPr>
            <a:normAutofit/>
          </a:bodyPr>
          <a:lstStyle>
            <a:lvl1pPr algn="ctr">
              <a:defRPr sz="1600">
                <a:solidFill>
                  <a:schemeClr val="accent5"/>
                </a:solidFill>
                <a:latin typeface="+mj-lt"/>
              </a:defRPr>
            </a:lvl1pPr>
          </a:lstStyle>
          <a:p>
            <a:pPr lvl="0"/>
            <a:r>
              <a:rPr lang="en-US" dirty="0"/>
              <a:t>Detail </a:t>
            </a:r>
          </a:p>
        </p:txBody>
      </p:sp>
      <p:sp>
        <p:nvSpPr>
          <p:cNvPr id="3" name="Title 2">
            <a:extLst>
              <a:ext uri="{FF2B5EF4-FFF2-40B4-BE49-F238E27FC236}">
                <a16:creationId xmlns:a16="http://schemas.microsoft.com/office/drawing/2014/main" id="{3479898D-4398-32AB-6867-E210E64CCE90}"/>
              </a:ext>
            </a:extLst>
          </p:cNvPr>
          <p:cNvSpPr>
            <a:spLocks noGrp="1"/>
          </p:cNvSpPr>
          <p:nvPr>
            <p:ph type="title"/>
          </p:nvPr>
        </p:nvSpPr>
        <p:spPr>
          <a:xfrm>
            <a:off x="401616" y="390997"/>
            <a:ext cx="11299064" cy="758429"/>
          </a:xfrm>
        </p:spPr>
        <p:txBody>
          <a:bodyPr anchor="t"/>
          <a:lstStyle>
            <a:lvl1pPr>
              <a:defRPr b="0">
                <a:latin typeface="+mj-lt"/>
                <a:cs typeface="Poppins Medium" panose="00000600000000000000" pitchFamily="2" charset="0"/>
              </a:defRPr>
            </a:lvl1pPr>
          </a:lstStyle>
          <a:p>
            <a:r>
              <a:rPr lang="en-US" dirty="0"/>
              <a:t>Click to edit Master title style</a:t>
            </a:r>
          </a:p>
        </p:txBody>
      </p:sp>
      <p:pic>
        <p:nvPicPr>
          <p:cNvPr id="4" name="Picture 3" descr="A black and grey logo&#10;&#10;AI-generated content may be incorrect.">
            <a:extLst>
              <a:ext uri="{FF2B5EF4-FFF2-40B4-BE49-F238E27FC236}">
                <a16:creationId xmlns:a16="http://schemas.microsoft.com/office/drawing/2014/main" id="{E19B98C6-F092-40D1-34D4-B0F77A1702BD}"/>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22061818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 2 Column">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557222"/>
          </a:xfrm>
        </p:spPr>
        <p:txBody>
          <a:bodyPr/>
          <a:lstStyle>
            <a:lvl1pPr marL="0" indent="0">
              <a:buNone/>
              <a:defRPr>
                <a:solidFill>
                  <a:schemeClr val="accent5"/>
                </a:solidFill>
              </a:defRPr>
            </a:lvl1pPr>
            <a:lvl2pPr>
              <a:defRPr>
                <a:solidFill>
                  <a:schemeClr val="accent5"/>
                </a:solidFill>
              </a:defRPr>
            </a:lvl2pPr>
            <a:lvl3pPr>
              <a:defRPr>
                <a:solidFill>
                  <a:schemeClr val="accent5"/>
                </a:solidFill>
              </a:defRPr>
            </a:lvl3pPr>
            <a:lvl4pPr>
              <a:defRPr>
                <a:solidFill>
                  <a:schemeClr val="accent5"/>
                </a:solidFill>
              </a:defRPr>
            </a:lvl4pPr>
            <a:lvl5pPr>
              <a:defRPr>
                <a:solidFill>
                  <a:schemeClr val="accent5"/>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B02560BD-FF7E-43D5-95BA-1D2D492F2E93}"/>
              </a:ext>
            </a:extLst>
          </p:cNvPr>
          <p:cNvSpPr>
            <a:spLocks noGrp="1"/>
          </p:cNvSpPr>
          <p:nvPr>
            <p:ph idx="11"/>
          </p:nvPr>
        </p:nvSpPr>
        <p:spPr>
          <a:xfrm>
            <a:off x="6274053" y="1584960"/>
            <a:ext cx="5426880" cy="4557222"/>
          </a:xfrm>
        </p:spPr>
        <p:txBody>
          <a:bodyPr/>
          <a:lstStyle>
            <a:lvl1pPr marL="0" indent="0">
              <a:buNone/>
              <a:defRPr>
                <a:solidFill>
                  <a:schemeClr val="accent5"/>
                </a:solidFill>
              </a:defRPr>
            </a:lvl1pPr>
            <a:lvl2pPr>
              <a:defRPr>
                <a:solidFill>
                  <a:schemeClr val="accent5"/>
                </a:solidFill>
              </a:defRPr>
            </a:lvl2pPr>
            <a:lvl3pPr>
              <a:defRPr>
                <a:solidFill>
                  <a:schemeClr val="accent5"/>
                </a:solidFill>
              </a:defRPr>
            </a:lvl3pPr>
            <a:lvl4pPr>
              <a:defRPr>
                <a:solidFill>
                  <a:schemeClr val="accent5"/>
                </a:solidFill>
              </a:defRPr>
            </a:lvl4pPr>
            <a:lvl5pPr>
              <a:defRPr>
                <a:solidFill>
                  <a:schemeClr val="accent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Graphic 3">
            <a:extLst>
              <a:ext uri="{FF2B5EF4-FFF2-40B4-BE49-F238E27FC236}">
                <a16:creationId xmlns:a16="http://schemas.microsoft.com/office/drawing/2014/main" id="{EA309B5A-1F63-1CE5-382D-AD190361BEC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sp>
        <p:nvSpPr>
          <p:cNvPr id="2" name="Title 2">
            <a:extLst>
              <a:ext uri="{FF2B5EF4-FFF2-40B4-BE49-F238E27FC236}">
                <a16:creationId xmlns:a16="http://schemas.microsoft.com/office/drawing/2014/main" id="{AAF2404E-7607-B049-3395-564F0963EA2F}"/>
              </a:ext>
            </a:extLst>
          </p:cNvPr>
          <p:cNvSpPr>
            <a:spLocks noGrp="1"/>
          </p:cNvSpPr>
          <p:nvPr>
            <p:ph type="title"/>
          </p:nvPr>
        </p:nvSpPr>
        <p:spPr>
          <a:xfrm>
            <a:off x="401616" y="390997"/>
            <a:ext cx="11299064" cy="758429"/>
          </a:xfrm>
        </p:spPr>
        <p:txBody>
          <a:bodyPr anchor="t"/>
          <a:lstStyle>
            <a:lvl1pPr>
              <a:defRPr b="0">
                <a:latin typeface="+mj-lt"/>
                <a:cs typeface="Poppins Medium" panose="00000600000000000000" pitchFamily="2" charset="0"/>
              </a:defRPr>
            </a:lvl1pPr>
          </a:lstStyle>
          <a:p>
            <a:r>
              <a:rPr lang="en-US" dirty="0"/>
              <a:t>Click to edit Master title style</a:t>
            </a:r>
          </a:p>
        </p:txBody>
      </p:sp>
      <p:pic>
        <p:nvPicPr>
          <p:cNvPr id="3" name="Picture 2" descr="A black and grey logo&#10;&#10;AI-generated content may be incorrect.">
            <a:extLst>
              <a:ext uri="{FF2B5EF4-FFF2-40B4-BE49-F238E27FC236}">
                <a16:creationId xmlns:a16="http://schemas.microsoft.com/office/drawing/2014/main" id="{71820D11-61CD-BE19-6D62-899ADB3868CE}"/>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24340571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W Half">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991" y="469209"/>
            <a:ext cx="5113613" cy="631992"/>
          </a:xfrm>
        </p:spPr>
        <p:txBody>
          <a:bodyPr>
            <a:noAutofit/>
          </a:bodyPr>
          <a:lstStyle>
            <a:lvl1pPr>
              <a:defRPr sz="4400" b="0" i="0">
                <a:latin typeface="+mj-lt"/>
                <a:cs typeface="Poppins Medium" panose="00000600000000000000" pitchFamily="2" charset="0"/>
              </a:defRPr>
            </a:lvl1pPr>
          </a:lstStyle>
          <a:p>
            <a:r>
              <a:rPr lang="en-US"/>
              <a:t>Click to edit title </a:t>
            </a:r>
          </a:p>
        </p:txBody>
      </p:sp>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113613" cy="4785360"/>
          </a:xfrm>
        </p:spPr>
        <p:txBody>
          <a:bodyPr/>
          <a:lstStyle>
            <a:lvl1pPr>
              <a:defRPr>
                <a:solidFill>
                  <a:schemeClr val="accent5"/>
                </a:solidFill>
                <a:latin typeface="+mn-lt"/>
                <a:cs typeface="Poppins" panose="00000500000000000000" pitchFamily="2" charset="0"/>
              </a:defRPr>
            </a:lvl1pPr>
            <a:lvl2pPr>
              <a:defRPr>
                <a:solidFill>
                  <a:schemeClr val="accent5"/>
                </a:solidFill>
                <a:latin typeface="+mn-lt"/>
                <a:cs typeface="Poppins" panose="00000500000000000000" pitchFamily="2" charset="0"/>
              </a:defRPr>
            </a:lvl2pPr>
            <a:lvl3pPr>
              <a:defRPr>
                <a:solidFill>
                  <a:schemeClr val="accent5"/>
                </a:solidFill>
                <a:latin typeface="+mn-lt"/>
                <a:cs typeface="Poppins" panose="00000500000000000000" pitchFamily="2" charset="0"/>
              </a:defRPr>
            </a:lvl3pPr>
            <a:lvl4pPr>
              <a:defRPr>
                <a:solidFill>
                  <a:schemeClr val="accent5"/>
                </a:solidFill>
                <a:latin typeface="+mn-lt"/>
                <a:cs typeface="Poppins" panose="00000500000000000000" pitchFamily="2" charset="0"/>
              </a:defRPr>
            </a:lvl4pPr>
            <a:lvl5pPr>
              <a:defRPr>
                <a:solidFill>
                  <a:schemeClr val="accent5"/>
                </a:solidFill>
                <a:latin typeface="+mn-lt"/>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3AB4C02E-8D38-49A2-8468-4C52ACE25582}"/>
              </a:ext>
            </a:extLst>
          </p:cNvPr>
          <p:cNvSpPr>
            <a:spLocks noGrp="1"/>
          </p:cNvSpPr>
          <p:nvPr>
            <p:ph type="body" sz="quarter" idx="12" hasCustomPrompt="1"/>
          </p:nvPr>
        </p:nvSpPr>
        <p:spPr>
          <a:xfrm>
            <a:off x="6587067" y="469208"/>
            <a:ext cx="5113867" cy="626325"/>
          </a:xfrm>
        </p:spPr>
        <p:txBody>
          <a:bodyPr vert="horz" wrap="square" lIns="0" tIns="0" rIns="0" bIns="0" rtlCol="0" anchor="t" anchorCtr="0">
            <a:spAutoFit/>
          </a:bodyPr>
          <a:lstStyle>
            <a:lvl1pPr marL="0" indent="0">
              <a:buNone/>
              <a:defRPr lang="en-US" sz="4400" b="0" i="0" dirty="0" smtClean="0">
                <a:solidFill>
                  <a:schemeClr val="bg1"/>
                </a:solidFill>
                <a:latin typeface="+mj-lt"/>
                <a:ea typeface="+mj-ea"/>
                <a:cs typeface="Poppins Medium" panose="00000600000000000000" pitchFamily="2" charset="0"/>
              </a:defRPr>
            </a:lvl1pPr>
            <a:lvl2pPr>
              <a:defRPr lang="en-US" sz="2400" dirty="0" smtClean="0"/>
            </a:lvl2pPr>
            <a:lvl3pPr>
              <a:defRPr lang="en-US" sz="2400" dirty="0" smtClean="0"/>
            </a:lvl3pPr>
            <a:lvl4pPr>
              <a:defRPr lang="en-US" sz="2400" dirty="0" smtClean="0"/>
            </a:lvl4pPr>
            <a:lvl5pPr>
              <a:defRPr lang="en-US" sz="2400" dirty="0"/>
            </a:lvl5pPr>
          </a:lstStyle>
          <a:p>
            <a:pPr marL="152396" lvl="0" indent="-457189">
              <a:lnSpc>
                <a:spcPct val="90000"/>
              </a:lnSpc>
              <a:spcBef>
                <a:spcPct val="0"/>
              </a:spcBef>
            </a:pPr>
            <a:r>
              <a:rPr lang="en-US"/>
              <a:t>Click to add title</a:t>
            </a:r>
          </a:p>
        </p:txBody>
      </p:sp>
      <p:sp>
        <p:nvSpPr>
          <p:cNvPr id="7" name="Content Placeholder 2">
            <a:extLst>
              <a:ext uri="{FF2B5EF4-FFF2-40B4-BE49-F238E27FC236}">
                <a16:creationId xmlns:a16="http://schemas.microsoft.com/office/drawing/2014/main" id="{B02560BD-FF7E-43D5-95BA-1D2D492F2E93}"/>
              </a:ext>
            </a:extLst>
          </p:cNvPr>
          <p:cNvSpPr>
            <a:spLocks noGrp="1"/>
          </p:cNvSpPr>
          <p:nvPr>
            <p:ph idx="11"/>
          </p:nvPr>
        </p:nvSpPr>
        <p:spPr>
          <a:xfrm>
            <a:off x="6587069" y="1584960"/>
            <a:ext cx="5113611" cy="4636936"/>
          </a:xfrm>
        </p:spPr>
        <p:txBody>
          <a:bodyPr/>
          <a:lstStyle>
            <a:lvl1pPr>
              <a:buClr>
                <a:schemeClr val="bg2"/>
              </a:buClr>
              <a:defRPr b="0">
                <a:solidFill>
                  <a:schemeClr val="accent5"/>
                </a:solidFill>
                <a:latin typeface="+mn-lt"/>
                <a:cs typeface="Poppins" panose="00000500000000000000" pitchFamily="2" charset="0"/>
              </a:defRPr>
            </a:lvl1pPr>
            <a:lvl2pPr>
              <a:buClr>
                <a:schemeClr val="bg2"/>
              </a:buClr>
              <a:defRPr b="0">
                <a:solidFill>
                  <a:schemeClr val="accent5"/>
                </a:solidFill>
                <a:latin typeface="+mn-lt"/>
                <a:cs typeface="Poppins" panose="00000500000000000000" pitchFamily="2" charset="0"/>
              </a:defRPr>
            </a:lvl2pPr>
            <a:lvl3pPr>
              <a:buClr>
                <a:schemeClr val="bg2"/>
              </a:buClr>
              <a:defRPr b="0">
                <a:solidFill>
                  <a:schemeClr val="accent5"/>
                </a:solidFill>
                <a:latin typeface="+mn-lt"/>
                <a:cs typeface="Poppins" panose="00000500000000000000" pitchFamily="2" charset="0"/>
              </a:defRPr>
            </a:lvl3pPr>
            <a:lvl4pPr>
              <a:buClr>
                <a:schemeClr val="bg2"/>
              </a:buClr>
              <a:defRPr b="0">
                <a:solidFill>
                  <a:schemeClr val="accent5"/>
                </a:solidFill>
                <a:latin typeface="+mn-lt"/>
                <a:cs typeface="Poppins" panose="00000500000000000000" pitchFamily="2" charset="0"/>
              </a:defRPr>
            </a:lvl4pPr>
            <a:lvl5pPr>
              <a:buClr>
                <a:schemeClr val="bg2"/>
              </a:buClr>
              <a:defRPr b="0">
                <a:solidFill>
                  <a:schemeClr val="accent5"/>
                </a:solidFill>
                <a:latin typeface="+mn-lt"/>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descr="A black and grey logo&#10;&#10;AI-generated content may be incorrect.">
            <a:extLst>
              <a:ext uri="{FF2B5EF4-FFF2-40B4-BE49-F238E27FC236}">
                <a16:creationId xmlns:a16="http://schemas.microsoft.com/office/drawing/2014/main" id="{0E6A0DDB-FBA4-C224-4D4B-E0467F2A7FEF}"/>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41764130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2 Page Title and Content">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5A418392-99DF-4D92-5299-0597BD71931B}"/>
              </a:ext>
            </a:extLst>
          </p:cNvPr>
          <p:cNvSpPr>
            <a:spLocks noGrp="1"/>
          </p:cNvSpPr>
          <p:nvPr>
            <p:ph type="title"/>
          </p:nvPr>
        </p:nvSpPr>
        <p:spPr>
          <a:xfrm>
            <a:off x="568851" y="1706151"/>
            <a:ext cx="5374749" cy="1325563"/>
          </a:xfrm>
        </p:spPr>
        <p:txBody>
          <a:bodyPr/>
          <a:lstStyle>
            <a:lvl1pPr>
              <a:defRPr>
                <a:solidFill>
                  <a:schemeClr val="bg1"/>
                </a:solidFill>
              </a:defRPr>
            </a:lvl1pPr>
          </a:lstStyle>
          <a:p>
            <a:r>
              <a:rPr lang="en-US" dirty="0"/>
              <a:t>Click to edit Master</a:t>
            </a:r>
          </a:p>
        </p:txBody>
      </p:sp>
      <p:sp>
        <p:nvSpPr>
          <p:cNvPr id="12" name="Text Placeholder 11">
            <a:extLst>
              <a:ext uri="{FF2B5EF4-FFF2-40B4-BE49-F238E27FC236}">
                <a16:creationId xmlns:a16="http://schemas.microsoft.com/office/drawing/2014/main" id="{602E2C1D-450C-919F-32A5-794D5170E247}"/>
              </a:ext>
            </a:extLst>
          </p:cNvPr>
          <p:cNvSpPr>
            <a:spLocks noGrp="1"/>
          </p:cNvSpPr>
          <p:nvPr>
            <p:ph type="body" sz="quarter" idx="10"/>
          </p:nvPr>
        </p:nvSpPr>
        <p:spPr>
          <a:xfrm>
            <a:off x="568851" y="628650"/>
            <a:ext cx="3554095" cy="261867"/>
          </a:xfrm>
        </p:spPr>
        <p:txBody>
          <a:bodyPr>
            <a:noAutofit/>
          </a:bodyPr>
          <a:lstStyle>
            <a:lvl1pPr marL="0" indent="0">
              <a:buNone/>
              <a:defRPr sz="1400">
                <a:solidFill>
                  <a:schemeClr val="bg2"/>
                </a:solidFill>
              </a:defRPr>
            </a:lvl1pPr>
            <a:lvl2pPr marL="457200" indent="0">
              <a:buNone/>
              <a:defRPr sz="1400">
                <a:solidFill>
                  <a:schemeClr val="tx2"/>
                </a:solidFill>
              </a:defRPr>
            </a:lvl2pPr>
            <a:lvl3pPr marL="914400" indent="0">
              <a:buNone/>
              <a:defRPr sz="1200">
                <a:solidFill>
                  <a:schemeClr val="tx2"/>
                </a:solidFill>
              </a:defRPr>
            </a:lvl3pPr>
            <a:lvl4pPr marL="1371600" indent="0">
              <a:buNone/>
              <a:defRPr sz="1100">
                <a:solidFill>
                  <a:schemeClr val="tx2"/>
                </a:solidFill>
              </a:defRPr>
            </a:lvl4pPr>
            <a:lvl5pPr marL="1828800" indent="0">
              <a:buNone/>
              <a:defRPr sz="1100">
                <a:solidFill>
                  <a:schemeClr val="tx2"/>
                </a:solidFill>
              </a:defRPr>
            </a:lvl5pPr>
          </a:lstStyle>
          <a:p>
            <a:pPr lvl="0"/>
            <a:r>
              <a:rPr lang="en-US" dirty="0"/>
              <a:t>Click to edit Master text styles</a:t>
            </a:r>
          </a:p>
        </p:txBody>
      </p:sp>
      <p:sp>
        <p:nvSpPr>
          <p:cNvPr id="14" name="Text Placeholder 13">
            <a:extLst>
              <a:ext uri="{FF2B5EF4-FFF2-40B4-BE49-F238E27FC236}">
                <a16:creationId xmlns:a16="http://schemas.microsoft.com/office/drawing/2014/main" id="{525EB669-9551-7B42-346B-8835CA72F1E5}"/>
              </a:ext>
            </a:extLst>
          </p:cNvPr>
          <p:cNvSpPr>
            <a:spLocks noGrp="1"/>
          </p:cNvSpPr>
          <p:nvPr>
            <p:ph type="body" sz="quarter" idx="11" hasCustomPrompt="1"/>
          </p:nvPr>
        </p:nvSpPr>
        <p:spPr>
          <a:xfrm>
            <a:off x="591393" y="3227610"/>
            <a:ext cx="4769277" cy="2155920"/>
          </a:xfrm>
        </p:spPr>
        <p:txBody>
          <a:bodyPr>
            <a:noAutofit/>
          </a:bodyPr>
          <a:lstStyle>
            <a:lvl1pPr marL="0" indent="0">
              <a:buNone/>
              <a:defRPr sz="1600">
                <a:solidFill>
                  <a:schemeClr val="accent5"/>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level</a:t>
            </a:r>
          </a:p>
        </p:txBody>
      </p:sp>
      <p:pic>
        <p:nvPicPr>
          <p:cNvPr id="3" name="Picture 2" descr="A black and grey logo&#10;&#10;AI-generated content may be incorrect.">
            <a:extLst>
              <a:ext uri="{FF2B5EF4-FFF2-40B4-BE49-F238E27FC236}">
                <a16:creationId xmlns:a16="http://schemas.microsoft.com/office/drawing/2014/main" id="{6A1FE187-CF9C-3C59-D46C-39E9DF6AE51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24636879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3 text image with fade">
    <p:spTree>
      <p:nvGrpSpPr>
        <p:cNvPr id="1" name=""/>
        <p:cNvGrpSpPr/>
        <p:nvPr/>
      </p:nvGrpSpPr>
      <p:grpSpPr>
        <a:xfrm>
          <a:off x="0" y="0"/>
          <a:ext cx="0" cy="0"/>
          <a:chOff x="0" y="0"/>
          <a:chExt cx="0" cy="0"/>
        </a:xfrm>
      </p:grpSpPr>
      <p:sp>
        <p:nvSpPr>
          <p:cNvPr id="12" name="Picture Placeholder 1">
            <a:extLst>
              <a:ext uri="{FF2B5EF4-FFF2-40B4-BE49-F238E27FC236}">
                <a16:creationId xmlns:a16="http://schemas.microsoft.com/office/drawing/2014/main" id="{50E62194-15A3-1C44-558D-2CCD975549C9}"/>
              </a:ext>
              <a:ext uri="{C183D7F6-B498-43B3-948B-1728B52AA6E4}">
                <adec:decorative xmlns:adec="http://schemas.microsoft.com/office/drawing/2017/decorative" val="1"/>
              </a:ext>
            </a:extLst>
          </p:cNvPr>
          <p:cNvSpPr>
            <a:spLocks noGrp="1"/>
          </p:cNvSpPr>
          <p:nvPr>
            <p:ph type="pic" sz="quarter" idx="13"/>
          </p:nvPr>
        </p:nvSpPr>
        <p:spPr>
          <a:xfrm>
            <a:off x="4937760" y="0"/>
            <a:ext cx="7254240" cy="6858000"/>
          </a:xfrm>
          <a:noFill/>
        </p:spPr>
        <p:txBody>
          <a:bodyPr/>
          <a:lstStyle/>
          <a:p>
            <a:r>
              <a:rPr lang="en-US" dirty="0"/>
              <a:t>Click icon to add picture</a:t>
            </a:r>
          </a:p>
        </p:txBody>
      </p:sp>
      <p:sp>
        <p:nvSpPr>
          <p:cNvPr id="13" name="Title 1">
            <a:extLst>
              <a:ext uri="{FF2B5EF4-FFF2-40B4-BE49-F238E27FC236}">
                <a16:creationId xmlns:a16="http://schemas.microsoft.com/office/drawing/2014/main" id="{18DD5C10-AE48-47C2-C043-9412C85525AF}"/>
              </a:ext>
            </a:extLst>
          </p:cNvPr>
          <p:cNvSpPr>
            <a:spLocks noGrp="1"/>
          </p:cNvSpPr>
          <p:nvPr>
            <p:ph type="title"/>
          </p:nvPr>
        </p:nvSpPr>
        <p:spPr>
          <a:xfrm>
            <a:off x="229489" y="1675492"/>
            <a:ext cx="4097972" cy="1660604"/>
          </a:xfrm>
        </p:spPr>
        <p:txBody>
          <a:bodyPr>
            <a:noAutofit/>
          </a:bodyPr>
          <a:lstStyle>
            <a:lvl1pPr>
              <a:defRPr sz="4200" b="0">
                <a:latin typeface="+mj-lt"/>
                <a:cs typeface="Poppins Medium" panose="00000600000000000000" pitchFamily="2" charset="0"/>
              </a:defRPr>
            </a:lvl1pPr>
          </a:lstStyle>
          <a:p>
            <a:r>
              <a:rPr lang="en-US" dirty="0"/>
              <a:t>Click to edit Master title style</a:t>
            </a:r>
          </a:p>
        </p:txBody>
      </p:sp>
      <p:sp>
        <p:nvSpPr>
          <p:cNvPr id="14" name="Content Placeholder 2">
            <a:extLst>
              <a:ext uri="{FF2B5EF4-FFF2-40B4-BE49-F238E27FC236}">
                <a16:creationId xmlns:a16="http://schemas.microsoft.com/office/drawing/2014/main" id="{3B5B239F-9433-2E79-7918-C6B1E6366F99}"/>
              </a:ext>
            </a:extLst>
          </p:cNvPr>
          <p:cNvSpPr>
            <a:spLocks noGrp="1"/>
          </p:cNvSpPr>
          <p:nvPr>
            <p:ph idx="1"/>
          </p:nvPr>
        </p:nvSpPr>
        <p:spPr>
          <a:xfrm>
            <a:off x="229490" y="3572715"/>
            <a:ext cx="4097972" cy="2317737"/>
          </a:xfrm>
        </p:spPr>
        <p:txBody>
          <a:bodyPr>
            <a:normAutofit/>
          </a:bodyPr>
          <a:lstStyle>
            <a:lvl1pPr marL="0" indent="0">
              <a:buNone/>
              <a:defRPr sz="1600">
                <a:solidFill>
                  <a:schemeClr val="accent5"/>
                </a:solidFill>
                <a:latin typeface="+mn-lt"/>
                <a:cs typeface="Poppins" panose="00000500000000000000" pitchFamily="2" charset="0"/>
              </a:defRPr>
            </a:lvl1pPr>
            <a:lvl2pPr marL="457200" indent="0">
              <a:buNone/>
              <a:defRPr sz="2000">
                <a:latin typeface="Poppins" panose="00000500000000000000" pitchFamily="2" charset="0"/>
                <a:cs typeface="Poppins" panose="00000500000000000000" pitchFamily="2" charset="0"/>
              </a:defRPr>
            </a:lvl2pPr>
            <a:lvl3pPr marL="914400" indent="0">
              <a:buNone/>
              <a:defRPr sz="1800">
                <a:latin typeface="Poppins" panose="00000500000000000000" pitchFamily="2" charset="0"/>
                <a:cs typeface="Poppins" panose="00000500000000000000" pitchFamily="2" charset="0"/>
              </a:defRPr>
            </a:lvl3pPr>
            <a:lvl4pPr marL="1371600" indent="0">
              <a:buNone/>
              <a:defRPr sz="1600">
                <a:latin typeface="Poppins" panose="00000500000000000000" pitchFamily="2" charset="0"/>
                <a:cs typeface="Poppins" panose="00000500000000000000" pitchFamily="2" charset="0"/>
              </a:defRPr>
            </a:lvl4pPr>
            <a:lvl5pPr marL="1828800" indent="0">
              <a:buNone/>
              <a:defRPr sz="1600">
                <a:latin typeface="Poppins" panose="00000500000000000000" pitchFamily="2" charset="0"/>
                <a:cs typeface="Poppins" panose="00000500000000000000" pitchFamily="2" charset="0"/>
              </a:defRPr>
            </a:lvl5pPr>
          </a:lstStyle>
          <a:p>
            <a:pPr lvl="0"/>
            <a:r>
              <a:rPr lang="en-US"/>
              <a:t>Click to edit Master text styles</a:t>
            </a:r>
          </a:p>
        </p:txBody>
      </p:sp>
      <p:sp>
        <p:nvSpPr>
          <p:cNvPr id="15" name="Footer Placeholder 7">
            <a:extLst>
              <a:ext uri="{FF2B5EF4-FFF2-40B4-BE49-F238E27FC236}">
                <a16:creationId xmlns:a16="http://schemas.microsoft.com/office/drawing/2014/main" id="{4A61F839-F15B-A9AC-32D5-6D963FB2B483}"/>
              </a:ext>
            </a:extLst>
          </p:cNvPr>
          <p:cNvSpPr>
            <a:spLocks noGrp="1"/>
          </p:cNvSpPr>
          <p:nvPr>
            <p:ph type="ftr" sz="quarter" idx="11"/>
          </p:nvPr>
        </p:nvSpPr>
        <p:spPr>
          <a:xfrm>
            <a:off x="229489" y="1099426"/>
            <a:ext cx="3055373" cy="379957"/>
          </a:xfrm>
          <a:prstGeom prst="rect">
            <a:avLst/>
          </a:prstGeom>
        </p:spPr>
        <p:txBody>
          <a:bodyPr/>
          <a:lstStyle>
            <a:lvl1pPr algn="l">
              <a:defRPr>
                <a:solidFill>
                  <a:schemeClr val="bg1"/>
                </a:solidFill>
                <a:latin typeface="+mj-lt"/>
                <a:cs typeface="Poppins" panose="00000500000000000000" pitchFamily="2" charset="0"/>
              </a:defRPr>
            </a:lvl1pPr>
          </a:lstStyle>
          <a:p>
            <a:endParaRPr lang="en-US" dirty="0"/>
          </a:p>
        </p:txBody>
      </p:sp>
      <p:pic>
        <p:nvPicPr>
          <p:cNvPr id="3" name="Graphic 2">
            <a:extLst>
              <a:ext uri="{FF2B5EF4-FFF2-40B4-BE49-F238E27FC236}">
                <a16:creationId xmlns:a16="http://schemas.microsoft.com/office/drawing/2014/main" id="{8F85F2E6-4189-688E-A923-5F1AC075A0E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pic>
        <p:nvPicPr>
          <p:cNvPr id="2" name="Picture 1" descr="A black and grey logo&#10;&#10;AI-generated content may be incorrect.">
            <a:extLst>
              <a:ext uri="{FF2B5EF4-FFF2-40B4-BE49-F238E27FC236}">
                <a16:creationId xmlns:a16="http://schemas.microsoft.com/office/drawing/2014/main" id="{598A5B34-9B61-FB37-5F4C-93E47B8D6F05}"/>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229489" y="217054"/>
            <a:ext cx="2048766" cy="480990"/>
          </a:xfrm>
          <a:prstGeom prst="rect">
            <a:avLst/>
          </a:prstGeom>
        </p:spPr>
      </p:pic>
      <p:pic>
        <p:nvPicPr>
          <p:cNvPr id="5" name="Picture 4" descr="A black and grey logo&#10;&#10;AI-generated content may be incorrect.">
            <a:extLst>
              <a:ext uri="{FF2B5EF4-FFF2-40B4-BE49-F238E27FC236}">
                <a16:creationId xmlns:a16="http://schemas.microsoft.com/office/drawing/2014/main" id="{AACA8B22-1182-E22B-5B5A-3AD27B2D82F7}"/>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34013226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3 Image Lef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4350935" y="1514592"/>
            <a:ext cx="7350931" cy="531428"/>
          </a:xfrm>
        </p:spPr>
        <p:txBody>
          <a:bodyPr/>
          <a:lstStyle>
            <a:lvl1pPr>
              <a:defRPr b="0" i="0">
                <a:latin typeface="+mj-lt"/>
                <a:cs typeface="Poppins Medium" panose="00000600000000000000" pitchFamily="2" charset="0"/>
              </a:defRPr>
            </a:lvl1pPr>
          </a:lstStyle>
          <a:p>
            <a:r>
              <a:rPr lang="en-US" dirty="0"/>
              <a:t>Click to edit title </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hasCustomPrompt="1"/>
          </p:nvPr>
        </p:nvSpPr>
        <p:spPr>
          <a:xfrm>
            <a:off x="4350936" y="2346036"/>
            <a:ext cx="7350930" cy="3903947"/>
          </a:xfrm>
        </p:spPr>
        <p:txBody>
          <a:bodyPr numCol="2">
            <a:normAutofit/>
          </a:bodyPr>
          <a:lstStyle>
            <a:lvl1pPr marL="0" indent="0" algn="l" defTabSz="914400" rtl="0" eaLnBrk="1" latinLnBrk="0" hangingPunct="1">
              <a:lnSpc>
                <a:spcPct val="100000"/>
              </a:lnSpc>
              <a:spcBef>
                <a:spcPts val="500"/>
              </a:spcBef>
              <a:buClr>
                <a:srgbClr val="6400B9"/>
              </a:buClr>
              <a:buSzPct val="100000"/>
              <a:buFont typeface="+mj-lt"/>
              <a:buNone/>
              <a:defRPr lang="en-US" sz="2400" kern="1200" dirty="0">
                <a:solidFill>
                  <a:schemeClr val="accent5"/>
                </a:solidFill>
                <a:latin typeface="+mj-lt"/>
                <a:ea typeface="+mn-ea"/>
                <a:cs typeface="Poppins" panose="00000500000000000000" pitchFamily="2" charset="0"/>
              </a:defRPr>
            </a:lvl1pPr>
            <a:lvl2pPr marL="457200" indent="0" algn="l" defTabSz="914400" rtl="0" eaLnBrk="1" latinLnBrk="0" hangingPunct="1">
              <a:lnSpc>
                <a:spcPct val="90000"/>
              </a:lnSpc>
              <a:spcBef>
                <a:spcPts val="500"/>
              </a:spcBef>
              <a:buClr>
                <a:schemeClr val="accent4"/>
              </a:buClr>
              <a:buSzPct val="100000"/>
              <a:buFont typeface="+mj-lt"/>
              <a:buNone/>
              <a:defRPr lang="en-US" sz="2000" kern="1200" dirty="0">
                <a:solidFill>
                  <a:schemeClr val="tx1"/>
                </a:solidFill>
                <a:latin typeface="Poppins" panose="00000500000000000000" pitchFamily="2" charset="0"/>
                <a:ea typeface="+mn-ea"/>
                <a:cs typeface="Poppins" panose="00000500000000000000" pitchFamily="2" charset="0"/>
              </a:defRPr>
            </a:lvl2pPr>
            <a:lvl3pPr marL="914400" indent="0" algn="l" defTabSz="914400" rtl="0" eaLnBrk="1" latinLnBrk="0" hangingPunct="1">
              <a:lnSpc>
                <a:spcPct val="90000"/>
              </a:lnSpc>
              <a:spcBef>
                <a:spcPts val="500"/>
              </a:spcBef>
              <a:buClr>
                <a:schemeClr val="accent4"/>
              </a:buClr>
              <a:buSzPct val="100000"/>
              <a:buFont typeface="+mj-lt"/>
              <a:buNone/>
              <a:defRPr lang="en-US" sz="2000" kern="1200" dirty="0">
                <a:solidFill>
                  <a:schemeClr val="tx1"/>
                </a:solidFill>
                <a:latin typeface="Poppins" panose="00000500000000000000" pitchFamily="2" charset="0"/>
                <a:ea typeface="+mn-ea"/>
                <a:cs typeface="Poppins" panose="00000500000000000000" pitchFamily="2" charset="0"/>
              </a:defRPr>
            </a:lvl3pPr>
            <a:lvl4pPr marL="1371600" indent="0" algn="l" defTabSz="914400" rtl="0" eaLnBrk="1" latinLnBrk="0" hangingPunct="1">
              <a:lnSpc>
                <a:spcPct val="90000"/>
              </a:lnSpc>
              <a:spcBef>
                <a:spcPts val="500"/>
              </a:spcBef>
              <a:buClr>
                <a:schemeClr val="accent4"/>
              </a:buClr>
              <a:buSzPct val="100000"/>
              <a:buFont typeface="+mj-lt"/>
              <a:buNone/>
              <a:defRPr lang="en-US" sz="2000" kern="1200" dirty="0">
                <a:solidFill>
                  <a:schemeClr val="tx1"/>
                </a:solidFill>
                <a:latin typeface="Poppins" panose="00000500000000000000" pitchFamily="2" charset="0"/>
                <a:ea typeface="+mn-ea"/>
                <a:cs typeface="Poppins" panose="00000500000000000000" pitchFamily="2" charset="0"/>
              </a:defRPr>
            </a:lvl4pPr>
            <a:lvl5pPr marL="1828800" indent="0" algn="l" defTabSz="914400" rtl="0" eaLnBrk="1" latinLnBrk="0" hangingPunct="1">
              <a:lnSpc>
                <a:spcPct val="90000"/>
              </a:lnSpc>
              <a:spcBef>
                <a:spcPts val="500"/>
              </a:spcBef>
              <a:buClr>
                <a:schemeClr val="accent4"/>
              </a:buClr>
              <a:buSzPct val="100000"/>
              <a:buFont typeface="+mj-lt"/>
              <a:buNone/>
              <a:defRPr lang="en-US" sz="2000" kern="1200" dirty="0">
                <a:solidFill>
                  <a:schemeClr val="tx1"/>
                </a:solidFill>
                <a:latin typeface="Poppins" panose="00000500000000000000" pitchFamily="2" charset="0"/>
                <a:ea typeface="+mn-ea"/>
                <a:cs typeface="Poppins" panose="00000500000000000000" pitchFamily="2" charset="0"/>
              </a:defRPr>
            </a:lvl5pPr>
          </a:lstStyle>
          <a:p>
            <a:pPr lvl="0"/>
            <a:r>
              <a:rPr lang="en-US" dirty="0"/>
              <a:t>Click to edit Master text styles  </a:t>
            </a: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1" y="0"/>
            <a:ext cx="3981449" cy="6858000"/>
          </a:xfrm>
          <a:solidFill>
            <a:schemeClr val="bg1"/>
          </a:solidFill>
        </p:spPr>
        <p:txBody>
          <a:bodyPr anchor="ctr"/>
          <a:lstStyle>
            <a:lvl1pPr marL="0" indent="0" algn="ctr">
              <a:buNone/>
              <a:defRPr/>
            </a:lvl1pPr>
          </a:lstStyle>
          <a:p>
            <a:r>
              <a:rPr lang="en-US" dirty="0"/>
              <a:t>Click icon to add picture</a:t>
            </a:r>
          </a:p>
        </p:txBody>
      </p:sp>
      <p:pic>
        <p:nvPicPr>
          <p:cNvPr id="2" name="Graphic 1">
            <a:extLst>
              <a:ext uri="{FF2B5EF4-FFF2-40B4-BE49-F238E27FC236}">
                <a16:creationId xmlns:a16="http://schemas.microsoft.com/office/drawing/2014/main" id="{E89F6EF1-348A-9A4A-F8FA-F2DD47AB0DA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pic>
        <p:nvPicPr>
          <p:cNvPr id="4" name="Picture 3" descr="A black and grey logo&#10;&#10;AI-generated content may be incorrect.">
            <a:extLst>
              <a:ext uri="{FF2B5EF4-FFF2-40B4-BE49-F238E27FC236}">
                <a16:creationId xmlns:a16="http://schemas.microsoft.com/office/drawing/2014/main" id="{2C326CFA-FC4A-0FAF-CD64-36B4480A49A5}"/>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230910339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Left 1:3">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4922982" y="487681"/>
            <a:ext cx="6828581" cy="531428"/>
          </a:xfrm>
        </p:spPr>
        <p:txBody>
          <a:bodyPr/>
          <a:lstStyle>
            <a:lvl1pPr>
              <a:defRPr b="0" i="0">
                <a:latin typeface="+mj-lt"/>
                <a:cs typeface="Poppins Medium" panose="00000600000000000000" pitchFamily="2" charset="0"/>
              </a:defRPr>
            </a:lvl1pPr>
          </a:lstStyle>
          <a:p>
            <a:r>
              <a:rPr lang="en-US" dirty="0"/>
              <a:t>Click to edit title </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22982" y="1130725"/>
            <a:ext cx="6828581" cy="349776"/>
          </a:xfrm>
        </p:spPr>
        <p:txBody>
          <a:bodyPr wrap="square" tIns="0">
            <a:spAutoFit/>
          </a:bodyPr>
          <a:lstStyle>
            <a:lvl1pPr marL="0" indent="0">
              <a:buNone/>
              <a:defRPr sz="2133" b="0">
                <a:solidFill>
                  <a:schemeClr val="accent5"/>
                </a:solidFill>
                <a:latin typeface="+mj-lt"/>
                <a:cs typeface="Poppins" panose="00000500000000000000" pitchFamily="2" charset="0"/>
              </a:defRPr>
            </a:lvl1pPr>
          </a:lstStyle>
          <a:p>
            <a:pPr lvl="0"/>
            <a:r>
              <a:rPr lang="en-US" dirty="0"/>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22982" y="1584960"/>
            <a:ext cx="6828581" cy="4575695"/>
          </a:xfrm>
        </p:spPr>
        <p:txBody>
          <a:bodyPr/>
          <a:lstStyle>
            <a:lvl1pPr>
              <a:defRPr>
                <a:solidFill>
                  <a:schemeClr val="accent5"/>
                </a:solidFill>
                <a:latin typeface="+mn-lt"/>
                <a:cs typeface="Poppins" panose="00000500000000000000" pitchFamily="2" charset="0"/>
              </a:defRPr>
            </a:lvl1pPr>
            <a:lvl2pPr>
              <a:defRPr>
                <a:solidFill>
                  <a:schemeClr val="accent5"/>
                </a:solidFill>
                <a:latin typeface="+mn-lt"/>
                <a:cs typeface="Poppins" panose="00000500000000000000" pitchFamily="2" charset="0"/>
              </a:defRPr>
            </a:lvl2pPr>
            <a:lvl3pPr>
              <a:defRPr>
                <a:solidFill>
                  <a:schemeClr val="accent5"/>
                </a:solidFill>
                <a:latin typeface="+mn-lt"/>
                <a:cs typeface="Poppins" panose="00000500000000000000" pitchFamily="2" charset="0"/>
              </a:defRPr>
            </a:lvl3pPr>
            <a:lvl4pPr>
              <a:defRPr>
                <a:solidFill>
                  <a:schemeClr val="accent5"/>
                </a:solidFill>
                <a:latin typeface="+mn-lt"/>
                <a:cs typeface="Poppins" panose="00000500000000000000" pitchFamily="2" charset="0"/>
              </a:defRPr>
            </a:lvl4pPr>
            <a:lvl5pPr>
              <a:defRPr>
                <a:solidFill>
                  <a:schemeClr val="accent5"/>
                </a:solidFill>
                <a:latin typeface="+mn-lt"/>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1" y="0"/>
            <a:ext cx="4400631" cy="6858000"/>
          </a:xfrm>
          <a:noFill/>
        </p:spPr>
        <p:txBody>
          <a:bodyPr anchor="ctr"/>
          <a:lstStyle>
            <a:lvl1pPr marL="0" indent="0" algn="ctr">
              <a:buNone/>
              <a:defRPr/>
            </a:lvl1pPr>
          </a:lstStyle>
          <a:p>
            <a:r>
              <a:rPr lang="en-US"/>
              <a:t>Click icon to add picture</a:t>
            </a:r>
          </a:p>
        </p:txBody>
      </p:sp>
      <p:pic>
        <p:nvPicPr>
          <p:cNvPr id="3" name="Graphic 2">
            <a:extLst>
              <a:ext uri="{FF2B5EF4-FFF2-40B4-BE49-F238E27FC236}">
                <a16:creationId xmlns:a16="http://schemas.microsoft.com/office/drawing/2014/main" id="{A09E7D38-1EB7-DC73-2C65-7FE6EAAAAFD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pic>
        <p:nvPicPr>
          <p:cNvPr id="2" name="Picture 1" descr="A black and grey logo&#10;&#10;AI-generated content may be incorrect.">
            <a:extLst>
              <a:ext uri="{FF2B5EF4-FFF2-40B4-BE49-F238E27FC236}">
                <a16:creationId xmlns:a16="http://schemas.microsoft.com/office/drawing/2014/main" id="{5318E716-6564-DCF6-0ADF-1B5440B412BA}"/>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34645599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title and 1 content">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5166479"/>
            <a:ext cx="11209360" cy="1009878"/>
          </a:xfrm>
        </p:spPr>
        <p:txBody>
          <a:bodyPr>
            <a:normAutofit/>
          </a:bodyPr>
          <a:lstStyle>
            <a:lvl1pPr marL="0" indent="0" algn="ctr">
              <a:buNone/>
              <a:defRPr sz="2400">
                <a:solidFill>
                  <a:schemeClr val="accent5"/>
                </a:solidFill>
                <a:latin typeface="+mn-lt"/>
                <a:cs typeface="Poppins" panose="00000500000000000000" pitchFamily="2" charset="0"/>
              </a:defRPr>
            </a:lvl1pPr>
            <a:lvl2pPr>
              <a:defRPr>
                <a:solidFill>
                  <a:schemeClr val="accent5"/>
                </a:solidFill>
                <a:latin typeface="+mn-lt"/>
                <a:cs typeface="Poppins" panose="00000500000000000000" pitchFamily="2" charset="0"/>
              </a:defRPr>
            </a:lvl2pPr>
            <a:lvl3pPr>
              <a:defRPr>
                <a:solidFill>
                  <a:schemeClr val="accent5"/>
                </a:solidFill>
                <a:latin typeface="+mn-lt"/>
                <a:cs typeface="Poppins" panose="00000500000000000000" pitchFamily="2" charset="0"/>
              </a:defRPr>
            </a:lvl3pPr>
            <a:lvl4pPr>
              <a:defRPr>
                <a:solidFill>
                  <a:schemeClr val="accent5"/>
                </a:solidFill>
                <a:latin typeface="+mn-lt"/>
                <a:cs typeface="Poppins" panose="00000500000000000000" pitchFamily="2" charset="0"/>
              </a:defRPr>
            </a:lvl4pPr>
            <a:lvl5pPr>
              <a:defRPr>
                <a:solidFill>
                  <a:schemeClr val="accent5"/>
                </a:solidFill>
                <a:latin typeface="+mn-lt"/>
                <a:cs typeface="Poppins" panose="00000500000000000000" pitchFamily="2" charset="0"/>
              </a:defRPr>
            </a:lvl5pPr>
          </a:lstStyle>
          <a:p>
            <a:pPr lvl="0"/>
            <a:r>
              <a:rPr lang="en-US" dirty="0"/>
              <a:t>Click to edit Master text styles</a:t>
            </a:r>
          </a:p>
        </p:txBody>
      </p:sp>
      <p:sp>
        <p:nvSpPr>
          <p:cNvPr id="2" name="Title 2">
            <a:extLst>
              <a:ext uri="{FF2B5EF4-FFF2-40B4-BE49-F238E27FC236}">
                <a16:creationId xmlns:a16="http://schemas.microsoft.com/office/drawing/2014/main" id="{9D7B4829-A151-F160-74A7-953F2848A700}"/>
              </a:ext>
            </a:extLst>
          </p:cNvPr>
          <p:cNvSpPr>
            <a:spLocks noGrp="1"/>
          </p:cNvSpPr>
          <p:nvPr>
            <p:ph type="title"/>
          </p:nvPr>
        </p:nvSpPr>
        <p:spPr>
          <a:xfrm>
            <a:off x="401616" y="259398"/>
            <a:ext cx="10515600" cy="1009878"/>
          </a:xfrm>
        </p:spPr>
        <p:txBody>
          <a:bodyPr/>
          <a:lstStyle>
            <a:lvl1pPr algn="ctr">
              <a:defRPr b="0">
                <a:solidFill>
                  <a:schemeClr val="bg1"/>
                </a:solidFill>
                <a:latin typeface="+mj-lt"/>
                <a:cs typeface="Poppins Medium" panose="00000600000000000000" pitchFamily="2" charset="0"/>
              </a:defRPr>
            </a:lvl1pPr>
          </a:lstStyle>
          <a:p>
            <a:r>
              <a:rPr lang="en-US"/>
              <a:t>Click to edit Master title style</a:t>
            </a:r>
          </a:p>
        </p:txBody>
      </p:sp>
      <p:pic>
        <p:nvPicPr>
          <p:cNvPr id="4" name="Picture 3" descr="A black and grey logo&#10;&#10;AI-generated content may be incorrect.">
            <a:extLst>
              <a:ext uri="{FF2B5EF4-FFF2-40B4-BE49-F238E27FC236}">
                <a16:creationId xmlns:a16="http://schemas.microsoft.com/office/drawing/2014/main" id="{71281818-ACE8-D64A-3A09-12A458B23C9D}"/>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17340655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Image Left 1:3">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388303" y="610733"/>
            <a:ext cx="4400631" cy="531428"/>
          </a:xfrm>
        </p:spPr>
        <p:txBody>
          <a:bodyPr/>
          <a:lstStyle>
            <a:lvl1pPr>
              <a:defRPr b="0" i="0">
                <a:latin typeface="+mj-lt"/>
                <a:cs typeface="Poppins Medium" panose="00000600000000000000" pitchFamily="2" charset="0"/>
              </a:defRPr>
            </a:lvl1pPr>
          </a:lstStyle>
          <a:p>
            <a:r>
              <a:rPr lang="en-US" dirty="0"/>
              <a:t>Click to edit </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388304" y="1549392"/>
            <a:ext cx="4400631" cy="4785360"/>
          </a:xfrm>
        </p:spPr>
        <p:txBody>
          <a:bodyPr/>
          <a:lstStyle>
            <a:lvl1pPr>
              <a:defRPr>
                <a:solidFill>
                  <a:schemeClr val="accent5"/>
                </a:solidFill>
                <a:latin typeface="+mn-lt"/>
                <a:cs typeface="Poppins" panose="00000500000000000000" pitchFamily="2" charset="0"/>
              </a:defRPr>
            </a:lvl1pPr>
            <a:lvl2pPr>
              <a:defRPr>
                <a:solidFill>
                  <a:schemeClr val="accent5"/>
                </a:solidFill>
                <a:latin typeface="+mn-lt"/>
                <a:cs typeface="Poppins" panose="00000500000000000000" pitchFamily="2" charset="0"/>
              </a:defRPr>
            </a:lvl2pPr>
            <a:lvl3pPr>
              <a:defRPr>
                <a:solidFill>
                  <a:schemeClr val="accent5"/>
                </a:solidFill>
                <a:latin typeface="+mn-lt"/>
                <a:cs typeface="Poppins" panose="00000500000000000000" pitchFamily="2" charset="0"/>
              </a:defRPr>
            </a:lvl3pPr>
            <a:lvl4pPr>
              <a:defRPr>
                <a:solidFill>
                  <a:schemeClr val="accent5"/>
                </a:solidFill>
                <a:latin typeface="+mn-lt"/>
                <a:cs typeface="Poppins" panose="00000500000000000000" pitchFamily="2" charset="0"/>
              </a:defRPr>
            </a:lvl4pPr>
            <a:lvl5pPr>
              <a:defRPr>
                <a:solidFill>
                  <a:schemeClr val="accent5"/>
                </a:solidFill>
                <a:latin typeface="+mn-lt"/>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5019870" y="3691"/>
            <a:ext cx="7150360" cy="6858000"/>
          </a:xfrm>
          <a:noFill/>
        </p:spPr>
        <p:txBody>
          <a:bodyPr anchor="ctr"/>
          <a:lstStyle>
            <a:lvl1pPr marL="0" indent="0" algn="ctr">
              <a:buNone/>
              <a:defRPr/>
            </a:lvl1pPr>
          </a:lstStyle>
          <a:p>
            <a:r>
              <a:rPr lang="en-US"/>
              <a:t>Click icon to add picture</a:t>
            </a:r>
          </a:p>
        </p:txBody>
      </p:sp>
      <p:pic>
        <p:nvPicPr>
          <p:cNvPr id="3" name="Graphic 2">
            <a:extLst>
              <a:ext uri="{FF2B5EF4-FFF2-40B4-BE49-F238E27FC236}">
                <a16:creationId xmlns:a16="http://schemas.microsoft.com/office/drawing/2014/main" id="{A09E7D38-1EB7-DC73-2C65-7FE6EAAAAFD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pic>
        <p:nvPicPr>
          <p:cNvPr id="2" name="Picture 1" descr="A black and grey logo&#10;&#10;AI-generated content may be incorrect.">
            <a:extLst>
              <a:ext uri="{FF2B5EF4-FFF2-40B4-BE49-F238E27FC236}">
                <a16:creationId xmlns:a16="http://schemas.microsoft.com/office/drawing/2014/main" id="{904B87D0-2616-6A9C-1E3A-C0A3AAF58586}"/>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10465109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Right 2:3">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372052" y="487681"/>
            <a:ext cx="7350931" cy="531428"/>
          </a:xfrm>
        </p:spPr>
        <p:txBody>
          <a:bodyPr/>
          <a:lstStyle>
            <a:lvl1pPr>
              <a:defRPr b="0" i="0">
                <a:solidFill>
                  <a:schemeClr val="bg1"/>
                </a:solidFill>
                <a:latin typeface="+mj-lt"/>
                <a:cs typeface="Poppins Medium" panose="00000600000000000000" pitchFamily="2" charset="0"/>
              </a:defRPr>
            </a:lvl1pPr>
          </a:lstStyle>
          <a:p>
            <a:r>
              <a:rPr lang="en-US" dirty="0"/>
              <a:t>Click to edit Master title </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372051" y="1117949"/>
            <a:ext cx="7350931" cy="349776"/>
          </a:xfrm>
        </p:spPr>
        <p:txBody>
          <a:bodyPr wrap="square" tIns="0">
            <a:spAutoFit/>
          </a:bodyPr>
          <a:lstStyle>
            <a:lvl1pPr marL="0" indent="0">
              <a:buNone/>
              <a:defRPr sz="2133" b="0">
                <a:solidFill>
                  <a:schemeClr val="accent5"/>
                </a:solidFill>
                <a:latin typeface="+mj-lt"/>
              </a:defRPr>
            </a:lvl1pPr>
          </a:lstStyle>
          <a:p>
            <a:pPr lvl="0"/>
            <a:r>
              <a:rPr lang="en-US" dirty="0"/>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1320" y="1584960"/>
            <a:ext cx="7350931" cy="4785360"/>
          </a:xfrm>
        </p:spPr>
        <p:txBody>
          <a:bodyPr/>
          <a:lstStyle>
            <a:lvl1pPr>
              <a:defRPr>
                <a:solidFill>
                  <a:schemeClr val="accent5"/>
                </a:solidFill>
                <a:latin typeface="+mn-lt"/>
              </a:defRPr>
            </a:lvl1pPr>
            <a:lvl2pPr>
              <a:defRPr>
                <a:solidFill>
                  <a:schemeClr val="accent5"/>
                </a:solidFill>
                <a:latin typeface="+mn-lt"/>
              </a:defRPr>
            </a:lvl2pPr>
            <a:lvl3pPr>
              <a:defRPr>
                <a:solidFill>
                  <a:schemeClr val="accent5"/>
                </a:solidFill>
                <a:latin typeface="+mn-lt"/>
              </a:defRPr>
            </a:lvl3pPr>
            <a:lvl4pPr>
              <a:defRPr>
                <a:solidFill>
                  <a:schemeClr val="accent5"/>
                </a:solidFill>
                <a:latin typeface="+mn-lt"/>
              </a:defRPr>
            </a:lvl4pPr>
            <a:lvl5pPr>
              <a:defRPr>
                <a:solidFill>
                  <a:schemeClr val="accent5"/>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8210552" y="0"/>
            <a:ext cx="3981449" cy="6858000"/>
          </a:xfrm>
          <a:noFill/>
        </p:spPr>
        <p:txBody>
          <a:bodyPr anchor="ctr"/>
          <a:lstStyle>
            <a:lvl1pPr marL="0" indent="0" algn="ctr">
              <a:buNone/>
              <a:defRPr/>
            </a:lvl1pPr>
          </a:lstStyle>
          <a:p>
            <a:r>
              <a:rPr lang="en-US"/>
              <a:t>Click icon to add picture</a:t>
            </a:r>
          </a:p>
        </p:txBody>
      </p:sp>
      <p:pic>
        <p:nvPicPr>
          <p:cNvPr id="5" name="Picture 4" descr="A black and grey logo&#10;&#10;AI-generated content may be incorrect.">
            <a:extLst>
              <a:ext uri="{FF2B5EF4-FFF2-40B4-BE49-F238E27FC236}">
                <a16:creationId xmlns:a16="http://schemas.microsoft.com/office/drawing/2014/main" id="{AB908FE8-D744-608D-FD9E-0C7CA108184D}"/>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16957191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alf Image Righ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390746" y="487681"/>
            <a:ext cx="5430181" cy="531428"/>
          </a:xfrm>
        </p:spPr>
        <p:txBody>
          <a:bodyPr/>
          <a:lstStyle>
            <a:lvl1pPr>
              <a:defRPr b="0" i="0">
                <a:latin typeface="+mj-lt"/>
                <a:cs typeface="Poppins Medium" panose="00000600000000000000" pitchFamily="2" charset="0"/>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390746" y="1163449"/>
            <a:ext cx="5430181" cy="349776"/>
          </a:xfrm>
        </p:spPr>
        <p:txBody>
          <a:bodyPr wrap="square" tIns="0">
            <a:spAutoFit/>
          </a:bodyPr>
          <a:lstStyle>
            <a:lvl1pPr marL="0" indent="0">
              <a:buNone/>
              <a:defRPr sz="2133" b="0">
                <a:solidFill>
                  <a:schemeClr val="accent5"/>
                </a:solidFill>
                <a:latin typeface="+mj-lt"/>
                <a:cs typeface="Poppins" panose="00000500000000000000" pitchFamily="2" charset="0"/>
              </a:defRPr>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0136" y="1584960"/>
            <a:ext cx="5430181" cy="4785360"/>
          </a:xfrm>
        </p:spPr>
        <p:txBody>
          <a:bodyPr/>
          <a:lstStyle>
            <a:lvl1pPr>
              <a:defRPr>
                <a:solidFill>
                  <a:schemeClr val="accent5"/>
                </a:solidFill>
                <a:latin typeface="+mn-lt"/>
                <a:cs typeface="Poppins" panose="00000500000000000000" pitchFamily="2" charset="0"/>
              </a:defRPr>
            </a:lvl1pPr>
            <a:lvl2pPr>
              <a:defRPr>
                <a:solidFill>
                  <a:schemeClr val="accent5"/>
                </a:solidFill>
                <a:latin typeface="+mn-lt"/>
                <a:cs typeface="Poppins" panose="00000500000000000000" pitchFamily="2" charset="0"/>
              </a:defRPr>
            </a:lvl2pPr>
            <a:lvl3pPr>
              <a:defRPr>
                <a:solidFill>
                  <a:schemeClr val="accent5"/>
                </a:solidFill>
                <a:latin typeface="+mn-lt"/>
                <a:cs typeface="Poppins" panose="00000500000000000000" pitchFamily="2" charset="0"/>
              </a:defRPr>
            </a:lvl3pPr>
            <a:lvl4pPr>
              <a:defRPr>
                <a:solidFill>
                  <a:schemeClr val="accent5"/>
                </a:solidFill>
                <a:latin typeface="+mn-lt"/>
                <a:cs typeface="Poppins" panose="00000500000000000000" pitchFamily="2" charset="0"/>
              </a:defRPr>
            </a:lvl4pPr>
            <a:lvl5pPr>
              <a:defRPr>
                <a:solidFill>
                  <a:schemeClr val="accent5"/>
                </a:solidFill>
                <a:latin typeface="+mn-lt"/>
                <a:cs typeface="Poppins"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6271684" y="0"/>
            <a:ext cx="5918200" cy="6858000"/>
          </a:xfrm>
          <a:noFill/>
        </p:spPr>
        <p:txBody>
          <a:bodyPr anchor="ctr"/>
          <a:lstStyle>
            <a:lvl1pPr marL="0" indent="0" algn="ctr">
              <a:buNone/>
              <a:defRPr/>
            </a:lvl1pPr>
          </a:lstStyle>
          <a:p>
            <a:r>
              <a:rPr lang="en-US"/>
              <a:t>Click icon to add picture</a:t>
            </a:r>
          </a:p>
        </p:txBody>
      </p:sp>
      <p:pic>
        <p:nvPicPr>
          <p:cNvPr id="3" name="Graphic 2">
            <a:extLst>
              <a:ext uri="{FF2B5EF4-FFF2-40B4-BE49-F238E27FC236}">
                <a16:creationId xmlns:a16="http://schemas.microsoft.com/office/drawing/2014/main" id="{B8121B95-703C-D55D-BF4F-3E6CF596548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pic>
        <p:nvPicPr>
          <p:cNvPr id="2" name="Picture 1" descr="A black and grey logo&#10;&#10;AI-generated content may be incorrect.">
            <a:extLst>
              <a:ext uri="{FF2B5EF4-FFF2-40B4-BE49-F238E27FC236}">
                <a16:creationId xmlns:a16="http://schemas.microsoft.com/office/drawing/2014/main" id="{1A7054F8-BAA4-0C19-4C22-F3ECEF48FADD}"/>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19489797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alf Image Lef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6268273" y="487681"/>
            <a:ext cx="5430181" cy="531428"/>
          </a:xfrm>
        </p:spPr>
        <p:txBody>
          <a:bodyPr/>
          <a:lstStyle>
            <a:lvl1pPr>
              <a:defRPr b="0" i="0">
                <a:solidFill>
                  <a:schemeClr val="bg1"/>
                </a:solidFill>
                <a:latin typeface="+mj-lt"/>
                <a:cs typeface="Poppins" panose="00000500000000000000" pitchFamily="2" charset="0"/>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6268273" y="1176262"/>
            <a:ext cx="5430181" cy="349776"/>
          </a:xfrm>
        </p:spPr>
        <p:txBody>
          <a:bodyPr wrap="square" tIns="0">
            <a:spAutoFit/>
          </a:bodyPr>
          <a:lstStyle>
            <a:lvl1pPr marL="0" indent="0">
              <a:buNone/>
              <a:defRPr sz="2133" b="0">
                <a:solidFill>
                  <a:schemeClr val="accent5"/>
                </a:solidFill>
                <a:latin typeface="+mj-lt"/>
                <a:cs typeface="Poppins" panose="00000500000000000000" pitchFamily="2" charset="0"/>
              </a:defRPr>
            </a:lvl1pPr>
          </a:lstStyle>
          <a:p>
            <a:pPr lvl="0"/>
            <a:r>
              <a:rPr lang="en-US" dirty="0"/>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6268273" y="1584960"/>
            <a:ext cx="5430181" cy="4658822"/>
          </a:xfrm>
        </p:spPr>
        <p:txBody>
          <a:bodyPr/>
          <a:lstStyle>
            <a:lvl1pPr>
              <a:defRPr b="0">
                <a:solidFill>
                  <a:schemeClr val="accent5"/>
                </a:solidFill>
                <a:latin typeface="+mn-lt"/>
                <a:cs typeface="Poppins" panose="00000500000000000000" pitchFamily="2" charset="0"/>
              </a:defRPr>
            </a:lvl1pPr>
            <a:lvl2pPr>
              <a:defRPr b="0">
                <a:solidFill>
                  <a:schemeClr val="accent5"/>
                </a:solidFill>
                <a:latin typeface="+mn-lt"/>
                <a:cs typeface="Poppins" panose="00000500000000000000" pitchFamily="2" charset="0"/>
              </a:defRPr>
            </a:lvl2pPr>
            <a:lvl3pPr>
              <a:defRPr b="0">
                <a:solidFill>
                  <a:schemeClr val="accent5"/>
                </a:solidFill>
                <a:latin typeface="+mn-lt"/>
                <a:cs typeface="Poppins" panose="00000500000000000000" pitchFamily="2" charset="0"/>
              </a:defRPr>
            </a:lvl3pPr>
            <a:lvl4pPr>
              <a:defRPr b="0">
                <a:solidFill>
                  <a:schemeClr val="accent5"/>
                </a:solidFill>
                <a:latin typeface="+mn-lt"/>
                <a:cs typeface="Poppins" panose="00000500000000000000" pitchFamily="2" charset="0"/>
              </a:defRPr>
            </a:lvl4pPr>
            <a:lvl5pPr>
              <a:defRPr b="0">
                <a:solidFill>
                  <a:schemeClr val="accent5"/>
                </a:solidFill>
                <a:latin typeface="+mn-lt"/>
                <a:cs typeface="Poppins"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0" y="0"/>
            <a:ext cx="5918200" cy="6858000"/>
          </a:xfrm>
          <a:noFill/>
        </p:spPr>
        <p:txBody>
          <a:bodyPr anchor="ctr"/>
          <a:lstStyle>
            <a:lvl1pPr marL="0" indent="0" algn="ctr">
              <a:buNone/>
              <a:defRPr/>
            </a:lvl1pPr>
          </a:lstStyle>
          <a:p>
            <a:r>
              <a:rPr lang="en-US"/>
              <a:t>Click icon to add picture</a:t>
            </a:r>
          </a:p>
        </p:txBody>
      </p:sp>
      <p:pic>
        <p:nvPicPr>
          <p:cNvPr id="2" name="Picture 1" descr="A black and grey logo&#10;&#10;AI-generated content may be incorrect.">
            <a:extLst>
              <a:ext uri="{FF2B5EF4-FFF2-40B4-BE49-F238E27FC236}">
                <a16:creationId xmlns:a16="http://schemas.microsoft.com/office/drawing/2014/main" id="{39D744E6-E74A-1652-D0F5-7D889B7FAA64}"/>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41874420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Text, and intruding Image">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lvl1pPr>
              <a:defRPr>
                <a:solidFill>
                  <a:schemeClr val="accent5"/>
                </a:solidFill>
                <a:latin typeface="+mn-lt"/>
              </a:defRPr>
            </a:lvl1pPr>
            <a:lvl2pPr>
              <a:defRPr>
                <a:solidFill>
                  <a:schemeClr val="accent5"/>
                </a:solidFill>
                <a:latin typeface="+mn-lt"/>
              </a:defRPr>
            </a:lvl2pPr>
            <a:lvl3pPr>
              <a:defRPr>
                <a:solidFill>
                  <a:schemeClr val="accent5"/>
                </a:solidFill>
                <a:latin typeface="+mn-lt"/>
              </a:defRPr>
            </a:lvl3pPr>
            <a:lvl4pPr>
              <a:defRPr>
                <a:solidFill>
                  <a:schemeClr val="accent5"/>
                </a:solidFill>
                <a:latin typeface="+mn-lt"/>
              </a:defRPr>
            </a:lvl4pPr>
            <a:lvl5pPr>
              <a:defRPr>
                <a:solidFill>
                  <a:schemeClr val="accent5"/>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3">
            <a:extLst>
              <a:ext uri="{FF2B5EF4-FFF2-40B4-BE49-F238E27FC236}">
                <a16:creationId xmlns:a16="http://schemas.microsoft.com/office/drawing/2014/main" id="{E5AD3FD9-5B0C-46BE-A071-C012F798CB75}"/>
              </a:ext>
              <a:ext uri="{C183D7F6-B498-43B3-948B-1728B52AA6E4}">
                <adec:decorative xmlns:adec="http://schemas.microsoft.com/office/drawing/2017/decorative" val="1"/>
              </a:ext>
            </a:extLst>
          </p:cNvPr>
          <p:cNvSpPr>
            <a:spLocks noGrp="1"/>
          </p:cNvSpPr>
          <p:nvPr>
            <p:ph type="pic" sz="quarter" idx="11"/>
          </p:nvPr>
        </p:nvSpPr>
        <p:spPr>
          <a:xfrm>
            <a:off x="6360987" y="895738"/>
            <a:ext cx="6359847" cy="5066523"/>
          </a:xfrm>
          <a:prstGeom prst="roundRect">
            <a:avLst>
              <a:gd name="adj" fmla="val 4059"/>
            </a:avLst>
          </a:prstGeom>
          <a:ln/>
        </p:spPr>
        <p:style>
          <a:lnRef idx="0">
            <a:schemeClr val="dk1"/>
          </a:lnRef>
          <a:fillRef idx="3">
            <a:schemeClr val="dk1"/>
          </a:fillRef>
          <a:effectRef idx="3">
            <a:schemeClr val="dk1"/>
          </a:effectRef>
          <a:fontRef idx="minor">
            <a:schemeClr val="lt1"/>
          </a:fontRef>
        </p:style>
        <p:txBody>
          <a:bodyPr anchor="ctr"/>
          <a:lstStyle>
            <a:lvl1pPr marL="0" indent="0" algn="ctr">
              <a:buNone/>
              <a:defRPr>
                <a:latin typeface="+mn-lt"/>
              </a:defRPr>
            </a:lvl1pPr>
          </a:lstStyle>
          <a:p>
            <a:r>
              <a:rPr lang="en-US"/>
              <a:t>Click icon to add picture</a:t>
            </a:r>
          </a:p>
        </p:txBody>
      </p:sp>
      <p:sp>
        <p:nvSpPr>
          <p:cNvPr id="4" name="Title 2">
            <a:extLst>
              <a:ext uri="{FF2B5EF4-FFF2-40B4-BE49-F238E27FC236}">
                <a16:creationId xmlns:a16="http://schemas.microsoft.com/office/drawing/2014/main" id="{0EC94FC8-6A64-7AE0-4DCD-B2341FA7828F}"/>
              </a:ext>
            </a:extLst>
          </p:cNvPr>
          <p:cNvSpPr>
            <a:spLocks noGrp="1"/>
          </p:cNvSpPr>
          <p:nvPr>
            <p:ph type="title"/>
          </p:nvPr>
        </p:nvSpPr>
        <p:spPr>
          <a:xfrm>
            <a:off x="401616" y="259398"/>
            <a:ext cx="5516584" cy="1009878"/>
          </a:xfrm>
        </p:spPr>
        <p:txBody>
          <a:bodyPr/>
          <a:lstStyle>
            <a:lvl1pPr>
              <a:defRPr b="0">
                <a:latin typeface="+mj-lt"/>
                <a:cs typeface="Poppins Medium" panose="00000600000000000000" pitchFamily="2" charset="0"/>
              </a:defRPr>
            </a:lvl1pPr>
          </a:lstStyle>
          <a:p>
            <a:r>
              <a:rPr lang="en-US" dirty="0"/>
              <a:t>Click to edit Master title style</a:t>
            </a:r>
          </a:p>
        </p:txBody>
      </p:sp>
      <p:pic>
        <p:nvPicPr>
          <p:cNvPr id="3" name="Picture 2" descr="A black and grey logo&#10;&#10;AI-generated content may be incorrect.">
            <a:extLst>
              <a:ext uri="{FF2B5EF4-FFF2-40B4-BE49-F238E27FC236}">
                <a16:creationId xmlns:a16="http://schemas.microsoft.com/office/drawing/2014/main" id="{F5D34AB3-5594-6B43-43D4-8DDE60EF5460}"/>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38033281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2 Content and Picture Insert">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265978C-1542-C937-848D-94F11105CB47}"/>
              </a:ext>
            </a:extLst>
          </p:cNvPr>
          <p:cNvSpPr txBox="1">
            <a:spLocks/>
          </p:cNvSpPr>
          <p:nvPr userDrawn="1"/>
        </p:nvSpPr>
        <p:spPr>
          <a:xfrm>
            <a:off x="5834270" y="4012189"/>
            <a:ext cx="3668960" cy="1133303"/>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Aptos Black" panose="020B0004020202020204" pitchFamily="34" charset="0"/>
                <a:ea typeface="+mj-ea"/>
                <a:cs typeface="+mj-cs"/>
              </a:defRPr>
            </a:lvl1pPr>
          </a:lstStyle>
          <a:p>
            <a:pPr algn="r">
              <a:lnSpc>
                <a:spcPct val="100000"/>
              </a:lnSpc>
            </a:pPr>
            <a:endParaRPr lang="en-US" sz="3600">
              <a:solidFill>
                <a:schemeClr val="bg1"/>
              </a:solidFill>
              <a:latin typeface="Aptos Black"/>
            </a:endParaRPr>
          </a:p>
        </p:txBody>
      </p:sp>
      <p:sp>
        <p:nvSpPr>
          <p:cNvPr id="6" name="Content Placeholder 2">
            <a:extLst>
              <a:ext uri="{FF2B5EF4-FFF2-40B4-BE49-F238E27FC236}">
                <a16:creationId xmlns:a16="http://schemas.microsoft.com/office/drawing/2014/main" id="{7EAC0F2F-5A34-CBCF-1CE5-4C63B1B8EC2B}"/>
              </a:ext>
            </a:extLst>
          </p:cNvPr>
          <p:cNvSpPr>
            <a:spLocks noGrp="1"/>
          </p:cNvSpPr>
          <p:nvPr>
            <p:ph sz="half" idx="1"/>
          </p:nvPr>
        </p:nvSpPr>
        <p:spPr>
          <a:xfrm>
            <a:off x="838200" y="1682543"/>
            <a:ext cx="5181600" cy="4351338"/>
          </a:xfrm>
        </p:spPr>
        <p:txBody>
          <a:bodyPr/>
          <a:lstStyle>
            <a:lvl1pPr marL="0" indent="0">
              <a:buNone/>
              <a:defRPr>
                <a:solidFill>
                  <a:schemeClr val="accent5"/>
                </a:solidFill>
                <a:latin typeface="+mn-lt"/>
                <a:cs typeface="Poppins Medium" panose="00000600000000000000" pitchFamily="2" charset="0"/>
              </a:defRPr>
            </a:lvl1pPr>
            <a:lvl2pPr>
              <a:defRPr>
                <a:solidFill>
                  <a:schemeClr val="accent5"/>
                </a:solidFill>
                <a:latin typeface="+mn-lt"/>
                <a:cs typeface="Poppins" panose="00000500000000000000" pitchFamily="2" charset="0"/>
              </a:defRPr>
            </a:lvl2pPr>
            <a:lvl3pPr>
              <a:defRPr>
                <a:solidFill>
                  <a:schemeClr val="accent5"/>
                </a:solidFill>
                <a:latin typeface="+mn-lt"/>
                <a:cs typeface="Poppins" panose="00000500000000000000" pitchFamily="2" charset="0"/>
              </a:defRPr>
            </a:lvl3pPr>
            <a:lvl4pPr>
              <a:defRPr>
                <a:solidFill>
                  <a:schemeClr val="accent5"/>
                </a:solidFill>
                <a:latin typeface="+mn-lt"/>
                <a:cs typeface="Poppins" panose="00000500000000000000" pitchFamily="2" charset="0"/>
              </a:defRPr>
            </a:lvl4pPr>
            <a:lvl5pPr>
              <a:defRPr>
                <a:solidFill>
                  <a:schemeClr val="accent5"/>
                </a:solidFill>
                <a:latin typeface="+mn-lt"/>
                <a:cs typeface="Poppins" panose="00000500000000000000" pitchFamily="2" charset="0"/>
              </a:defRPr>
            </a:lvl5pPr>
          </a:lstStyle>
          <a:p>
            <a:pPr lvl="0"/>
            <a:r>
              <a:rPr lang="en-US" dirty="0"/>
              <a:t>Click to edit Master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Picture Placeholder 1">
            <a:extLst>
              <a:ext uri="{FF2B5EF4-FFF2-40B4-BE49-F238E27FC236}">
                <a16:creationId xmlns:a16="http://schemas.microsoft.com/office/drawing/2014/main" id="{97C7A487-723C-8EAF-33A3-0E6CEF81F4E5}"/>
              </a:ext>
              <a:ext uri="{C183D7F6-B498-43B3-948B-1728B52AA6E4}">
                <adec:decorative xmlns:adec="http://schemas.microsoft.com/office/drawing/2017/decorative" val="1"/>
              </a:ext>
            </a:extLst>
          </p:cNvPr>
          <p:cNvSpPr>
            <a:spLocks noGrp="1"/>
          </p:cNvSpPr>
          <p:nvPr>
            <p:ph type="pic" sz="quarter" idx="13"/>
          </p:nvPr>
        </p:nvSpPr>
        <p:spPr>
          <a:xfrm>
            <a:off x="6599583" y="1682543"/>
            <a:ext cx="5075582" cy="4351338"/>
          </a:xfrm>
          <a:prstGeom prst="roundRect">
            <a:avLst>
              <a:gd name="adj" fmla="val 3294"/>
            </a:avLst>
          </a:prstGeom>
          <a:noFill/>
          <a:ln w="38100">
            <a:solidFill>
              <a:schemeClr val="accent1"/>
            </a:solidFill>
          </a:ln>
          <a:effectLst>
            <a:glow rad="38100">
              <a:schemeClr val="accent2">
                <a:alpha val="40000"/>
              </a:schemeClr>
            </a:glow>
          </a:effectLst>
        </p:spPr>
        <p:style>
          <a:lnRef idx="2">
            <a:schemeClr val="accent1"/>
          </a:lnRef>
          <a:fillRef idx="1">
            <a:schemeClr val="lt1"/>
          </a:fillRef>
          <a:effectRef idx="0">
            <a:schemeClr val="accent1"/>
          </a:effectRef>
          <a:fontRef idx="minor">
            <a:schemeClr val="dk1"/>
          </a:fontRef>
        </p:style>
        <p:txBody>
          <a:bodyPr/>
          <a:lstStyle>
            <a:lvl1pPr>
              <a:defRPr>
                <a:solidFill>
                  <a:schemeClr val="accent3"/>
                </a:solidFill>
              </a:defRPr>
            </a:lvl1pPr>
          </a:lstStyle>
          <a:p>
            <a:r>
              <a:rPr lang="en-US"/>
              <a:t>Click icon to add picture</a:t>
            </a:r>
          </a:p>
        </p:txBody>
      </p:sp>
      <p:pic>
        <p:nvPicPr>
          <p:cNvPr id="3" name="Graphic 2">
            <a:extLst>
              <a:ext uri="{FF2B5EF4-FFF2-40B4-BE49-F238E27FC236}">
                <a16:creationId xmlns:a16="http://schemas.microsoft.com/office/drawing/2014/main" id="{DFA0A056-05EC-1674-3BCD-A8417F38D24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sp>
        <p:nvSpPr>
          <p:cNvPr id="9" name="Title 2">
            <a:extLst>
              <a:ext uri="{FF2B5EF4-FFF2-40B4-BE49-F238E27FC236}">
                <a16:creationId xmlns:a16="http://schemas.microsoft.com/office/drawing/2014/main" id="{B16157D1-CB4F-14E1-1727-2C40CD6B74FE}"/>
              </a:ext>
            </a:extLst>
          </p:cNvPr>
          <p:cNvSpPr>
            <a:spLocks noGrp="1"/>
          </p:cNvSpPr>
          <p:nvPr>
            <p:ph type="title"/>
          </p:nvPr>
        </p:nvSpPr>
        <p:spPr>
          <a:xfrm>
            <a:off x="401616" y="390997"/>
            <a:ext cx="11299064" cy="758429"/>
          </a:xfrm>
        </p:spPr>
        <p:txBody>
          <a:bodyPr anchor="t"/>
          <a:lstStyle>
            <a:lvl1pPr>
              <a:defRPr b="0">
                <a:latin typeface="+mj-lt"/>
                <a:cs typeface="Poppins Medium" panose="00000600000000000000" pitchFamily="2" charset="0"/>
              </a:defRPr>
            </a:lvl1pPr>
          </a:lstStyle>
          <a:p>
            <a:r>
              <a:rPr lang="en-US" dirty="0"/>
              <a:t>Click to edit Master title style</a:t>
            </a:r>
          </a:p>
        </p:txBody>
      </p:sp>
      <p:pic>
        <p:nvPicPr>
          <p:cNvPr id="2" name="Picture 1" descr="A black and grey logo&#10;&#10;AI-generated content may be incorrect.">
            <a:extLst>
              <a:ext uri="{FF2B5EF4-FFF2-40B4-BE49-F238E27FC236}">
                <a16:creationId xmlns:a16="http://schemas.microsoft.com/office/drawing/2014/main" id="{ECCC8CFF-2305-7F24-3972-0EC51013E3E4}"/>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27203306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and 3 Images">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2E5C3F4-3663-B0DA-D297-92566BFCDF2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sp>
        <p:nvSpPr>
          <p:cNvPr id="7" name="Text Placeholder 6">
            <a:extLst>
              <a:ext uri="{FF2B5EF4-FFF2-40B4-BE49-F238E27FC236}">
                <a16:creationId xmlns:a16="http://schemas.microsoft.com/office/drawing/2014/main" id="{E5A1374C-277A-2675-F8EB-3BEC0D00F3C6}"/>
              </a:ext>
            </a:extLst>
          </p:cNvPr>
          <p:cNvSpPr>
            <a:spLocks noGrp="1"/>
          </p:cNvSpPr>
          <p:nvPr>
            <p:ph type="body" sz="quarter" idx="10"/>
          </p:nvPr>
        </p:nvSpPr>
        <p:spPr>
          <a:xfrm>
            <a:off x="719138" y="1595438"/>
            <a:ext cx="10515394" cy="1690859"/>
          </a:xfrm>
        </p:spPr>
        <p:txBody>
          <a:bodyPr>
            <a:normAutofit/>
          </a:bodyPr>
          <a:lstStyle>
            <a:lvl1pPr>
              <a:defRPr sz="2400">
                <a:solidFill>
                  <a:schemeClr val="accent5"/>
                </a:solidFill>
              </a:defRPr>
            </a:lvl1pPr>
            <a:lvl2pPr>
              <a:defRPr sz="2000">
                <a:solidFill>
                  <a:schemeClr val="accent5"/>
                </a:solidFill>
              </a:defRPr>
            </a:lvl2pPr>
            <a:lvl3pPr>
              <a:defRPr sz="1800">
                <a:solidFill>
                  <a:schemeClr val="accent5"/>
                </a:solidFill>
              </a:defRPr>
            </a:lvl3pPr>
            <a:lvl4pPr>
              <a:defRPr sz="1600">
                <a:solidFill>
                  <a:schemeClr val="accent5"/>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Picture Placeholder 8">
            <a:extLst>
              <a:ext uri="{FF2B5EF4-FFF2-40B4-BE49-F238E27FC236}">
                <a16:creationId xmlns:a16="http://schemas.microsoft.com/office/drawing/2014/main" id="{CD6A764E-8FF8-C8E5-6D39-B3477E7F8616}"/>
              </a:ext>
            </a:extLst>
          </p:cNvPr>
          <p:cNvSpPr>
            <a:spLocks noGrp="1"/>
          </p:cNvSpPr>
          <p:nvPr>
            <p:ph type="pic" sz="quarter" idx="11"/>
          </p:nvPr>
        </p:nvSpPr>
        <p:spPr>
          <a:xfrm>
            <a:off x="718932" y="3571703"/>
            <a:ext cx="3374569" cy="2278589"/>
          </a:xfrm>
          <a:prstGeom prst="roundRect">
            <a:avLst>
              <a:gd name="adj" fmla="val 10259"/>
            </a:avLst>
          </a:prstGeom>
        </p:spPr>
        <p:style>
          <a:lnRef idx="2">
            <a:schemeClr val="dk1"/>
          </a:lnRef>
          <a:fillRef idx="1">
            <a:schemeClr val="lt1"/>
          </a:fillRef>
          <a:effectRef idx="0">
            <a:schemeClr val="dk1"/>
          </a:effectRef>
          <a:fontRef idx="minor">
            <a:schemeClr val="dk1"/>
          </a:fontRef>
        </p:style>
        <p:txBody>
          <a:bodyPr/>
          <a:lstStyle/>
          <a:p>
            <a:endParaRPr lang="en-US"/>
          </a:p>
        </p:txBody>
      </p:sp>
      <p:sp>
        <p:nvSpPr>
          <p:cNvPr id="10" name="Picture Placeholder 8">
            <a:extLst>
              <a:ext uri="{FF2B5EF4-FFF2-40B4-BE49-F238E27FC236}">
                <a16:creationId xmlns:a16="http://schemas.microsoft.com/office/drawing/2014/main" id="{7FBC179B-4E5F-7167-606B-7404A311574D}"/>
              </a:ext>
            </a:extLst>
          </p:cNvPr>
          <p:cNvSpPr>
            <a:spLocks noGrp="1"/>
          </p:cNvSpPr>
          <p:nvPr>
            <p:ph type="pic" sz="quarter" idx="12"/>
          </p:nvPr>
        </p:nvSpPr>
        <p:spPr>
          <a:xfrm>
            <a:off x="4289447" y="3590360"/>
            <a:ext cx="3374569" cy="2278589"/>
          </a:xfrm>
          <a:prstGeom prst="roundRect">
            <a:avLst>
              <a:gd name="adj" fmla="val 10259"/>
            </a:avLst>
          </a:prstGeom>
        </p:spPr>
        <p:style>
          <a:lnRef idx="2">
            <a:schemeClr val="dk1"/>
          </a:lnRef>
          <a:fillRef idx="1">
            <a:schemeClr val="lt1"/>
          </a:fillRef>
          <a:effectRef idx="0">
            <a:schemeClr val="dk1"/>
          </a:effectRef>
          <a:fontRef idx="minor">
            <a:schemeClr val="dk1"/>
          </a:fontRef>
        </p:style>
        <p:txBody>
          <a:bodyPr/>
          <a:lstStyle/>
          <a:p>
            <a:endParaRPr lang="en-US"/>
          </a:p>
        </p:txBody>
      </p:sp>
      <p:sp>
        <p:nvSpPr>
          <p:cNvPr id="11" name="Picture Placeholder 8">
            <a:extLst>
              <a:ext uri="{FF2B5EF4-FFF2-40B4-BE49-F238E27FC236}">
                <a16:creationId xmlns:a16="http://schemas.microsoft.com/office/drawing/2014/main" id="{6AAC06FD-1B4F-E3AE-9911-96DD5380CED6}"/>
              </a:ext>
            </a:extLst>
          </p:cNvPr>
          <p:cNvSpPr>
            <a:spLocks noGrp="1"/>
          </p:cNvSpPr>
          <p:nvPr>
            <p:ph type="pic" sz="quarter" idx="13"/>
          </p:nvPr>
        </p:nvSpPr>
        <p:spPr>
          <a:xfrm>
            <a:off x="7869294" y="3599688"/>
            <a:ext cx="3374569" cy="2278589"/>
          </a:xfrm>
          <a:prstGeom prst="roundRect">
            <a:avLst>
              <a:gd name="adj" fmla="val 10259"/>
            </a:avLst>
          </a:prstGeom>
        </p:spPr>
        <p:style>
          <a:lnRef idx="2">
            <a:schemeClr val="dk1"/>
          </a:lnRef>
          <a:fillRef idx="1">
            <a:schemeClr val="lt1"/>
          </a:fillRef>
          <a:effectRef idx="0">
            <a:schemeClr val="dk1"/>
          </a:effectRef>
          <a:fontRef idx="minor">
            <a:schemeClr val="dk1"/>
          </a:fontRef>
        </p:style>
        <p:txBody>
          <a:bodyPr/>
          <a:lstStyle/>
          <a:p>
            <a:endParaRPr lang="en-US"/>
          </a:p>
        </p:txBody>
      </p:sp>
      <p:sp>
        <p:nvSpPr>
          <p:cNvPr id="8" name="Title 2">
            <a:extLst>
              <a:ext uri="{FF2B5EF4-FFF2-40B4-BE49-F238E27FC236}">
                <a16:creationId xmlns:a16="http://schemas.microsoft.com/office/drawing/2014/main" id="{8727A32E-13A1-6D1E-5B43-8C3EA161050C}"/>
              </a:ext>
            </a:extLst>
          </p:cNvPr>
          <p:cNvSpPr>
            <a:spLocks noGrp="1"/>
          </p:cNvSpPr>
          <p:nvPr>
            <p:ph type="title"/>
          </p:nvPr>
        </p:nvSpPr>
        <p:spPr>
          <a:xfrm>
            <a:off x="401616" y="390997"/>
            <a:ext cx="11299064" cy="758429"/>
          </a:xfrm>
        </p:spPr>
        <p:txBody>
          <a:bodyPr anchor="t"/>
          <a:lstStyle>
            <a:lvl1pPr>
              <a:defRPr b="0">
                <a:latin typeface="+mj-lt"/>
                <a:cs typeface="Poppins Medium" panose="00000600000000000000" pitchFamily="2" charset="0"/>
              </a:defRPr>
            </a:lvl1pPr>
          </a:lstStyle>
          <a:p>
            <a:r>
              <a:rPr lang="en-US" dirty="0"/>
              <a:t>Click to edit Master title style</a:t>
            </a:r>
          </a:p>
        </p:txBody>
      </p:sp>
      <p:pic>
        <p:nvPicPr>
          <p:cNvPr id="2" name="Picture 1" descr="A black and grey logo&#10;&#10;AI-generated content may be incorrect.">
            <a:extLst>
              <a:ext uri="{FF2B5EF4-FFF2-40B4-BE49-F238E27FC236}">
                <a16:creationId xmlns:a16="http://schemas.microsoft.com/office/drawing/2014/main" id="{E68C994E-DFBB-663A-C428-48666F0B9E2E}"/>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34596526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to-a-Page ">
    <p:spTree>
      <p:nvGrpSpPr>
        <p:cNvPr id="1" name=""/>
        <p:cNvGrpSpPr/>
        <p:nvPr/>
      </p:nvGrpSpPr>
      <p:grpSpPr>
        <a:xfrm>
          <a:off x="0" y="0"/>
          <a:ext cx="0" cy="0"/>
          <a:chOff x="0" y="0"/>
          <a:chExt cx="0" cy="0"/>
        </a:xfrm>
      </p:grpSpPr>
      <p:sp>
        <p:nvSpPr>
          <p:cNvPr id="14" name="Content Placeholder 13"/>
          <p:cNvSpPr>
            <a:spLocks noGrp="1"/>
          </p:cNvSpPr>
          <p:nvPr>
            <p:ph sz="quarter" idx="15" hasCustomPrompt="1"/>
          </p:nvPr>
        </p:nvSpPr>
        <p:spPr>
          <a:xfrm>
            <a:off x="554182" y="2178800"/>
            <a:ext cx="5263767" cy="1694329"/>
          </a:xfrm>
          <a:prstGeom prst="rect">
            <a:avLst/>
          </a:prstGeom>
        </p:spPr>
        <p:txBody>
          <a:bodyPr lIns="73152" tIns="36576" rIns="73152">
            <a:noAutofit/>
          </a:bodyPr>
          <a:lstStyle>
            <a:lvl1pPr marL="0" indent="0">
              <a:lnSpc>
                <a:spcPct val="100000"/>
              </a:lnSpc>
              <a:spcBef>
                <a:spcPts val="137"/>
              </a:spcBef>
              <a:buNone/>
              <a:defRPr sz="1236">
                <a:solidFill>
                  <a:schemeClr val="accent5"/>
                </a:solidFill>
                <a:latin typeface="+mn-lt"/>
              </a:defRPr>
            </a:lvl1pPr>
            <a:lvl2pPr marL="251222" indent="-251222">
              <a:lnSpc>
                <a:spcPct val="100000"/>
              </a:lnSpc>
              <a:spcBef>
                <a:spcPts val="137"/>
              </a:spcBef>
              <a:buFont typeface="Symbol" panose="05050102010706020507" pitchFamily="18" charset="2"/>
              <a:buChar char=""/>
              <a:defRPr sz="1236">
                <a:solidFill>
                  <a:schemeClr val="accent5"/>
                </a:solidFill>
              </a:defRPr>
            </a:lvl2pPr>
            <a:lvl3pPr marL="502445" indent="-251222">
              <a:lnSpc>
                <a:spcPct val="100000"/>
              </a:lnSpc>
              <a:spcBef>
                <a:spcPts val="137"/>
              </a:spcBef>
              <a:defRPr sz="1236">
                <a:solidFill>
                  <a:schemeClr val="accent5"/>
                </a:solidFill>
              </a:defRPr>
            </a:lvl3pPr>
            <a:lvl4pPr marL="753667" indent="-251222">
              <a:lnSpc>
                <a:spcPct val="100000"/>
              </a:lnSpc>
              <a:spcBef>
                <a:spcPts val="137"/>
              </a:spcBef>
              <a:defRPr sz="1236">
                <a:solidFill>
                  <a:schemeClr val="accent5"/>
                </a:solidFill>
              </a:defRPr>
            </a:lvl4pPr>
            <a:lvl5pPr marL="1004889" indent="-251222">
              <a:lnSpc>
                <a:spcPct val="100000"/>
              </a:lnSpc>
              <a:spcBef>
                <a:spcPts val="137"/>
              </a:spcBef>
              <a:defRPr sz="1236">
                <a:solidFill>
                  <a:schemeClr val="accent5"/>
                </a:solidFill>
              </a:defRPr>
            </a:lvl5pPr>
            <a:lvl6pPr marL="1256111" indent="-251222">
              <a:lnSpc>
                <a:spcPct val="100000"/>
              </a:lnSpc>
              <a:spcBef>
                <a:spcPts val="137"/>
              </a:spcBef>
              <a:defRPr sz="1236">
                <a:solidFill>
                  <a:schemeClr val="accent5"/>
                </a:solidFill>
              </a:defRPr>
            </a:lvl6pPr>
            <a:lvl7pPr>
              <a:lnSpc>
                <a:spcPct val="100000"/>
              </a:lnSpc>
              <a:spcBef>
                <a:spcPts val="137"/>
              </a:spcBef>
              <a:defRPr sz="1236"/>
            </a:lvl7pPr>
          </a:lstStyle>
          <a:p>
            <a:pPr lvl="0"/>
            <a:r>
              <a:rPr lang="en-US" dirty="0"/>
              <a:t>Message Text</a:t>
            </a:r>
          </a:p>
          <a:p>
            <a:pPr lvl="1"/>
            <a:r>
              <a:rPr lang="en-US" dirty="0"/>
              <a:t>Bullet 1</a:t>
            </a:r>
          </a:p>
          <a:p>
            <a:pPr lvl="2"/>
            <a:r>
              <a:rPr lang="en-US" dirty="0"/>
              <a:t>Bullet 2</a:t>
            </a:r>
          </a:p>
          <a:p>
            <a:pPr lvl="3"/>
            <a:r>
              <a:rPr lang="en-US" dirty="0"/>
              <a:t>Bullet 3</a:t>
            </a:r>
          </a:p>
          <a:p>
            <a:pPr lvl="4"/>
            <a:r>
              <a:rPr lang="en-US" dirty="0"/>
              <a:t>Bullet 4</a:t>
            </a:r>
          </a:p>
          <a:p>
            <a:pPr lvl="5"/>
            <a:r>
              <a:rPr lang="en-US" dirty="0"/>
              <a:t>Bullet 5</a:t>
            </a:r>
          </a:p>
        </p:txBody>
      </p:sp>
      <p:sp>
        <p:nvSpPr>
          <p:cNvPr id="28" name="Content Placeholder 13"/>
          <p:cNvSpPr>
            <a:spLocks noGrp="1"/>
          </p:cNvSpPr>
          <p:nvPr>
            <p:ph sz="quarter" idx="20" hasCustomPrompt="1"/>
          </p:nvPr>
        </p:nvSpPr>
        <p:spPr>
          <a:xfrm>
            <a:off x="6372131" y="2178800"/>
            <a:ext cx="5265688" cy="1694329"/>
          </a:xfrm>
          <a:prstGeom prst="rect">
            <a:avLst/>
          </a:prstGeom>
        </p:spPr>
        <p:txBody>
          <a:bodyPr lIns="73152" tIns="36576" rIns="73152">
            <a:noAutofit/>
          </a:bodyPr>
          <a:lstStyle>
            <a:lvl1pPr marL="0" indent="0">
              <a:lnSpc>
                <a:spcPct val="100000"/>
              </a:lnSpc>
              <a:spcBef>
                <a:spcPts val="137"/>
              </a:spcBef>
              <a:buNone/>
              <a:defRPr sz="1236">
                <a:solidFill>
                  <a:schemeClr val="accent5"/>
                </a:solidFill>
                <a:latin typeface="+mn-lt"/>
              </a:defRPr>
            </a:lvl1pPr>
            <a:lvl2pPr marL="251222" indent="-251222">
              <a:lnSpc>
                <a:spcPct val="100000"/>
              </a:lnSpc>
              <a:spcBef>
                <a:spcPts val="137"/>
              </a:spcBef>
              <a:buFont typeface="Symbol" panose="05050102010706020507" pitchFamily="18" charset="2"/>
              <a:buChar char=""/>
              <a:defRPr sz="1236">
                <a:solidFill>
                  <a:schemeClr val="accent5"/>
                </a:solidFill>
              </a:defRPr>
            </a:lvl2pPr>
            <a:lvl3pPr marL="502445" indent="-251222">
              <a:lnSpc>
                <a:spcPct val="100000"/>
              </a:lnSpc>
              <a:spcBef>
                <a:spcPts val="137"/>
              </a:spcBef>
              <a:defRPr sz="1236">
                <a:solidFill>
                  <a:schemeClr val="accent5"/>
                </a:solidFill>
              </a:defRPr>
            </a:lvl3pPr>
            <a:lvl4pPr marL="753667" indent="-251222">
              <a:lnSpc>
                <a:spcPct val="100000"/>
              </a:lnSpc>
              <a:spcBef>
                <a:spcPts val="137"/>
              </a:spcBef>
              <a:defRPr sz="1236">
                <a:solidFill>
                  <a:schemeClr val="accent5"/>
                </a:solidFill>
              </a:defRPr>
            </a:lvl4pPr>
            <a:lvl5pPr marL="1004889" indent="-251222">
              <a:lnSpc>
                <a:spcPct val="100000"/>
              </a:lnSpc>
              <a:spcBef>
                <a:spcPts val="137"/>
              </a:spcBef>
              <a:defRPr sz="1236">
                <a:solidFill>
                  <a:schemeClr val="accent5"/>
                </a:solidFill>
              </a:defRPr>
            </a:lvl5pPr>
            <a:lvl6pPr marL="1256111" indent="-251222">
              <a:lnSpc>
                <a:spcPct val="100000"/>
              </a:lnSpc>
              <a:spcBef>
                <a:spcPts val="137"/>
              </a:spcBef>
              <a:defRPr sz="1236">
                <a:solidFill>
                  <a:schemeClr val="accent5"/>
                </a:solidFill>
              </a:defRPr>
            </a:lvl6pPr>
            <a:lvl7pPr>
              <a:lnSpc>
                <a:spcPct val="100000"/>
              </a:lnSpc>
              <a:spcBef>
                <a:spcPts val="137"/>
              </a:spcBef>
              <a:defRPr sz="1236"/>
            </a:lvl7pPr>
          </a:lstStyle>
          <a:p>
            <a:pPr lvl="0"/>
            <a:r>
              <a:rPr lang="en-US" dirty="0"/>
              <a:t>Message Text</a:t>
            </a:r>
          </a:p>
          <a:p>
            <a:pPr lvl="1"/>
            <a:r>
              <a:rPr lang="en-US" dirty="0"/>
              <a:t>Bullet 1</a:t>
            </a:r>
          </a:p>
          <a:p>
            <a:pPr lvl="2"/>
            <a:r>
              <a:rPr lang="en-US" dirty="0"/>
              <a:t>Bullet 2</a:t>
            </a:r>
          </a:p>
          <a:p>
            <a:pPr lvl="3"/>
            <a:r>
              <a:rPr lang="en-US" dirty="0"/>
              <a:t>Bullet 3</a:t>
            </a:r>
          </a:p>
          <a:p>
            <a:pPr lvl="4"/>
            <a:r>
              <a:rPr lang="en-US" dirty="0"/>
              <a:t>Bullet 4</a:t>
            </a:r>
          </a:p>
          <a:p>
            <a:pPr lvl="5"/>
            <a:r>
              <a:rPr lang="en-US" dirty="0"/>
              <a:t>Bullet 5</a:t>
            </a:r>
          </a:p>
        </p:txBody>
      </p:sp>
      <p:sp>
        <p:nvSpPr>
          <p:cNvPr id="11" name="Content Placeholder 13"/>
          <p:cNvSpPr>
            <a:spLocks noGrp="1"/>
          </p:cNvSpPr>
          <p:nvPr>
            <p:ph sz="quarter" idx="22" hasCustomPrompt="1"/>
          </p:nvPr>
        </p:nvSpPr>
        <p:spPr>
          <a:xfrm>
            <a:off x="554182" y="4466250"/>
            <a:ext cx="5264727" cy="1694329"/>
          </a:xfrm>
          <a:prstGeom prst="rect">
            <a:avLst/>
          </a:prstGeom>
        </p:spPr>
        <p:txBody>
          <a:bodyPr lIns="73152" tIns="36576" rIns="73152">
            <a:noAutofit/>
          </a:bodyPr>
          <a:lstStyle>
            <a:lvl1pPr marL="0" indent="0">
              <a:lnSpc>
                <a:spcPct val="100000"/>
              </a:lnSpc>
              <a:spcBef>
                <a:spcPts val="137"/>
              </a:spcBef>
              <a:buNone/>
              <a:defRPr sz="1236">
                <a:solidFill>
                  <a:schemeClr val="accent5"/>
                </a:solidFill>
                <a:latin typeface="+mn-lt"/>
              </a:defRPr>
            </a:lvl1pPr>
            <a:lvl2pPr marL="285750" indent="-285750">
              <a:lnSpc>
                <a:spcPct val="100000"/>
              </a:lnSpc>
              <a:spcBef>
                <a:spcPts val="137"/>
              </a:spcBef>
              <a:buFont typeface="Arial" panose="020B0604020202020204" pitchFamily="34" charset="0"/>
              <a:buChar char="•"/>
              <a:defRPr sz="1236">
                <a:solidFill>
                  <a:schemeClr val="accent5"/>
                </a:solidFill>
              </a:defRPr>
            </a:lvl2pPr>
            <a:lvl3pPr marL="502445" indent="-251222">
              <a:lnSpc>
                <a:spcPct val="100000"/>
              </a:lnSpc>
              <a:spcBef>
                <a:spcPts val="137"/>
              </a:spcBef>
              <a:defRPr sz="1236">
                <a:solidFill>
                  <a:schemeClr val="accent5"/>
                </a:solidFill>
              </a:defRPr>
            </a:lvl3pPr>
            <a:lvl4pPr marL="753667" indent="-251222">
              <a:lnSpc>
                <a:spcPct val="100000"/>
              </a:lnSpc>
              <a:spcBef>
                <a:spcPts val="137"/>
              </a:spcBef>
              <a:defRPr sz="1236">
                <a:solidFill>
                  <a:schemeClr val="accent5"/>
                </a:solidFill>
              </a:defRPr>
            </a:lvl4pPr>
            <a:lvl5pPr marL="1004889" indent="-251222">
              <a:lnSpc>
                <a:spcPct val="100000"/>
              </a:lnSpc>
              <a:spcBef>
                <a:spcPts val="137"/>
              </a:spcBef>
              <a:defRPr sz="1236">
                <a:solidFill>
                  <a:schemeClr val="accent5"/>
                </a:solidFill>
              </a:defRPr>
            </a:lvl5pPr>
            <a:lvl6pPr marL="1256111" indent="-251222">
              <a:lnSpc>
                <a:spcPct val="100000"/>
              </a:lnSpc>
              <a:spcBef>
                <a:spcPts val="137"/>
              </a:spcBef>
              <a:defRPr sz="1236">
                <a:solidFill>
                  <a:schemeClr val="accent5"/>
                </a:solidFill>
              </a:defRPr>
            </a:lvl6pPr>
            <a:lvl7pPr marL="2743200" indent="0">
              <a:lnSpc>
                <a:spcPct val="100000"/>
              </a:lnSpc>
              <a:spcBef>
                <a:spcPts val="137"/>
              </a:spcBef>
              <a:buNone/>
              <a:defRPr sz="1236"/>
            </a:lvl7pPr>
          </a:lstStyle>
          <a:p>
            <a:pPr lvl="0"/>
            <a:r>
              <a:rPr lang="en-US" dirty="0"/>
              <a:t>Message Text</a:t>
            </a:r>
          </a:p>
          <a:p>
            <a:pPr lvl="1"/>
            <a:r>
              <a:rPr lang="en-US" dirty="0"/>
              <a:t>Bullet 1</a:t>
            </a:r>
          </a:p>
          <a:p>
            <a:pPr lvl="2"/>
            <a:r>
              <a:rPr lang="en-US" dirty="0"/>
              <a:t>Bullet 2</a:t>
            </a:r>
          </a:p>
          <a:p>
            <a:pPr lvl="3"/>
            <a:r>
              <a:rPr lang="en-US" dirty="0"/>
              <a:t>Bullet 3</a:t>
            </a:r>
          </a:p>
          <a:p>
            <a:pPr lvl="4"/>
            <a:r>
              <a:rPr lang="en-US" dirty="0"/>
              <a:t>Bullet 4</a:t>
            </a:r>
          </a:p>
          <a:p>
            <a:pPr lvl="5"/>
            <a:r>
              <a:rPr lang="en-US" dirty="0"/>
              <a:t>Bullet  5</a:t>
            </a:r>
          </a:p>
        </p:txBody>
      </p:sp>
      <p:sp>
        <p:nvSpPr>
          <p:cNvPr id="13" name="Content Placeholder 13"/>
          <p:cNvSpPr>
            <a:spLocks noGrp="1"/>
          </p:cNvSpPr>
          <p:nvPr>
            <p:ph sz="quarter" idx="24" hasCustomPrompt="1"/>
          </p:nvPr>
        </p:nvSpPr>
        <p:spPr>
          <a:xfrm>
            <a:off x="6374052" y="4466250"/>
            <a:ext cx="5263767" cy="1694329"/>
          </a:xfrm>
          <a:prstGeom prst="rect">
            <a:avLst/>
          </a:prstGeom>
        </p:spPr>
        <p:txBody>
          <a:bodyPr lIns="73152" tIns="36576" rIns="73152">
            <a:noAutofit/>
          </a:bodyPr>
          <a:lstStyle>
            <a:lvl1pPr marL="0" indent="0">
              <a:lnSpc>
                <a:spcPct val="100000"/>
              </a:lnSpc>
              <a:spcBef>
                <a:spcPts val="137"/>
              </a:spcBef>
              <a:buNone/>
              <a:defRPr sz="1236">
                <a:solidFill>
                  <a:schemeClr val="accent5"/>
                </a:solidFill>
                <a:latin typeface="+mn-lt"/>
              </a:defRPr>
            </a:lvl1pPr>
            <a:lvl2pPr marL="285750" indent="-285750">
              <a:lnSpc>
                <a:spcPct val="100000"/>
              </a:lnSpc>
              <a:spcBef>
                <a:spcPts val="137"/>
              </a:spcBef>
              <a:buFont typeface="Arial" panose="020B0604020202020204" pitchFamily="34" charset="0"/>
              <a:buChar char="•"/>
              <a:defRPr sz="1236">
                <a:solidFill>
                  <a:schemeClr val="accent5"/>
                </a:solidFill>
              </a:defRPr>
            </a:lvl2pPr>
            <a:lvl3pPr marL="502445" indent="-251222">
              <a:lnSpc>
                <a:spcPct val="100000"/>
              </a:lnSpc>
              <a:spcBef>
                <a:spcPts val="137"/>
              </a:spcBef>
              <a:defRPr sz="1236">
                <a:solidFill>
                  <a:schemeClr val="accent5"/>
                </a:solidFill>
              </a:defRPr>
            </a:lvl3pPr>
            <a:lvl4pPr marL="753667" indent="-251222">
              <a:lnSpc>
                <a:spcPct val="100000"/>
              </a:lnSpc>
              <a:spcBef>
                <a:spcPts val="137"/>
              </a:spcBef>
              <a:defRPr sz="1236">
                <a:solidFill>
                  <a:schemeClr val="accent5"/>
                </a:solidFill>
              </a:defRPr>
            </a:lvl4pPr>
            <a:lvl5pPr marL="1004889" indent="-251222">
              <a:lnSpc>
                <a:spcPct val="100000"/>
              </a:lnSpc>
              <a:spcBef>
                <a:spcPts val="137"/>
              </a:spcBef>
              <a:defRPr sz="1236">
                <a:solidFill>
                  <a:schemeClr val="accent5"/>
                </a:solidFill>
              </a:defRPr>
            </a:lvl5pPr>
            <a:lvl6pPr marL="1004889" indent="0">
              <a:lnSpc>
                <a:spcPct val="100000"/>
              </a:lnSpc>
              <a:spcBef>
                <a:spcPts val="137"/>
              </a:spcBef>
              <a:buFont typeface="Arial" panose="020B0604020202020204" pitchFamily="34" charset="0"/>
              <a:buNone/>
              <a:defRPr sz="1236">
                <a:solidFill>
                  <a:schemeClr val="accent5"/>
                </a:solidFill>
              </a:defRPr>
            </a:lvl6pPr>
            <a:lvl7pPr marL="2743200" indent="0">
              <a:lnSpc>
                <a:spcPct val="100000"/>
              </a:lnSpc>
              <a:spcBef>
                <a:spcPts val="137"/>
              </a:spcBef>
              <a:buNone/>
              <a:defRPr sz="1236"/>
            </a:lvl7pPr>
          </a:lstStyle>
          <a:p>
            <a:pPr lvl="0"/>
            <a:r>
              <a:rPr lang="en-US" dirty="0"/>
              <a:t>Message Text</a:t>
            </a:r>
          </a:p>
          <a:p>
            <a:pPr lvl="1"/>
            <a:r>
              <a:rPr lang="en-US" dirty="0"/>
              <a:t>Bullet 1</a:t>
            </a:r>
          </a:p>
          <a:p>
            <a:pPr lvl="2"/>
            <a:r>
              <a:rPr lang="en-US" dirty="0"/>
              <a:t>Bullet 2</a:t>
            </a:r>
          </a:p>
          <a:p>
            <a:pPr lvl="3"/>
            <a:r>
              <a:rPr lang="en-US" dirty="0"/>
              <a:t>Bullet 3</a:t>
            </a:r>
          </a:p>
          <a:p>
            <a:pPr lvl="4"/>
            <a:r>
              <a:rPr lang="en-US" dirty="0"/>
              <a:t>Bullet 4</a:t>
            </a:r>
          </a:p>
          <a:p>
            <a:pPr lvl="5"/>
            <a:r>
              <a:rPr lang="en-US" dirty="0"/>
              <a:t>Bullet 5</a:t>
            </a:r>
          </a:p>
        </p:txBody>
      </p:sp>
      <p:sp>
        <p:nvSpPr>
          <p:cNvPr id="25" name="Content Placeholder 13"/>
          <p:cNvSpPr>
            <a:spLocks noGrp="1"/>
          </p:cNvSpPr>
          <p:nvPr>
            <p:ph sz="quarter" idx="17" hasCustomPrompt="1"/>
          </p:nvPr>
        </p:nvSpPr>
        <p:spPr>
          <a:xfrm>
            <a:off x="554181" y="1170105"/>
            <a:ext cx="11083636" cy="273921"/>
          </a:xfrm>
          <a:prstGeom prst="rect">
            <a:avLst/>
          </a:prstGeom>
        </p:spPr>
        <p:txBody>
          <a:bodyPr>
            <a:noAutofit/>
          </a:bodyPr>
          <a:lstStyle>
            <a:lvl1pPr marL="0" indent="0">
              <a:buNone/>
              <a:defRPr lang="en-US" sz="2133" b="0" kern="1200" dirty="0">
                <a:solidFill>
                  <a:schemeClr val="accent5"/>
                </a:solidFill>
                <a:latin typeface="+mj-lt"/>
                <a:ea typeface="+mn-ea"/>
                <a:cs typeface="Poppins" panose="00000500000000000000" pitchFamily="2" charset="0"/>
              </a:defRPr>
            </a:lvl1pPr>
            <a:lvl2pPr marL="316500" indent="-314028">
              <a:buFont typeface="Symbol" panose="05050102010706020507" pitchFamily="18" charset="2"/>
              <a:buChar char=""/>
              <a:defRPr/>
            </a:lvl2pPr>
            <a:lvl3pPr>
              <a:defRPr/>
            </a:lvl3pPr>
            <a:lvl4pPr>
              <a:defRPr/>
            </a:lvl4pPr>
            <a:lvl5pPr>
              <a:defRPr/>
            </a:lvl5pPr>
            <a:lvl6pPr>
              <a:defRPr/>
            </a:lvl6pPr>
            <a:lvl7pPr>
              <a:defRPr/>
            </a:lvl7pPr>
          </a:lstStyle>
          <a:p>
            <a:pPr lvl="0"/>
            <a:r>
              <a:rPr lang="en-US" dirty="0"/>
              <a:t>Message Text</a:t>
            </a:r>
          </a:p>
        </p:txBody>
      </p:sp>
      <p:sp>
        <p:nvSpPr>
          <p:cNvPr id="7" name="shp_SDPTitle"/>
          <p:cNvSpPr>
            <a:spLocks noGrp="1"/>
          </p:cNvSpPr>
          <p:nvPr>
            <p:ph type="dt" sz="half" idx="10"/>
          </p:nvPr>
        </p:nvSpPr>
        <p:spPr>
          <a:xfrm>
            <a:off x="6096001" y="-453643"/>
            <a:ext cx="5541818" cy="161365"/>
          </a:xfrm>
          <a:prstGeom prst="rect">
            <a:avLst/>
          </a:prstGeom>
        </p:spPr>
        <p:txBody>
          <a:bodyPr vert="horz" wrap="square" lIns="45720" tIns="0" rIns="0" bIns="27432" rtlCol="0" anchor="b" anchorCtr="0"/>
          <a:lstStyle>
            <a:defPPr>
              <a:defRPr lang="en-US"/>
            </a:defPPr>
            <a:lvl1pPr marL="0" algn="r" defTabSz="914400" rtl="0" eaLnBrk="1" latinLnBrk="0" hangingPunct="1">
              <a:defRPr lang="en-US" sz="1099" b="0" i="0" kern="1200" cap="all" spc="275" baseline="0" smtClean="0">
                <a:solidFill>
                  <a:srgbClr val="E6E6E6"/>
                </a:solidFill>
                <a:latin typeface="Arial Narrow" panose="020B0606020202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 name="shp_PresTitle"/>
          <p:cNvSpPr>
            <a:spLocks noGrp="1"/>
          </p:cNvSpPr>
          <p:nvPr>
            <p:ph type="ftr" sz="quarter" idx="11"/>
          </p:nvPr>
        </p:nvSpPr>
        <p:spPr>
          <a:xfrm>
            <a:off x="554182" y="-453643"/>
            <a:ext cx="9310255" cy="161365"/>
          </a:xfrm>
          <a:prstGeom prst="rect">
            <a:avLst/>
          </a:prstGeom>
        </p:spPr>
        <p:txBody>
          <a:bodyPr vert="horz" lIns="0" tIns="0" rIns="3291840" bIns="27432" rtlCol="0" anchor="b" anchorCtr="0"/>
          <a:lstStyle>
            <a:defPPr>
              <a:defRPr lang="en-US"/>
            </a:defPPr>
            <a:lvl1pPr marL="0" algn="l" defTabSz="914400" rtl="0" eaLnBrk="1" latinLnBrk="0" hangingPunct="1">
              <a:defRPr lang="en-US" sz="1099" b="0" i="0" kern="1200" cap="all" spc="275" baseline="0" smtClean="0">
                <a:solidFill>
                  <a:srgbClr val="E6E6E6"/>
                </a:solidFill>
                <a:latin typeface="Arial Narrow" panose="020B0606020202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 name="Text Placeholder 2"/>
          <p:cNvSpPr>
            <a:spLocks noGrp="1"/>
          </p:cNvSpPr>
          <p:nvPr>
            <p:ph type="body" idx="1"/>
          </p:nvPr>
        </p:nvSpPr>
        <p:spPr>
          <a:xfrm>
            <a:off x="554182" y="1914754"/>
            <a:ext cx="5263767" cy="264047"/>
          </a:xfrm>
          <a:prstGeom prst="rect">
            <a:avLst/>
          </a:prstGeom>
          <a:noFill/>
        </p:spPr>
        <p:txBody>
          <a:bodyPr vert="horz" wrap="square" lIns="73152" tIns="36576" rIns="73152" bIns="36576" rtlCol="0" anchor="b">
            <a:spAutoFit/>
          </a:bodyPr>
          <a:lstStyle>
            <a:lvl1pPr marL="0" indent="0" algn="l">
              <a:buNone/>
              <a:tabLst>
                <a:tab pos="5966529" algn="r"/>
              </a:tabLst>
              <a:defRPr kumimoji="0" lang="en-US" sz="1236" b="1" i="0" u="none" strike="noStrike" kern="1200" cap="none" normalizeH="0" baseline="0" dirty="0" smtClean="0">
                <a:ln>
                  <a:noFill/>
                </a:ln>
                <a:solidFill>
                  <a:schemeClr val="accent1"/>
                </a:solidFill>
                <a:effectLst/>
                <a:latin typeface="+mj-lt"/>
                <a:ea typeface="+mn-ea"/>
                <a:cs typeface="Poppins SemiBold" panose="00000700000000000000" pitchFamily="2" charset="0"/>
              </a:defRPr>
            </a:lvl1pPr>
          </a:lstStyle>
          <a:p>
            <a:pPr marL="228600" marR="0" lvl="0" indent="-228600" algn="l" defTabSz="1317172" rtl="0" eaLnBrk="0" fontAlgn="base" latinLnBrk="0" hangingPunct="0">
              <a:lnSpc>
                <a:spcPct val="100000"/>
              </a:lnSpc>
              <a:spcBef>
                <a:spcPct val="0"/>
              </a:spcBef>
              <a:spcAft>
                <a:spcPct val="0"/>
              </a:spcAft>
              <a:buClr>
                <a:srgbClr val="335A8F"/>
              </a:buClr>
              <a:buSzPct val="75000"/>
              <a:tabLst>
                <a:tab pos="5770261" algn="r"/>
              </a:tabLst>
            </a:pPr>
            <a:r>
              <a:rPr lang="en-US" dirty="0"/>
              <a:t>Click to edit Master text styles</a:t>
            </a:r>
          </a:p>
        </p:txBody>
      </p:sp>
      <p:sp>
        <p:nvSpPr>
          <p:cNvPr id="29" name="Text Placeholder 2"/>
          <p:cNvSpPr>
            <a:spLocks noGrp="1"/>
          </p:cNvSpPr>
          <p:nvPr>
            <p:ph type="body" idx="21"/>
          </p:nvPr>
        </p:nvSpPr>
        <p:spPr>
          <a:xfrm>
            <a:off x="6372131" y="1914754"/>
            <a:ext cx="5265688" cy="264047"/>
          </a:xfrm>
          <a:prstGeom prst="rect">
            <a:avLst/>
          </a:prstGeom>
          <a:noFill/>
        </p:spPr>
        <p:txBody>
          <a:bodyPr vert="horz" wrap="square" lIns="73152" tIns="36576" rIns="73152" bIns="36576" rtlCol="0" anchor="b">
            <a:spAutoFit/>
          </a:bodyPr>
          <a:lstStyle>
            <a:lvl1pPr marL="0" indent="0" algn="l">
              <a:buNone/>
              <a:tabLst>
                <a:tab pos="5966529" algn="r"/>
              </a:tabLst>
              <a:defRPr kumimoji="0" lang="en-US" sz="1236" b="1" i="0" u="none" strike="noStrike" kern="1200" cap="none" normalizeH="0" baseline="0" dirty="0" smtClean="0">
                <a:ln>
                  <a:noFill/>
                </a:ln>
                <a:solidFill>
                  <a:schemeClr val="accent1"/>
                </a:solidFill>
                <a:effectLst/>
                <a:latin typeface="+mj-lt"/>
                <a:ea typeface="+mn-ea"/>
                <a:cs typeface="Poppins SemiBold" panose="00000700000000000000" pitchFamily="2" charset="0"/>
              </a:defRPr>
            </a:lvl1pPr>
          </a:lstStyle>
          <a:p>
            <a:pPr marL="228600" marR="0" lvl="0" indent="-228600" algn="l" defTabSz="1317172" rtl="0" eaLnBrk="0" fontAlgn="base" latinLnBrk="0" hangingPunct="0">
              <a:lnSpc>
                <a:spcPct val="100000"/>
              </a:lnSpc>
              <a:spcBef>
                <a:spcPct val="0"/>
              </a:spcBef>
              <a:spcAft>
                <a:spcPct val="0"/>
              </a:spcAft>
              <a:buClr>
                <a:srgbClr val="335A8F"/>
              </a:buClr>
              <a:buSzPct val="75000"/>
              <a:tabLst>
                <a:tab pos="5770261" algn="r"/>
              </a:tabLst>
            </a:pPr>
            <a:r>
              <a:rPr lang="en-US" dirty="0"/>
              <a:t>Click to edit Master text styles</a:t>
            </a:r>
          </a:p>
        </p:txBody>
      </p:sp>
      <p:sp>
        <p:nvSpPr>
          <p:cNvPr id="12" name="Text Placeholder 2"/>
          <p:cNvSpPr>
            <a:spLocks noGrp="1"/>
          </p:cNvSpPr>
          <p:nvPr>
            <p:ph type="body" idx="23"/>
          </p:nvPr>
        </p:nvSpPr>
        <p:spPr>
          <a:xfrm>
            <a:off x="554181" y="4202204"/>
            <a:ext cx="5264727" cy="264047"/>
          </a:xfrm>
          <a:prstGeom prst="rect">
            <a:avLst/>
          </a:prstGeom>
          <a:noFill/>
        </p:spPr>
        <p:txBody>
          <a:bodyPr vert="horz" wrap="square" lIns="73152" tIns="36576" rIns="73152" bIns="36576" rtlCol="0" anchor="b">
            <a:spAutoFit/>
          </a:bodyPr>
          <a:lstStyle>
            <a:lvl1pPr marL="0" indent="0" algn="l">
              <a:buNone/>
              <a:tabLst>
                <a:tab pos="5966529" algn="r"/>
              </a:tabLst>
              <a:defRPr kumimoji="0" lang="en-US" sz="1236" b="1" i="0" u="none" strike="noStrike" kern="1200" cap="none" normalizeH="0" baseline="0" dirty="0" smtClean="0">
                <a:ln>
                  <a:noFill/>
                </a:ln>
                <a:solidFill>
                  <a:schemeClr val="accent1"/>
                </a:solidFill>
                <a:effectLst/>
                <a:latin typeface="+mj-lt"/>
                <a:ea typeface="+mn-ea"/>
                <a:cs typeface="Poppins SemiBold" panose="00000700000000000000" pitchFamily="2" charset="0"/>
              </a:defRPr>
            </a:lvl1pPr>
          </a:lstStyle>
          <a:p>
            <a:pPr marL="228600" marR="0" lvl="0" indent="-228600" algn="l" defTabSz="1317172" rtl="0" eaLnBrk="0" fontAlgn="base" latinLnBrk="0" hangingPunct="0">
              <a:lnSpc>
                <a:spcPct val="100000"/>
              </a:lnSpc>
              <a:spcBef>
                <a:spcPct val="0"/>
              </a:spcBef>
              <a:spcAft>
                <a:spcPct val="0"/>
              </a:spcAft>
              <a:buClr>
                <a:srgbClr val="335A8F"/>
              </a:buClr>
              <a:buSzPct val="75000"/>
              <a:tabLst>
                <a:tab pos="5770261" algn="r"/>
              </a:tabLst>
            </a:pPr>
            <a:r>
              <a:rPr lang="en-US" dirty="0"/>
              <a:t>Click to edit Master text styles</a:t>
            </a:r>
          </a:p>
        </p:txBody>
      </p:sp>
      <p:sp>
        <p:nvSpPr>
          <p:cNvPr id="15" name="Text Placeholder 2"/>
          <p:cNvSpPr>
            <a:spLocks noGrp="1"/>
          </p:cNvSpPr>
          <p:nvPr>
            <p:ph type="body" idx="25"/>
          </p:nvPr>
        </p:nvSpPr>
        <p:spPr>
          <a:xfrm>
            <a:off x="6374052" y="4202204"/>
            <a:ext cx="5263767" cy="264047"/>
          </a:xfrm>
          <a:prstGeom prst="rect">
            <a:avLst/>
          </a:prstGeom>
          <a:noFill/>
        </p:spPr>
        <p:txBody>
          <a:bodyPr vert="horz" wrap="square" lIns="73152" tIns="36576" rIns="73152" bIns="36576" rtlCol="0" anchor="b">
            <a:spAutoFit/>
          </a:bodyPr>
          <a:lstStyle>
            <a:lvl1pPr marL="0" indent="0" algn="l">
              <a:buNone/>
              <a:tabLst>
                <a:tab pos="5966529" algn="r"/>
              </a:tabLst>
              <a:defRPr kumimoji="0" lang="en-US" sz="1236" b="1" i="0" u="none" strike="noStrike" kern="1200" cap="none" normalizeH="0" baseline="0" dirty="0" smtClean="0">
                <a:ln>
                  <a:noFill/>
                </a:ln>
                <a:solidFill>
                  <a:schemeClr val="accent1"/>
                </a:solidFill>
                <a:effectLst/>
                <a:latin typeface="+mj-lt"/>
                <a:ea typeface="+mn-ea"/>
                <a:cs typeface="Poppins SemiBold" panose="00000700000000000000" pitchFamily="2" charset="0"/>
              </a:defRPr>
            </a:lvl1pPr>
          </a:lstStyle>
          <a:p>
            <a:pPr marL="228600" marR="0" lvl="0" indent="-228600" algn="l" defTabSz="1317172" rtl="0" eaLnBrk="0" fontAlgn="base" latinLnBrk="0" hangingPunct="0">
              <a:lnSpc>
                <a:spcPct val="100000"/>
              </a:lnSpc>
              <a:spcBef>
                <a:spcPct val="0"/>
              </a:spcBef>
              <a:spcAft>
                <a:spcPct val="0"/>
              </a:spcAft>
              <a:buClr>
                <a:srgbClr val="335A8F"/>
              </a:buClr>
              <a:buSzPct val="75000"/>
              <a:tabLst>
                <a:tab pos="5770261" algn="r"/>
              </a:tabLst>
            </a:pPr>
            <a:r>
              <a:rPr lang="en-US" dirty="0"/>
              <a:t>Click to edit Master text styles</a:t>
            </a:r>
          </a:p>
        </p:txBody>
      </p:sp>
      <p:pic>
        <p:nvPicPr>
          <p:cNvPr id="5" name="Graphic 4">
            <a:extLst>
              <a:ext uri="{FF2B5EF4-FFF2-40B4-BE49-F238E27FC236}">
                <a16:creationId xmlns:a16="http://schemas.microsoft.com/office/drawing/2014/main" id="{1EA254D8-B036-2190-97EF-02A52F3ED67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sp>
        <p:nvSpPr>
          <p:cNvPr id="10" name="Title 2">
            <a:extLst>
              <a:ext uri="{FF2B5EF4-FFF2-40B4-BE49-F238E27FC236}">
                <a16:creationId xmlns:a16="http://schemas.microsoft.com/office/drawing/2014/main" id="{7A994474-C32F-F40E-FD59-6933F5C73DFD}"/>
              </a:ext>
            </a:extLst>
          </p:cNvPr>
          <p:cNvSpPr>
            <a:spLocks noGrp="1"/>
          </p:cNvSpPr>
          <p:nvPr>
            <p:ph type="title"/>
          </p:nvPr>
        </p:nvSpPr>
        <p:spPr>
          <a:xfrm>
            <a:off x="401616" y="390997"/>
            <a:ext cx="11299064" cy="758429"/>
          </a:xfrm>
        </p:spPr>
        <p:txBody>
          <a:bodyPr anchor="t"/>
          <a:lstStyle>
            <a:lvl1pPr>
              <a:defRPr b="0">
                <a:latin typeface="+mj-lt"/>
                <a:cs typeface="Poppins Medium" panose="00000600000000000000" pitchFamily="2" charset="0"/>
              </a:defRPr>
            </a:lvl1pPr>
          </a:lstStyle>
          <a:p>
            <a:r>
              <a:rPr lang="en-US" dirty="0"/>
              <a:t>Click to edit Master title style</a:t>
            </a:r>
          </a:p>
        </p:txBody>
      </p:sp>
      <p:pic>
        <p:nvPicPr>
          <p:cNvPr id="2" name="Picture 1" descr="A black and grey logo&#10;&#10;AI-generated content may be incorrect.">
            <a:extLst>
              <a:ext uri="{FF2B5EF4-FFF2-40B4-BE49-F238E27FC236}">
                <a16:creationId xmlns:a16="http://schemas.microsoft.com/office/drawing/2014/main" id="{F3093AAD-750C-902E-D015-9D01ECEA5999}"/>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119878130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to-a-Page ">
    <p:spTree>
      <p:nvGrpSpPr>
        <p:cNvPr id="1" name=""/>
        <p:cNvGrpSpPr/>
        <p:nvPr/>
      </p:nvGrpSpPr>
      <p:grpSpPr>
        <a:xfrm>
          <a:off x="0" y="0"/>
          <a:ext cx="0" cy="0"/>
          <a:chOff x="0" y="0"/>
          <a:chExt cx="0" cy="0"/>
        </a:xfrm>
      </p:grpSpPr>
      <p:sp>
        <p:nvSpPr>
          <p:cNvPr id="14" name="Content Placeholder 13"/>
          <p:cNvSpPr>
            <a:spLocks noGrp="1"/>
          </p:cNvSpPr>
          <p:nvPr>
            <p:ph sz="quarter" idx="15" hasCustomPrompt="1"/>
          </p:nvPr>
        </p:nvSpPr>
        <p:spPr>
          <a:xfrm>
            <a:off x="554183" y="2178800"/>
            <a:ext cx="3325091" cy="1694329"/>
          </a:xfrm>
          <a:prstGeom prst="roundRect">
            <a:avLst>
              <a:gd name="adj" fmla="val 5764"/>
            </a:avLst>
          </a:prstGeom>
          <a:ln>
            <a:solidFill>
              <a:schemeClr val="tx2"/>
            </a:solidFill>
          </a:ln>
        </p:spPr>
        <p:txBody>
          <a:bodyPr lIns="73152" tIns="36576" rIns="73152">
            <a:noAutofit/>
          </a:bodyPr>
          <a:lstStyle>
            <a:lvl1pPr marL="0" indent="0">
              <a:lnSpc>
                <a:spcPct val="100000"/>
              </a:lnSpc>
              <a:spcBef>
                <a:spcPts val="137"/>
              </a:spcBef>
              <a:buNone/>
              <a:defRPr sz="1236">
                <a:solidFill>
                  <a:schemeClr val="accent5"/>
                </a:solidFill>
                <a:latin typeface="+mn-lt"/>
              </a:defRPr>
            </a:lvl1pPr>
            <a:lvl2pPr marL="251222" indent="-251222">
              <a:lnSpc>
                <a:spcPct val="100000"/>
              </a:lnSpc>
              <a:spcBef>
                <a:spcPts val="137"/>
              </a:spcBef>
              <a:buFont typeface="Symbol" panose="05050102010706020507" pitchFamily="18" charset="2"/>
              <a:buChar char=""/>
              <a:defRPr sz="1236">
                <a:solidFill>
                  <a:schemeClr val="accent5"/>
                </a:solidFill>
              </a:defRPr>
            </a:lvl2pPr>
            <a:lvl3pPr marL="502445" indent="-251222">
              <a:lnSpc>
                <a:spcPct val="100000"/>
              </a:lnSpc>
              <a:spcBef>
                <a:spcPts val="137"/>
              </a:spcBef>
              <a:defRPr sz="1236">
                <a:solidFill>
                  <a:schemeClr val="accent5"/>
                </a:solidFill>
              </a:defRPr>
            </a:lvl3pPr>
            <a:lvl4pPr marL="753667" indent="-251222">
              <a:lnSpc>
                <a:spcPct val="100000"/>
              </a:lnSpc>
              <a:spcBef>
                <a:spcPts val="137"/>
              </a:spcBef>
              <a:defRPr sz="1236">
                <a:solidFill>
                  <a:schemeClr val="accent5"/>
                </a:solidFill>
              </a:defRPr>
            </a:lvl4pPr>
            <a:lvl5pPr marL="1004889" indent="-251222">
              <a:lnSpc>
                <a:spcPct val="100000"/>
              </a:lnSpc>
              <a:spcBef>
                <a:spcPts val="137"/>
              </a:spcBef>
              <a:defRPr sz="1236">
                <a:solidFill>
                  <a:schemeClr val="accent5"/>
                </a:solidFill>
              </a:defRPr>
            </a:lvl5pPr>
            <a:lvl6pPr marL="1256111" indent="-251222">
              <a:lnSpc>
                <a:spcPct val="100000"/>
              </a:lnSpc>
              <a:spcBef>
                <a:spcPts val="137"/>
              </a:spcBef>
              <a:defRPr sz="1236">
                <a:solidFill>
                  <a:schemeClr val="accent5"/>
                </a:solidFill>
              </a:defRPr>
            </a:lvl6pPr>
            <a:lvl7pPr>
              <a:lnSpc>
                <a:spcPct val="100000"/>
              </a:lnSpc>
              <a:spcBef>
                <a:spcPts val="137"/>
              </a:spcBef>
              <a:defRPr sz="1236"/>
            </a:lvl7pPr>
          </a:lstStyle>
          <a:p>
            <a:pPr lvl="0"/>
            <a:r>
              <a:rPr lang="en-US" dirty="0"/>
              <a:t>Message Text</a:t>
            </a:r>
          </a:p>
          <a:p>
            <a:pPr lvl="1"/>
            <a:r>
              <a:rPr lang="en-US" dirty="0"/>
              <a:t>Bullet 1</a:t>
            </a:r>
          </a:p>
          <a:p>
            <a:pPr lvl="2"/>
            <a:r>
              <a:rPr lang="en-US" dirty="0"/>
              <a:t>Bullet 2</a:t>
            </a:r>
          </a:p>
          <a:p>
            <a:pPr lvl="3"/>
            <a:r>
              <a:rPr lang="en-US" dirty="0"/>
              <a:t>Bullet 3</a:t>
            </a:r>
          </a:p>
          <a:p>
            <a:pPr lvl="4"/>
            <a:r>
              <a:rPr lang="en-US" dirty="0"/>
              <a:t>Bullet 4</a:t>
            </a:r>
          </a:p>
          <a:p>
            <a:pPr lvl="5"/>
            <a:r>
              <a:rPr lang="en-US" dirty="0"/>
              <a:t>Bullet 5</a:t>
            </a:r>
          </a:p>
        </p:txBody>
      </p:sp>
      <p:sp>
        <p:nvSpPr>
          <p:cNvPr id="26" name="Content Placeholder 13"/>
          <p:cNvSpPr>
            <a:spLocks noGrp="1"/>
          </p:cNvSpPr>
          <p:nvPr>
            <p:ph sz="quarter" idx="18" hasCustomPrompt="1"/>
          </p:nvPr>
        </p:nvSpPr>
        <p:spPr>
          <a:xfrm>
            <a:off x="4433455" y="2178800"/>
            <a:ext cx="3325091" cy="1694329"/>
          </a:xfrm>
          <a:prstGeom prst="roundRect">
            <a:avLst>
              <a:gd name="adj" fmla="val 6855"/>
            </a:avLst>
          </a:prstGeom>
          <a:ln>
            <a:solidFill>
              <a:schemeClr val="tx2"/>
            </a:solidFill>
          </a:ln>
        </p:spPr>
        <p:txBody>
          <a:bodyPr lIns="73152" tIns="36576" rIns="73152">
            <a:noAutofit/>
          </a:bodyPr>
          <a:lstStyle>
            <a:lvl1pPr marL="0" indent="0">
              <a:lnSpc>
                <a:spcPct val="100000"/>
              </a:lnSpc>
              <a:spcBef>
                <a:spcPts val="137"/>
              </a:spcBef>
              <a:buNone/>
              <a:defRPr sz="1236">
                <a:solidFill>
                  <a:schemeClr val="accent5"/>
                </a:solidFill>
                <a:latin typeface="+mn-lt"/>
              </a:defRPr>
            </a:lvl1pPr>
            <a:lvl2pPr marL="251222" indent="-251222">
              <a:lnSpc>
                <a:spcPct val="100000"/>
              </a:lnSpc>
              <a:spcBef>
                <a:spcPts val="137"/>
              </a:spcBef>
              <a:buFont typeface="Symbol" panose="05050102010706020507" pitchFamily="18" charset="2"/>
              <a:buChar char=""/>
              <a:defRPr sz="1236">
                <a:solidFill>
                  <a:schemeClr val="accent5"/>
                </a:solidFill>
              </a:defRPr>
            </a:lvl2pPr>
            <a:lvl3pPr marL="502445" indent="-251222">
              <a:lnSpc>
                <a:spcPct val="100000"/>
              </a:lnSpc>
              <a:spcBef>
                <a:spcPts val="137"/>
              </a:spcBef>
              <a:defRPr sz="1236">
                <a:solidFill>
                  <a:schemeClr val="accent5"/>
                </a:solidFill>
              </a:defRPr>
            </a:lvl3pPr>
            <a:lvl4pPr marL="753667" indent="-251222">
              <a:lnSpc>
                <a:spcPct val="100000"/>
              </a:lnSpc>
              <a:spcBef>
                <a:spcPts val="137"/>
              </a:spcBef>
              <a:defRPr sz="1236">
                <a:solidFill>
                  <a:schemeClr val="accent5"/>
                </a:solidFill>
              </a:defRPr>
            </a:lvl4pPr>
            <a:lvl5pPr marL="1004889" indent="-251222">
              <a:lnSpc>
                <a:spcPct val="100000"/>
              </a:lnSpc>
              <a:spcBef>
                <a:spcPts val="137"/>
              </a:spcBef>
              <a:defRPr sz="1236">
                <a:solidFill>
                  <a:schemeClr val="accent5"/>
                </a:solidFill>
              </a:defRPr>
            </a:lvl5pPr>
            <a:lvl6pPr marL="1256111" indent="-251222">
              <a:lnSpc>
                <a:spcPct val="100000"/>
              </a:lnSpc>
              <a:spcBef>
                <a:spcPts val="137"/>
              </a:spcBef>
              <a:defRPr sz="1236">
                <a:solidFill>
                  <a:schemeClr val="accent5"/>
                </a:solidFill>
              </a:defRPr>
            </a:lvl6pPr>
            <a:lvl7pPr>
              <a:lnSpc>
                <a:spcPct val="100000"/>
              </a:lnSpc>
              <a:spcBef>
                <a:spcPts val="137"/>
              </a:spcBef>
              <a:defRPr sz="1236"/>
            </a:lvl7pPr>
          </a:lstStyle>
          <a:p>
            <a:pPr lvl="0"/>
            <a:r>
              <a:rPr lang="en-US" dirty="0"/>
              <a:t>Message Text</a:t>
            </a:r>
          </a:p>
          <a:p>
            <a:pPr lvl="1"/>
            <a:r>
              <a:rPr lang="en-US" dirty="0"/>
              <a:t>Bullet 1</a:t>
            </a:r>
          </a:p>
          <a:p>
            <a:pPr lvl="2"/>
            <a:r>
              <a:rPr lang="en-US" dirty="0"/>
              <a:t>Bullet 2</a:t>
            </a:r>
          </a:p>
          <a:p>
            <a:pPr lvl="3"/>
            <a:r>
              <a:rPr lang="en-US" dirty="0"/>
              <a:t>Bullet 3</a:t>
            </a:r>
          </a:p>
          <a:p>
            <a:pPr lvl="4"/>
            <a:r>
              <a:rPr lang="en-US" dirty="0"/>
              <a:t>Bullet 4</a:t>
            </a:r>
          </a:p>
          <a:p>
            <a:pPr lvl="5"/>
            <a:r>
              <a:rPr lang="en-US" dirty="0"/>
              <a:t>Bullet 5</a:t>
            </a:r>
          </a:p>
        </p:txBody>
      </p:sp>
      <p:sp>
        <p:nvSpPr>
          <p:cNvPr id="28" name="Content Placeholder 13"/>
          <p:cNvSpPr>
            <a:spLocks noGrp="1"/>
          </p:cNvSpPr>
          <p:nvPr>
            <p:ph sz="quarter" idx="20" hasCustomPrompt="1"/>
          </p:nvPr>
        </p:nvSpPr>
        <p:spPr>
          <a:xfrm>
            <a:off x="8312727" y="2178800"/>
            <a:ext cx="3325091" cy="1694329"/>
          </a:xfrm>
          <a:prstGeom prst="roundRect">
            <a:avLst>
              <a:gd name="adj" fmla="val 6855"/>
            </a:avLst>
          </a:prstGeom>
          <a:ln>
            <a:solidFill>
              <a:schemeClr val="tx2"/>
            </a:solidFill>
          </a:ln>
        </p:spPr>
        <p:txBody>
          <a:bodyPr lIns="73152" tIns="36576" rIns="73152">
            <a:noAutofit/>
          </a:bodyPr>
          <a:lstStyle>
            <a:lvl1pPr marL="0" indent="0">
              <a:lnSpc>
                <a:spcPct val="100000"/>
              </a:lnSpc>
              <a:spcBef>
                <a:spcPts val="137"/>
              </a:spcBef>
              <a:buNone/>
              <a:defRPr sz="1236">
                <a:solidFill>
                  <a:schemeClr val="accent5"/>
                </a:solidFill>
                <a:latin typeface="+mn-lt"/>
              </a:defRPr>
            </a:lvl1pPr>
            <a:lvl2pPr marL="251222" indent="-251222">
              <a:lnSpc>
                <a:spcPct val="100000"/>
              </a:lnSpc>
              <a:spcBef>
                <a:spcPts val="137"/>
              </a:spcBef>
              <a:buFont typeface="Symbol" panose="05050102010706020507" pitchFamily="18" charset="2"/>
              <a:buChar char=""/>
              <a:defRPr sz="1236">
                <a:solidFill>
                  <a:schemeClr val="accent5"/>
                </a:solidFill>
              </a:defRPr>
            </a:lvl2pPr>
            <a:lvl3pPr marL="502445" indent="-251222">
              <a:lnSpc>
                <a:spcPct val="100000"/>
              </a:lnSpc>
              <a:spcBef>
                <a:spcPts val="137"/>
              </a:spcBef>
              <a:defRPr sz="1236">
                <a:solidFill>
                  <a:schemeClr val="accent5"/>
                </a:solidFill>
              </a:defRPr>
            </a:lvl3pPr>
            <a:lvl4pPr marL="753667" indent="-251222">
              <a:lnSpc>
                <a:spcPct val="100000"/>
              </a:lnSpc>
              <a:spcBef>
                <a:spcPts val="137"/>
              </a:spcBef>
              <a:defRPr sz="1236">
                <a:solidFill>
                  <a:schemeClr val="accent5"/>
                </a:solidFill>
              </a:defRPr>
            </a:lvl4pPr>
            <a:lvl5pPr marL="1004889" indent="-251222">
              <a:lnSpc>
                <a:spcPct val="100000"/>
              </a:lnSpc>
              <a:spcBef>
                <a:spcPts val="137"/>
              </a:spcBef>
              <a:defRPr sz="1236">
                <a:solidFill>
                  <a:schemeClr val="accent5"/>
                </a:solidFill>
              </a:defRPr>
            </a:lvl5pPr>
            <a:lvl6pPr marL="1256111" indent="-251222">
              <a:lnSpc>
                <a:spcPct val="100000"/>
              </a:lnSpc>
              <a:spcBef>
                <a:spcPts val="137"/>
              </a:spcBef>
              <a:defRPr sz="1236">
                <a:solidFill>
                  <a:schemeClr val="accent5"/>
                </a:solidFill>
              </a:defRPr>
            </a:lvl6pPr>
            <a:lvl7pPr>
              <a:lnSpc>
                <a:spcPct val="100000"/>
              </a:lnSpc>
              <a:spcBef>
                <a:spcPts val="137"/>
              </a:spcBef>
              <a:defRPr sz="1236"/>
            </a:lvl7pPr>
          </a:lstStyle>
          <a:p>
            <a:pPr lvl="0"/>
            <a:r>
              <a:rPr lang="en-US" dirty="0"/>
              <a:t>Message Text</a:t>
            </a:r>
          </a:p>
          <a:p>
            <a:pPr lvl="1"/>
            <a:r>
              <a:rPr lang="en-US" dirty="0"/>
              <a:t>Bullet 1</a:t>
            </a:r>
          </a:p>
          <a:p>
            <a:pPr lvl="2"/>
            <a:r>
              <a:rPr lang="en-US" dirty="0"/>
              <a:t>Bullet 2</a:t>
            </a:r>
          </a:p>
          <a:p>
            <a:pPr lvl="3"/>
            <a:r>
              <a:rPr lang="en-US" dirty="0"/>
              <a:t>Bullet 3</a:t>
            </a:r>
          </a:p>
          <a:p>
            <a:pPr lvl="4"/>
            <a:r>
              <a:rPr lang="en-US" dirty="0"/>
              <a:t>Bullet 4</a:t>
            </a:r>
          </a:p>
          <a:p>
            <a:pPr lvl="5"/>
            <a:r>
              <a:rPr lang="en-US" dirty="0"/>
              <a:t>Bullet 5</a:t>
            </a:r>
          </a:p>
        </p:txBody>
      </p:sp>
      <p:sp>
        <p:nvSpPr>
          <p:cNvPr id="15" name="Content Placeholder 13"/>
          <p:cNvSpPr>
            <a:spLocks noGrp="1"/>
          </p:cNvSpPr>
          <p:nvPr>
            <p:ph sz="quarter" idx="24" hasCustomPrompt="1"/>
          </p:nvPr>
        </p:nvSpPr>
        <p:spPr>
          <a:xfrm>
            <a:off x="554183" y="4420062"/>
            <a:ext cx="3325091" cy="1694329"/>
          </a:xfrm>
          <a:prstGeom prst="roundRect">
            <a:avLst>
              <a:gd name="adj" fmla="val 6855"/>
            </a:avLst>
          </a:prstGeom>
          <a:ln>
            <a:solidFill>
              <a:schemeClr val="tx2"/>
            </a:solidFill>
          </a:ln>
        </p:spPr>
        <p:txBody>
          <a:bodyPr lIns="73152" tIns="36576" rIns="73152">
            <a:noAutofit/>
          </a:bodyPr>
          <a:lstStyle>
            <a:lvl1pPr marL="0" indent="0">
              <a:lnSpc>
                <a:spcPct val="100000"/>
              </a:lnSpc>
              <a:spcBef>
                <a:spcPts val="137"/>
              </a:spcBef>
              <a:buNone/>
              <a:defRPr sz="1236">
                <a:solidFill>
                  <a:schemeClr val="accent5"/>
                </a:solidFill>
                <a:latin typeface="+mn-lt"/>
              </a:defRPr>
            </a:lvl1pPr>
            <a:lvl2pPr marL="251222" indent="-251222">
              <a:lnSpc>
                <a:spcPct val="100000"/>
              </a:lnSpc>
              <a:spcBef>
                <a:spcPts val="137"/>
              </a:spcBef>
              <a:buFont typeface="Symbol" panose="05050102010706020507" pitchFamily="18" charset="2"/>
              <a:buChar char=""/>
              <a:defRPr sz="1236">
                <a:solidFill>
                  <a:schemeClr val="accent5"/>
                </a:solidFill>
              </a:defRPr>
            </a:lvl2pPr>
            <a:lvl3pPr marL="502445" indent="-251222">
              <a:lnSpc>
                <a:spcPct val="100000"/>
              </a:lnSpc>
              <a:spcBef>
                <a:spcPts val="137"/>
              </a:spcBef>
              <a:defRPr sz="1236">
                <a:solidFill>
                  <a:schemeClr val="accent5"/>
                </a:solidFill>
              </a:defRPr>
            </a:lvl3pPr>
            <a:lvl4pPr marL="753667" indent="-251222">
              <a:lnSpc>
                <a:spcPct val="100000"/>
              </a:lnSpc>
              <a:spcBef>
                <a:spcPts val="137"/>
              </a:spcBef>
              <a:defRPr sz="1236">
                <a:solidFill>
                  <a:schemeClr val="accent5"/>
                </a:solidFill>
              </a:defRPr>
            </a:lvl4pPr>
            <a:lvl5pPr marL="1004889" indent="-251222">
              <a:lnSpc>
                <a:spcPct val="100000"/>
              </a:lnSpc>
              <a:spcBef>
                <a:spcPts val="137"/>
              </a:spcBef>
              <a:defRPr sz="1236">
                <a:solidFill>
                  <a:schemeClr val="accent5"/>
                </a:solidFill>
              </a:defRPr>
            </a:lvl5pPr>
            <a:lvl6pPr marL="1256111" indent="-251222">
              <a:lnSpc>
                <a:spcPct val="100000"/>
              </a:lnSpc>
              <a:spcBef>
                <a:spcPts val="137"/>
              </a:spcBef>
              <a:defRPr sz="1236">
                <a:solidFill>
                  <a:schemeClr val="accent5"/>
                </a:solidFill>
              </a:defRPr>
            </a:lvl6pPr>
            <a:lvl7pPr>
              <a:lnSpc>
                <a:spcPct val="100000"/>
              </a:lnSpc>
              <a:spcBef>
                <a:spcPts val="137"/>
              </a:spcBef>
              <a:defRPr sz="1236"/>
            </a:lvl7pPr>
          </a:lstStyle>
          <a:p>
            <a:pPr lvl="0"/>
            <a:r>
              <a:rPr lang="en-US" dirty="0"/>
              <a:t>Message Text</a:t>
            </a:r>
          </a:p>
          <a:p>
            <a:pPr lvl="1"/>
            <a:r>
              <a:rPr lang="en-US" dirty="0"/>
              <a:t>Bullet 1</a:t>
            </a:r>
          </a:p>
          <a:p>
            <a:pPr lvl="2"/>
            <a:r>
              <a:rPr lang="en-US" dirty="0"/>
              <a:t>Bullet 2</a:t>
            </a:r>
          </a:p>
          <a:p>
            <a:pPr lvl="3"/>
            <a:r>
              <a:rPr lang="en-US" dirty="0"/>
              <a:t>Bullet 3</a:t>
            </a:r>
          </a:p>
          <a:p>
            <a:pPr lvl="4"/>
            <a:r>
              <a:rPr lang="en-US" dirty="0"/>
              <a:t>Bullet 4</a:t>
            </a:r>
          </a:p>
          <a:p>
            <a:pPr lvl="5"/>
            <a:r>
              <a:rPr lang="en-US" dirty="0"/>
              <a:t>Bullet 5</a:t>
            </a:r>
          </a:p>
        </p:txBody>
      </p:sp>
      <p:sp>
        <p:nvSpPr>
          <p:cNvPr id="17" name="Content Placeholder 13"/>
          <p:cNvSpPr>
            <a:spLocks noGrp="1"/>
          </p:cNvSpPr>
          <p:nvPr>
            <p:ph sz="quarter" idx="26" hasCustomPrompt="1"/>
          </p:nvPr>
        </p:nvSpPr>
        <p:spPr>
          <a:xfrm>
            <a:off x="4433455" y="4420062"/>
            <a:ext cx="3325091" cy="1694329"/>
          </a:xfrm>
          <a:prstGeom prst="roundRect">
            <a:avLst>
              <a:gd name="adj" fmla="val 6855"/>
            </a:avLst>
          </a:prstGeom>
          <a:ln>
            <a:solidFill>
              <a:schemeClr val="tx2"/>
            </a:solidFill>
          </a:ln>
        </p:spPr>
        <p:txBody>
          <a:bodyPr lIns="73152" tIns="36576" rIns="73152">
            <a:noAutofit/>
          </a:bodyPr>
          <a:lstStyle>
            <a:lvl1pPr marL="0" indent="0">
              <a:lnSpc>
                <a:spcPct val="100000"/>
              </a:lnSpc>
              <a:spcBef>
                <a:spcPts val="137"/>
              </a:spcBef>
              <a:buNone/>
              <a:defRPr sz="1236">
                <a:solidFill>
                  <a:schemeClr val="accent5"/>
                </a:solidFill>
                <a:latin typeface="+mn-lt"/>
              </a:defRPr>
            </a:lvl1pPr>
            <a:lvl2pPr marL="251222" indent="-251222">
              <a:lnSpc>
                <a:spcPct val="100000"/>
              </a:lnSpc>
              <a:spcBef>
                <a:spcPts val="137"/>
              </a:spcBef>
              <a:buFont typeface="Symbol" panose="05050102010706020507" pitchFamily="18" charset="2"/>
              <a:buChar char=""/>
              <a:defRPr sz="1236">
                <a:solidFill>
                  <a:schemeClr val="accent5"/>
                </a:solidFill>
              </a:defRPr>
            </a:lvl2pPr>
            <a:lvl3pPr marL="502445" indent="-251222">
              <a:lnSpc>
                <a:spcPct val="100000"/>
              </a:lnSpc>
              <a:spcBef>
                <a:spcPts val="137"/>
              </a:spcBef>
              <a:defRPr sz="1236">
                <a:solidFill>
                  <a:schemeClr val="accent5"/>
                </a:solidFill>
              </a:defRPr>
            </a:lvl3pPr>
            <a:lvl4pPr marL="753667" indent="-251222">
              <a:lnSpc>
                <a:spcPct val="100000"/>
              </a:lnSpc>
              <a:spcBef>
                <a:spcPts val="137"/>
              </a:spcBef>
              <a:defRPr sz="1236">
                <a:solidFill>
                  <a:schemeClr val="accent5"/>
                </a:solidFill>
              </a:defRPr>
            </a:lvl4pPr>
            <a:lvl5pPr marL="1004889" indent="-251222">
              <a:lnSpc>
                <a:spcPct val="100000"/>
              </a:lnSpc>
              <a:spcBef>
                <a:spcPts val="137"/>
              </a:spcBef>
              <a:defRPr sz="1236">
                <a:solidFill>
                  <a:schemeClr val="accent5"/>
                </a:solidFill>
              </a:defRPr>
            </a:lvl5pPr>
            <a:lvl6pPr marL="1256111" indent="-251222">
              <a:lnSpc>
                <a:spcPct val="100000"/>
              </a:lnSpc>
              <a:spcBef>
                <a:spcPts val="137"/>
              </a:spcBef>
              <a:defRPr sz="1236">
                <a:solidFill>
                  <a:schemeClr val="accent5"/>
                </a:solidFill>
              </a:defRPr>
            </a:lvl6pPr>
            <a:lvl7pPr>
              <a:lnSpc>
                <a:spcPct val="100000"/>
              </a:lnSpc>
              <a:spcBef>
                <a:spcPts val="137"/>
              </a:spcBef>
              <a:defRPr sz="1236"/>
            </a:lvl7pPr>
          </a:lstStyle>
          <a:p>
            <a:pPr lvl="0"/>
            <a:r>
              <a:rPr lang="en-US" dirty="0"/>
              <a:t>Message Text</a:t>
            </a:r>
          </a:p>
          <a:p>
            <a:pPr lvl="1"/>
            <a:r>
              <a:rPr lang="en-US" dirty="0"/>
              <a:t>Bullet 1</a:t>
            </a:r>
          </a:p>
          <a:p>
            <a:pPr lvl="2"/>
            <a:r>
              <a:rPr lang="en-US" dirty="0"/>
              <a:t>Bullet 2</a:t>
            </a:r>
          </a:p>
          <a:p>
            <a:pPr lvl="3"/>
            <a:r>
              <a:rPr lang="en-US" dirty="0"/>
              <a:t>Bullet 3</a:t>
            </a:r>
          </a:p>
          <a:p>
            <a:pPr lvl="4"/>
            <a:r>
              <a:rPr lang="en-US" dirty="0"/>
              <a:t>Bullet 4</a:t>
            </a:r>
          </a:p>
          <a:p>
            <a:pPr lvl="5"/>
            <a:r>
              <a:rPr lang="en-US" dirty="0"/>
              <a:t>Bullet 5</a:t>
            </a:r>
          </a:p>
        </p:txBody>
      </p:sp>
      <p:sp>
        <p:nvSpPr>
          <p:cNvPr id="19" name="Content Placeholder 13"/>
          <p:cNvSpPr>
            <a:spLocks noGrp="1"/>
          </p:cNvSpPr>
          <p:nvPr>
            <p:ph sz="quarter" idx="28" hasCustomPrompt="1"/>
          </p:nvPr>
        </p:nvSpPr>
        <p:spPr>
          <a:xfrm>
            <a:off x="8312727" y="4420062"/>
            <a:ext cx="3325091" cy="1694329"/>
          </a:xfrm>
          <a:prstGeom prst="roundRect">
            <a:avLst>
              <a:gd name="adj" fmla="val 6855"/>
            </a:avLst>
          </a:prstGeom>
          <a:ln>
            <a:solidFill>
              <a:schemeClr val="tx2"/>
            </a:solidFill>
          </a:ln>
        </p:spPr>
        <p:txBody>
          <a:bodyPr lIns="73152" tIns="36576" rIns="73152">
            <a:noAutofit/>
          </a:bodyPr>
          <a:lstStyle>
            <a:lvl1pPr marL="0" indent="0">
              <a:lnSpc>
                <a:spcPct val="100000"/>
              </a:lnSpc>
              <a:spcBef>
                <a:spcPts val="137"/>
              </a:spcBef>
              <a:buNone/>
              <a:defRPr sz="1236">
                <a:solidFill>
                  <a:schemeClr val="accent5"/>
                </a:solidFill>
                <a:latin typeface="+mn-lt"/>
              </a:defRPr>
            </a:lvl1pPr>
            <a:lvl2pPr marL="251222" indent="-251222">
              <a:lnSpc>
                <a:spcPct val="100000"/>
              </a:lnSpc>
              <a:spcBef>
                <a:spcPts val="137"/>
              </a:spcBef>
              <a:buFont typeface="Symbol" panose="05050102010706020507" pitchFamily="18" charset="2"/>
              <a:buChar char=""/>
              <a:defRPr sz="1236">
                <a:solidFill>
                  <a:schemeClr val="accent5"/>
                </a:solidFill>
              </a:defRPr>
            </a:lvl2pPr>
            <a:lvl3pPr marL="502445" indent="-251222">
              <a:lnSpc>
                <a:spcPct val="100000"/>
              </a:lnSpc>
              <a:spcBef>
                <a:spcPts val="137"/>
              </a:spcBef>
              <a:defRPr sz="1236">
                <a:solidFill>
                  <a:schemeClr val="accent5"/>
                </a:solidFill>
              </a:defRPr>
            </a:lvl3pPr>
            <a:lvl4pPr marL="753667" indent="-251222">
              <a:lnSpc>
                <a:spcPct val="100000"/>
              </a:lnSpc>
              <a:spcBef>
                <a:spcPts val="137"/>
              </a:spcBef>
              <a:defRPr sz="1236">
                <a:solidFill>
                  <a:schemeClr val="accent5"/>
                </a:solidFill>
              </a:defRPr>
            </a:lvl4pPr>
            <a:lvl5pPr marL="1004889" indent="-251222">
              <a:lnSpc>
                <a:spcPct val="100000"/>
              </a:lnSpc>
              <a:spcBef>
                <a:spcPts val="137"/>
              </a:spcBef>
              <a:defRPr sz="1236">
                <a:solidFill>
                  <a:schemeClr val="accent5"/>
                </a:solidFill>
              </a:defRPr>
            </a:lvl5pPr>
            <a:lvl6pPr marL="1256111" indent="-251222">
              <a:lnSpc>
                <a:spcPct val="100000"/>
              </a:lnSpc>
              <a:spcBef>
                <a:spcPts val="137"/>
              </a:spcBef>
              <a:defRPr sz="1236">
                <a:solidFill>
                  <a:schemeClr val="accent5"/>
                </a:solidFill>
              </a:defRPr>
            </a:lvl6pPr>
            <a:lvl7pPr>
              <a:lnSpc>
                <a:spcPct val="100000"/>
              </a:lnSpc>
              <a:spcBef>
                <a:spcPts val="137"/>
              </a:spcBef>
              <a:defRPr sz="1236"/>
            </a:lvl7pPr>
          </a:lstStyle>
          <a:p>
            <a:pPr lvl="0"/>
            <a:r>
              <a:rPr lang="en-US" dirty="0"/>
              <a:t>Message Text</a:t>
            </a:r>
          </a:p>
          <a:p>
            <a:pPr lvl="1"/>
            <a:r>
              <a:rPr lang="en-US" dirty="0"/>
              <a:t>Bullet 1</a:t>
            </a:r>
          </a:p>
          <a:p>
            <a:pPr lvl="2"/>
            <a:r>
              <a:rPr lang="en-US" dirty="0"/>
              <a:t>Bullet 2</a:t>
            </a:r>
          </a:p>
          <a:p>
            <a:pPr lvl="3"/>
            <a:r>
              <a:rPr lang="en-US" dirty="0"/>
              <a:t>Bullet 3</a:t>
            </a:r>
          </a:p>
          <a:p>
            <a:pPr lvl="4"/>
            <a:r>
              <a:rPr lang="en-US" dirty="0"/>
              <a:t>Bullet 4</a:t>
            </a:r>
          </a:p>
          <a:p>
            <a:pPr lvl="5"/>
            <a:r>
              <a:rPr lang="en-US" dirty="0"/>
              <a:t>Bullet 5</a:t>
            </a:r>
          </a:p>
        </p:txBody>
      </p:sp>
      <p:sp>
        <p:nvSpPr>
          <p:cNvPr id="3" name="Text Placeholder 2"/>
          <p:cNvSpPr>
            <a:spLocks noGrp="1"/>
          </p:cNvSpPr>
          <p:nvPr>
            <p:ph type="body" idx="1"/>
          </p:nvPr>
        </p:nvSpPr>
        <p:spPr>
          <a:xfrm>
            <a:off x="554183" y="1914754"/>
            <a:ext cx="3325091" cy="264047"/>
          </a:xfrm>
          <a:prstGeom prst="rect">
            <a:avLst/>
          </a:prstGeom>
          <a:noFill/>
        </p:spPr>
        <p:txBody>
          <a:bodyPr vert="horz" wrap="square" lIns="73152" tIns="36576" rIns="73152" bIns="36576" rtlCol="0" anchor="b">
            <a:spAutoFit/>
          </a:bodyPr>
          <a:lstStyle>
            <a:lvl1pPr marL="0" indent="0" algn="l">
              <a:buNone/>
              <a:tabLst>
                <a:tab pos="3768334" algn="r"/>
              </a:tabLst>
              <a:defRPr kumimoji="0" lang="en-US" sz="1236" b="1" i="0" u="none" strike="noStrike" kern="1200" cap="none" normalizeH="0" baseline="0" dirty="0" smtClean="0">
                <a:ln>
                  <a:noFill/>
                </a:ln>
                <a:solidFill>
                  <a:schemeClr val="accent1"/>
                </a:solidFill>
                <a:effectLst/>
                <a:latin typeface="+mj-lt"/>
                <a:ea typeface="+mn-ea"/>
                <a:cs typeface="Poppins SemiBold" panose="00000700000000000000" pitchFamily="2" charset="0"/>
              </a:defRPr>
            </a:lvl1pPr>
          </a:lstStyle>
          <a:p>
            <a:pPr marL="228600" marR="0" lvl="0" indent="-228600" algn="l" defTabSz="1317172" rtl="0" eaLnBrk="0" fontAlgn="base" latinLnBrk="0" hangingPunct="0">
              <a:lnSpc>
                <a:spcPct val="100000"/>
              </a:lnSpc>
              <a:spcBef>
                <a:spcPct val="0"/>
              </a:spcBef>
              <a:spcAft>
                <a:spcPct val="0"/>
              </a:spcAft>
              <a:buClr>
                <a:srgbClr val="335A8F"/>
              </a:buClr>
              <a:buSzPct val="75000"/>
              <a:tabLst>
                <a:tab pos="5770261" algn="r"/>
              </a:tabLst>
            </a:pPr>
            <a:r>
              <a:rPr lang="en-US" dirty="0"/>
              <a:t>Click to edit Master text styles</a:t>
            </a:r>
          </a:p>
        </p:txBody>
      </p:sp>
      <p:sp>
        <p:nvSpPr>
          <p:cNvPr id="27" name="Text Placeholder 2"/>
          <p:cNvSpPr>
            <a:spLocks noGrp="1"/>
          </p:cNvSpPr>
          <p:nvPr>
            <p:ph type="body" idx="19"/>
          </p:nvPr>
        </p:nvSpPr>
        <p:spPr>
          <a:xfrm>
            <a:off x="4433455" y="1914754"/>
            <a:ext cx="3325091" cy="264047"/>
          </a:xfrm>
          <a:prstGeom prst="rect">
            <a:avLst/>
          </a:prstGeom>
          <a:noFill/>
        </p:spPr>
        <p:txBody>
          <a:bodyPr vert="horz" wrap="square" lIns="73152" tIns="36576" rIns="73152" bIns="36576" rtlCol="0" anchor="b">
            <a:spAutoFit/>
          </a:bodyPr>
          <a:lstStyle>
            <a:lvl1pPr marL="0" indent="0" algn="l">
              <a:buNone/>
              <a:tabLst>
                <a:tab pos="3768334" algn="r"/>
              </a:tabLst>
              <a:defRPr kumimoji="0" lang="en-US" sz="1236" b="1" i="0" u="none" strike="noStrike" kern="1200" cap="none" normalizeH="0" baseline="0" dirty="0" smtClean="0">
                <a:ln>
                  <a:noFill/>
                </a:ln>
                <a:solidFill>
                  <a:schemeClr val="accent1"/>
                </a:solidFill>
                <a:effectLst/>
                <a:latin typeface="+mj-lt"/>
                <a:ea typeface="+mn-ea"/>
                <a:cs typeface="Poppins SemiBold" panose="00000700000000000000" pitchFamily="2" charset="0"/>
              </a:defRPr>
            </a:lvl1pPr>
          </a:lstStyle>
          <a:p>
            <a:pPr marL="228600" marR="0" lvl="0" indent="-228600" algn="l" defTabSz="1317172" rtl="0" eaLnBrk="0" fontAlgn="base" latinLnBrk="0" hangingPunct="0">
              <a:lnSpc>
                <a:spcPct val="100000"/>
              </a:lnSpc>
              <a:spcBef>
                <a:spcPct val="0"/>
              </a:spcBef>
              <a:spcAft>
                <a:spcPct val="0"/>
              </a:spcAft>
              <a:buClr>
                <a:srgbClr val="335A8F"/>
              </a:buClr>
              <a:buSzPct val="75000"/>
              <a:tabLst>
                <a:tab pos="5770261" algn="r"/>
              </a:tabLst>
            </a:pPr>
            <a:r>
              <a:rPr lang="en-US" dirty="0"/>
              <a:t>Click to edit Master text styles</a:t>
            </a:r>
          </a:p>
        </p:txBody>
      </p:sp>
      <p:sp>
        <p:nvSpPr>
          <p:cNvPr id="29" name="Text Placeholder 2"/>
          <p:cNvSpPr>
            <a:spLocks noGrp="1"/>
          </p:cNvSpPr>
          <p:nvPr>
            <p:ph type="body" idx="21"/>
          </p:nvPr>
        </p:nvSpPr>
        <p:spPr>
          <a:xfrm>
            <a:off x="8312727" y="1914754"/>
            <a:ext cx="3325091" cy="264047"/>
          </a:xfrm>
          <a:prstGeom prst="rect">
            <a:avLst/>
          </a:prstGeom>
          <a:noFill/>
        </p:spPr>
        <p:txBody>
          <a:bodyPr vert="horz" wrap="square" lIns="73152" tIns="36576" rIns="73152" bIns="36576" rtlCol="0" anchor="b">
            <a:spAutoFit/>
          </a:bodyPr>
          <a:lstStyle>
            <a:lvl1pPr marL="0" indent="0" algn="l">
              <a:buNone/>
              <a:tabLst>
                <a:tab pos="3768334" algn="r"/>
              </a:tabLst>
              <a:defRPr kumimoji="0" lang="en-US" sz="1236" b="1" i="0" u="none" strike="noStrike" kern="1200" cap="none" normalizeH="0" baseline="0" dirty="0" smtClean="0">
                <a:ln>
                  <a:noFill/>
                </a:ln>
                <a:solidFill>
                  <a:schemeClr val="accent1"/>
                </a:solidFill>
                <a:effectLst/>
                <a:latin typeface="+mj-lt"/>
                <a:ea typeface="+mn-ea"/>
                <a:cs typeface="Poppins SemiBold" panose="00000700000000000000" pitchFamily="2" charset="0"/>
              </a:defRPr>
            </a:lvl1pPr>
          </a:lstStyle>
          <a:p>
            <a:pPr marL="228600" marR="0" lvl="0" indent="-228600" algn="l" defTabSz="1317172" rtl="0" eaLnBrk="0" fontAlgn="base" latinLnBrk="0" hangingPunct="0">
              <a:lnSpc>
                <a:spcPct val="100000"/>
              </a:lnSpc>
              <a:spcBef>
                <a:spcPct val="0"/>
              </a:spcBef>
              <a:spcAft>
                <a:spcPct val="0"/>
              </a:spcAft>
              <a:buClr>
                <a:srgbClr val="335A8F"/>
              </a:buClr>
              <a:buSzPct val="75000"/>
              <a:tabLst>
                <a:tab pos="5770261" algn="r"/>
              </a:tabLst>
            </a:pPr>
            <a:r>
              <a:rPr lang="en-US" dirty="0"/>
              <a:t>Click to edit Master text styles</a:t>
            </a:r>
          </a:p>
        </p:txBody>
      </p:sp>
      <p:sp>
        <p:nvSpPr>
          <p:cNvPr id="16" name="Text Placeholder 2"/>
          <p:cNvSpPr>
            <a:spLocks noGrp="1"/>
          </p:cNvSpPr>
          <p:nvPr>
            <p:ph type="body" idx="25"/>
          </p:nvPr>
        </p:nvSpPr>
        <p:spPr>
          <a:xfrm>
            <a:off x="554183" y="4156016"/>
            <a:ext cx="3325091" cy="264047"/>
          </a:xfrm>
          <a:prstGeom prst="rect">
            <a:avLst/>
          </a:prstGeom>
          <a:noFill/>
        </p:spPr>
        <p:txBody>
          <a:bodyPr vert="horz" wrap="square" lIns="73152" tIns="36576" rIns="73152" bIns="36576" rtlCol="0" anchor="b">
            <a:spAutoFit/>
          </a:bodyPr>
          <a:lstStyle>
            <a:lvl1pPr marL="0" indent="0" algn="l">
              <a:buFont typeface="Arial" panose="020B0604020202020204" pitchFamily="34" charset="0"/>
              <a:buNone/>
              <a:tabLst>
                <a:tab pos="3768334" algn="r"/>
              </a:tabLst>
              <a:defRPr kumimoji="0" lang="en-US" sz="1236" b="1" i="0" u="none" strike="noStrike" kern="1200" cap="none" normalizeH="0" baseline="0" dirty="0" smtClean="0">
                <a:ln>
                  <a:noFill/>
                </a:ln>
                <a:solidFill>
                  <a:schemeClr val="accent1"/>
                </a:solidFill>
                <a:effectLst/>
                <a:latin typeface="+mj-lt"/>
                <a:ea typeface="+mn-ea"/>
                <a:cs typeface="Poppins SemiBold" panose="00000700000000000000" pitchFamily="2" charset="0"/>
              </a:defRPr>
            </a:lvl1pPr>
          </a:lstStyle>
          <a:p>
            <a:pPr marL="228600" marR="0" lvl="0" indent="-228600" algn="l" defTabSz="1317172" rtl="0" eaLnBrk="0" fontAlgn="base" latinLnBrk="0" hangingPunct="0">
              <a:lnSpc>
                <a:spcPct val="100000"/>
              </a:lnSpc>
              <a:spcBef>
                <a:spcPct val="0"/>
              </a:spcBef>
              <a:spcAft>
                <a:spcPct val="0"/>
              </a:spcAft>
              <a:buClr>
                <a:srgbClr val="335A8F"/>
              </a:buClr>
              <a:buSzPct val="75000"/>
              <a:tabLst>
                <a:tab pos="5770261" algn="r"/>
              </a:tabLst>
            </a:pPr>
            <a:r>
              <a:rPr lang="en-US" dirty="0"/>
              <a:t>Click to edit Master text styles</a:t>
            </a:r>
          </a:p>
        </p:txBody>
      </p:sp>
      <p:sp>
        <p:nvSpPr>
          <p:cNvPr id="18" name="Text Placeholder 2"/>
          <p:cNvSpPr>
            <a:spLocks noGrp="1"/>
          </p:cNvSpPr>
          <p:nvPr>
            <p:ph type="body" idx="27"/>
          </p:nvPr>
        </p:nvSpPr>
        <p:spPr>
          <a:xfrm>
            <a:off x="4433455" y="4156016"/>
            <a:ext cx="3325091" cy="264047"/>
          </a:xfrm>
          <a:prstGeom prst="rect">
            <a:avLst/>
          </a:prstGeom>
          <a:noFill/>
        </p:spPr>
        <p:txBody>
          <a:bodyPr vert="horz" wrap="square" lIns="73152" tIns="36576" rIns="73152" bIns="36576" rtlCol="0" anchor="b">
            <a:spAutoFit/>
          </a:bodyPr>
          <a:lstStyle>
            <a:lvl1pPr marL="0" indent="0" algn="l">
              <a:buNone/>
              <a:tabLst>
                <a:tab pos="3768334" algn="r"/>
              </a:tabLst>
              <a:defRPr kumimoji="0" lang="en-US" sz="1236" b="1" i="0" u="none" strike="noStrike" kern="1200" cap="none" normalizeH="0" baseline="0" dirty="0" smtClean="0">
                <a:ln>
                  <a:noFill/>
                </a:ln>
                <a:solidFill>
                  <a:schemeClr val="accent1"/>
                </a:solidFill>
                <a:effectLst/>
                <a:latin typeface="+mj-lt"/>
                <a:ea typeface="+mn-ea"/>
                <a:cs typeface="Poppins SemiBold" panose="00000700000000000000" pitchFamily="2" charset="0"/>
              </a:defRPr>
            </a:lvl1pPr>
          </a:lstStyle>
          <a:p>
            <a:pPr marL="228600" marR="0" lvl="0" indent="-228600" algn="l" defTabSz="1317172" rtl="0" eaLnBrk="0" fontAlgn="base" latinLnBrk="0" hangingPunct="0">
              <a:lnSpc>
                <a:spcPct val="100000"/>
              </a:lnSpc>
              <a:spcBef>
                <a:spcPct val="0"/>
              </a:spcBef>
              <a:spcAft>
                <a:spcPct val="0"/>
              </a:spcAft>
              <a:buClr>
                <a:srgbClr val="335A8F"/>
              </a:buClr>
              <a:buSzPct val="75000"/>
              <a:tabLst>
                <a:tab pos="5770261" algn="r"/>
              </a:tabLst>
            </a:pPr>
            <a:r>
              <a:rPr lang="en-US" dirty="0"/>
              <a:t>Click to edit Master text styles</a:t>
            </a:r>
          </a:p>
        </p:txBody>
      </p:sp>
      <p:sp>
        <p:nvSpPr>
          <p:cNvPr id="20" name="Text Placeholder 2"/>
          <p:cNvSpPr>
            <a:spLocks noGrp="1"/>
          </p:cNvSpPr>
          <p:nvPr>
            <p:ph type="body" idx="29"/>
          </p:nvPr>
        </p:nvSpPr>
        <p:spPr>
          <a:xfrm>
            <a:off x="8312727" y="4156016"/>
            <a:ext cx="3325091" cy="264047"/>
          </a:xfrm>
          <a:prstGeom prst="rect">
            <a:avLst/>
          </a:prstGeom>
          <a:noFill/>
        </p:spPr>
        <p:txBody>
          <a:bodyPr vert="horz" wrap="square" lIns="73152" tIns="36576" rIns="73152" bIns="36576" rtlCol="0" anchor="b">
            <a:spAutoFit/>
          </a:bodyPr>
          <a:lstStyle>
            <a:lvl1pPr marL="0" indent="0" algn="l">
              <a:buNone/>
              <a:tabLst>
                <a:tab pos="3768334" algn="r"/>
              </a:tabLst>
              <a:defRPr kumimoji="0" lang="en-US" sz="1236" b="1" i="0" u="none" strike="noStrike" kern="1200" cap="none" normalizeH="0" baseline="0" dirty="0" smtClean="0">
                <a:ln>
                  <a:noFill/>
                </a:ln>
                <a:solidFill>
                  <a:schemeClr val="accent1"/>
                </a:solidFill>
                <a:effectLst/>
                <a:latin typeface="+mj-lt"/>
                <a:ea typeface="+mn-ea"/>
                <a:cs typeface="Poppins SemiBold" panose="00000700000000000000" pitchFamily="2" charset="0"/>
              </a:defRPr>
            </a:lvl1pPr>
          </a:lstStyle>
          <a:p>
            <a:pPr marL="228600" marR="0" lvl="0" indent="-228600" algn="l" defTabSz="1317172" rtl="0" eaLnBrk="0" fontAlgn="base" latinLnBrk="0" hangingPunct="0">
              <a:lnSpc>
                <a:spcPct val="100000"/>
              </a:lnSpc>
              <a:spcBef>
                <a:spcPct val="0"/>
              </a:spcBef>
              <a:spcAft>
                <a:spcPct val="0"/>
              </a:spcAft>
              <a:buClr>
                <a:srgbClr val="335A8F"/>
              </a:buClr>
              <a:buSzPct val="75000"/>
              <a:tabLst>
                <a:tab pos="5770261" algn="r"/>
              </a:tabLst>
            </a:pPr>
            <a:r>
              <a:rPr lang="en-US" dirty="0"/>
              <a:t>Click to edit Master text styles</a:t>
            </a:r>
          </a:p>
        </p:txBody>
      </p:sp>
      <p:pic>
        <p:nvPicPr>
          <p:cNvPr id="5" name="Graphic 4">
            <a:extLst>
              <a:ext uri="{FF2B5EF4-FFF2-40B4-BE49-F238E27FC236}">
                <a16:creationId xmlns:a16="http://schemas.microsoft.com/office/drawing/2014/main" id="{37D634A0-0A20-7C31-9BDC-A2736DFE540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sp>
        <p:nvSpPr>
          <p:cNvPr id="7" name="Title 2">
            <a:extLst>
              <a:ext uri="{FF2B5EF4-FFF2-40B4-BE49-F238E27FC236}">
                <a16:creationId xmlns:a16="http://schemas.microsoft.com/office/drawing/2014/main" id="{8ABB606A-3BC9-C46A-531A-091AFFBAC8A3}"/>
              </a:ext>
            </a:extLst>
          </p:cNvPr>
          <p:cNvSpPr>
            <a:spLocks noGrp="1"/>
          </p:cNvSpPr>
          <p:nvPr>
            <p:ph type="title"/>
          </p:nvPr>
        </p:nvSpPr>
        <p:spPr>
          <a:xfrm>
            <a:off x="401616" y="390997"/>
            <a:ext cx="11299064" cy="758429"/>
          </a:xfrm>
        </p:spPr>
        <p:txBody>
          <a:bodyPr anchor="t"/>
          <a:lstStyle>
            <a:lvl1pPr>
              <a:defRPr b="0">
                <a:latin typeface="+mj-lt"/>
                <a:cs typeface="Poppins Medium" panose="00000600000000000000" pitchFamily="2" charset="0"/>
              </a:defRPr>
            </a:lvl1pPr>
          </a:lstStyle>
          <a:p>
            <a:r>
              <a:rPr lang="en-US" dirty="0"/>
              <a:t>Click to edit Master title style</a:t>
            </a:r>
          </a:p>
        </p:txBody>
      </p:sp>
      <p:sp>
        <p:nvSpPr>
          <p:cNvPr id="8" name="Content Placeholder 13">
            <a:extLst>
              <a:ext uri="{FF2B5EF4-FFF2-40B4-BE49-F238E27FC236}">
                <a16:creationId xmlns:a16="http://schemas.microsoft.com/office/drawing/2014/main" id="{5B60BDF0-4865-7362-FB78-97D83DBB723E}"/>
              </a:ext>
            </a:extLst>
          </p:cNvPr>
          <p:cNvSpPr>
            <a:spLocks noGrp="1"/>
          </p:cNvSpPr>
          <p:nvPr>
            <p:ph sz="quarter" idx="17" hasCustomPrompt="1"/>
          </p:nvPr>
        </p:nvSpPr>
        <p:spPr>
          <a:xfrm>
            <a:off x="554181" y="1170105"/>
            <a:ext cx="11083636" cy="273921"/>
          </a:xfrm>
          <a:prstGeom prst="rect">
            <a:avLst/>
          </a:prstGeom>
        </p:spPr>
        <p:txBody>
          <a:bodyPr>
            <a:noAutofit/>
          </a:bodyPr>
          <a:lstStyle>
            <a:lvl1pPr marL="0" indent="0">
              <a:buNone/>
              <a:defRPr lang="en-US" sz="2133" b="0" kern="1200" dirty="0">
                <a:solidFill>
                  <a:schemeClr val="accent5"/>
                </a:solidFill>
                <a:latin typeface="+mj-lt"/>
                <a:ea typeface="+mn-ea"/>
                <a:cs typeface="Poppins" panose="00000500000000000000" pitchFamily="2" charset="0"/>
              </a:defRPr>
            </a:lvl1pPr>
            <a:lvl2pPr marL="316500" indent="-314028">
              <a:buFont typeface="Symbol" panose="05050102010706020507" pitchFamily="18" charset="2"/>
              <a:buChar char=""/>
              <a:defRPr/>
            </a:lvl2pPr>
            <a:lvl3pPr>
              <a:defRPr/>
            </a:lvl3pPr>
            <a:lvl4pPr>
              <a:defRPr/>
            </a:lvl4pPr>
            <a:lvl5pPr>
              <a:defRPr/>
            </a:lvl5pPr>
            <a:lvl6pPr>
              <a:defRPr/>
            </a:lvl6pPr>
            <a:lvl7pPr>
              <a:defRPr/>
            </a:lvl7pPr>
          </a:lstStyle>
          <a:p>
            <a:pPr lvl="0"/>
            <a:r>
              <a:rPr lang="en-US" dirty="0"/>
              <a:t>Message Text</a:t>
            </a:r>
          </a:p>
        </p:txBody>
      </p:sp>
      <p:pic>
        <p:nvPicPr>
          <p:cNvPr id="2" name="Picture 1" descr="A black and grey logo&#10;&#10;AI-generated content may be incorrect.">
            <a:extLst>
              <a:ext uri="{FF2B5EF4-FFF2-40B4-BE49-F238E27FC236}">
                <a16:creationId xmlns:a16="http://schemas.microsoft.com/office/drawing/2014/main" id="{90EE3482-0A68-62CD-D7BA-14ABE350EA69}"/>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20199367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icture Above title and detail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5E2212D-572D-48C4-8896-AB4425DE904E}"/>
              </a:ext>
            </a:extLst>
          </p:cNvPr>
          <p:cNvSpPr>
            <a:spLocks noGrp="1"/>
          </p:cNvSpPr>
          <p:nvPr>
            <p:ph type="title"/>
          </p:nvPr>
        </p:nvSpPr>
        <p:spPr>
          <a:xfrm>
            <a:off x="494948" y="4991068"/>
            <a:ext cx="5491073" cy="1239338"/>
          </a:xfrm>
        </p:spPr>
        <p:txBody>
          <a:bodyPr/>
          <a:lstStyle>
            <a:lvl1pPr>
              <a:defRPr b="0">
                <a:latin typeface="+mj-lt"/>
                <a:cs typeface="Poppins Medium" panose="00000600000000000000" pitchFamily="2" charset="0"/>
              </a:defRPr>
            </a:lvl1pPr>
          </a:lstStyle>
          <a:p>
            <a:r>
              <a:rPr lang="en-US" dirty="0"/>
              <a:t>Click to edit Master title style</a:t>
            </a:r>
          </a:p>
        </p:txBody>
      </p:sp>
      <p:sp>
        <p:nvSpPr>
          <p:cNvPr id="7" name="Text Placeholder 6">
            <a:extLst>
              <a:ext uri="{FF2B5EF4-FFF2-40B4-BE49-F238E27FC236}">
                <a16:creationId xmlns:a16="http://schemas.microsoft.com/office/drawing/2014/main" id="{5B622C89-C81C-CCA3-78FF-ECEDDA9A64AE}"/>
              </a:ext>
            </a:extLst>
          </p:cNvPr>
          <p:cNvSpPr>
            <a:spLocks noGrp="1"/>
          </p:cNvSpPr>
          <p:nvPr>
            <p:ph type="body" sz="quarter" idx="10"/>
          </p:nvPr>
        </p:nvSpPr>
        <p:spPr>
          <a:xfrm>
            <a:off x="6278252" y="4997817"/>
            <a:ext cx="4939645" cy="1239338"/>
          </a:xfrm>
        </p:spPr>
        <p:txBody>
          <a:bodyPr>
            <a:normAutofit/>
          </a:bodyPr>
          <a:lstStyle>
            <a:lvl1pPr marL="0" indent="0">
              <a:lnSpc>
                <a:spcPct val="100000"/>
              </a:lnSpc>
              <a:buNone/>
              <a:defRPr sz="1400">
                <a:solidFill>
                  <a:schemeClr val="accent5"/>
                </a:solidFill>
                <a:latin typeface="+mn-lt"/>
              </a:defRPr>
            </a:lvl1pPr>
          </a:lstStyle>
          <a:p>
            <a:pPr lvl="0"/>
            <a:r>
              <a:rPr lang="en-US" dirty="0"/>
              <a:t>Click to edit Master text</a:t>
            </a:r>
          </a:p>
        </p:txBody>
      </p:sp>
      <p:sp>
        <p:nvSpPr>
          <p:cNvPr id="10" name="Picture Placeholder 9">
            <a:extLst>
              <a:ext uri="{FF2B5EF4-FFF2-40B4-BE49-F238E27FC236}">
                <a16:creationId xmlns:a16="http://schemas.microsoft.com/office/drawing/2014/main" id="{9CB23C0C-16C3-7820-3F2E-3F48329BE02B}"/>
              </a:ext>
            </a:extLst>
          </p:cNvPr>
          <p:cNvSpPr>
            <a:spLocks noGrp="1"/>
          </p:cNvSpPr>
          <p:nvPr>
            <p:ph type="pic" sz="quarter" idx="11"/>
          </p:nvPr>
        </p:nvSpPr>
        <p:spPr>
          <a:xfrm>
            <a:off x="0" y="0"/>
            <a:ext cx="12191999" cy="4732256"/>
          </a:xfrm>
        </p:spPr>
        <p:txBody>
          <a:bodyPr/>
          <a:lstStyle>
            <a:lvl1pPr marL="0" indent="0">
              <a:buNone/>
              <a:defRPr/>
            </a:lvl1pPr>
          </a:lstStyle>
          <a:p>
            <a:endParaRPr lang="en-US" dirty="0"/>
          </a:p>
        </p:txBody>
      </p:sp>
      <p:pic>
        <p:nvPicPr>
          <p:cNvPr id="2" name="Graphic 1">
            <a:extLst>
              <a:ext uri="{FF2B5EF4-FFF2-40B4-BE49-F238E27FC236}">
                <a16:creationId xmlns:a16="http://schemas.microsoft.com/office/drawing/2014/main" id="{AA77F091-BCE5-0EB0-5EF1-F5F47075776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pic>
        <p:nvPicPr>
          <p:cNvPr id="5" name="Picture 4" descr="A black and grey logo&#10;&#10;AI-generated content may be incorrect.">
            <a:extLst>
              <a:ext uri="{FF2B5EF4-FFF2-40B4-BE49-F238E27FC236}">
                <a16:creationId xmlns:a16="http://schemas.microsoft.com/office/drawing/2014/main" id="{DDED3238-25EA-37B9-DE74-9FDEC0E33142}"/>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14635154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details and Tab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5E2212D-572D-48C4-8896-AB4425DE904E}"/>
              </a:ext>
            </a:extLst>
          </p:cNvPr>
          <p:cNvSpPr>
            <a:spLocks noGrp="1"/>
          </p:cNvSpPr>
          <p:nvPr>
            <p:ph type="title"/>
          </p:nvPr>
        </p:nvSpPr>
        <p:spPr>
          <a:xfrm>
            <a:off x="312696" y="225105"/>
            <a:ext cx="5491073" cy="1239338"/>
          </a:xfrm>
        </p:spPr>
        <p:txBody>
          <a:bodyPr vert="horz" lIns="91440" tIns="45720" rIns="91440" bIns="45720" rtlCol="0" anchor="ctr">
            <a:normAutofit/>
          </a:bodyPr>
          <a:lstStyle>
            <a:lvl1pPr>
              <a:defRPr lang="en-US" dirty="0">
                <a:cs typeface="Poppins Medium" panose="00000600000000000000" pitchFamily="2" charset="0"/>
              </a:defRPr>
            </a:lvl1pPr>
          </a:lstStyle>
          <a:p>
            <a:pPr lvl="0"/>
            <a:r>
              <a:rPr lang="en-US" dirty="0"/>
              <a:t>Click to edit Master title style</a:t>
            </a:r>
          </a:p>
        </p:txBody>
      </p:sp>
      <p:sp>
        <p:nvSpPr>
          <p:cNvPr id="7" name="Text Placeholder 6">
            <a:extLst>
              <a:ext uri="{FF2B5EF4-FFF2-40B4-BE49-F238E27FC236}">
                <a16:creationId xmlns:a16="http://schemas.microsoft.com/office/drawing/2014/main" id="{5B622C89-C81C-CCA3-78FF-ECEDDA9A64AE}"/>
              </a:ext>
            </a:extLst>
          </p:cNvPr>
          <p:cNvSpPr>
            <a:spLocks noGrp="1"/>
          </p:cNvSpPr>
          <p:nvPr>
            <p:ph type="body" sz="quarter" idx="10"/>
          </p:nvPr>
        </p:nvSpPr>
        <p:spPr>
          <a:xfrm>
            <a:off x="6096000" y="231854"/>
            <a:ext cx="4939645" cy="1239338"/>
          </a:xfrm>
        </p:spPr>
        <p:txBody>
          <a:bodyPr>
            <a:normAutofit/>
          </a:bodyPr>
          <a:lstStyle>
            <a:lvl1pPr marL="0" indent="0">
              <a:lnSpc>
                <a:spcPct val="100000"/>
              </a:lnSpc>
              <a:buNone/>
              <a:defRPr sz="1400">
                <a:solidFill>
                  <a:schemeClr val="accent5"/>
                </a:solidFill>
              </a:defRPr>
            </a:lvl1pPr>
          </a:lstStyle>
          <a:p>
            <a:pPr lvl="0"/>
            <a:r>
              <a:rPr lang="en-US" dirty="0"/>
              <a:t>Click to edit Master text</a:t>
            </a:r>
          </a:p>
        </p:txBody>
      </p:sp>
      <p:pic>
        <p:nvPicPr>
          <p:cNvPr id="2" name="Graphic 1">
            <a:extLst>
              <a:ext uri="{FF2B5EF4-FFF2-40B4-BE49-F238E27FC236}">
                <a16:creationId xmlns:a16="http://schemas.microsoft.com/office/drawing/2014/main" id="{AA77F091-BCE5-0EB0-5EF1-F5F47075776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sp>
        <p:nvSpPr>
          <p:cNvPr id="5" name="Table Placeholder 4">
            <a:extLst>
              <a:ext uri="{FF2B5EF4-FFF2-40B4-BE49-F238E27FC236}">
                <a16:creationId xmlns:a16="http://schemas.microsoft.com/office/drawing/2014/main" id="{52A6679B-5074-ADE1-D534-B2D3C05380C1}"/>
              </a:ext>
            </a:extLst>
          </p:cNvPr>
          <p:cNvSpPr>
            <a:spLocks noGrp="1"/>
          </p:cNvSpPr>
          <p:nvPr>
            <p:ph type="tbl" sz="quarter" idx="11"/>
          </p:nvPr>
        </p:nvSpPr>
        <p:spPr>
          <a:xfrm>
            <a:off x="0" y="1847274"/>
            <a:ext cx="12191999" cy="4322618"/>
          </a:xfrm>
        </p:spPr>
        <p:txBody>
          <a:bodyPr/>
          <a:lstStyle/>
          <a:p>
            <a:endParaRPr lang="en-US"/>
          </a:p>
        </p:txBody>
      </p:sp>
      <p:pic>
        <p:nvPicPr>
          <p:cNvPr id="6" name="Picture 5" descr="A black and grey logo&#10;&#10;AI-generated content may be incorrect.">
            <a:extLst>
              <a:ext uri="{FF2B5EF4-FFF2-40B4-BE49-F238E27FC236}">
                <a16:creationId xmlns:a16="http://schemas.microsoft.com/office/drawing/2014/main" id="{F2810511-1EC8-0082-7970-0F76BD869A97}"/>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6086998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Keyword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29D21-9EC6-4E91-B725-D201834437F1}"/>
              </a:ext>
            </a:extLst>
          </p:cNvPr>
          <p:cNvSpPr>
            <a:spLocks noGrp="1"/>
          </p:cNvSpPr>
          <p:nvPr>
            <p:ph type="title" hasCustomPrompt="1"/>
          </p:nvPr>
        </p:nvSpPr>
        <p:spPr>
          <a:xfrm>
            <a:off x="488951" y="1143338"/>
            <a:ext cx="11214099" cy="4576527"/>
          </a:xfrm>
        </p:spPr>
        <p:txBody>
          <a:bodyPr anchor="ctr">
            <a:normAutofit/>
          </a:bodyPr>
          <a:lstStyle>
            <a:lvl1pPr algn="ctr">
              <a:defRPr sz="8800" b="0" i="0">
                <a:latin typeface="+mj-lt"/>
                <a:cs typeface="Poppins" panose="00000500000000000000" pitchFamily="2" charset="0"/>
              </a:defRPr>
            </a:lvl1pPr>
          </a:lstStyle>
          <a:p>
            <a:r>
              <a:rPr lang="en-US"/>
              <a:t>Keyword slide</a:t>
            </a:r>
          </a:p>
        </p:txBody>
      </p:sp>
      <p:pic>
        <p:nvPicPr>
          <p:cNvPr id="4" name="Graphic 3">
            <a:extLst>
              <a:ext uri="{FF2B5EF4-FFF2-40B4-BE49-F238E27FC236}">
                <a16:creationId xmlns:a16="http://schemas.microsoft.com/office/drawing/2014/main" id="{6C8E286B-1138-042A-695E-6D4C499DD63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pic>
        <p:nvPicPr>
          <p:cNvPr id="5" name="Picture 4" descr="A black and grey logo&#10;&#10;AI-generated content may be incorrect.">
            <a:extLst>
              <a:ext uri="{FF2B5EF4-FFF2-40B4-BE49-F238E27FC236}">
                <a16:creationId xmlns:a16="http://schemas.microsoft.com/office/drawing/2014/main" id="{01521360-6FD0-3C73-C3F2-47061B669B24}"/>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27652347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Keyword Slide">
    <p:spTree>
      <p:nvGrpSpPr>
        <p:cNvPr id="1" name=""/>
        <p:cNvGrpSpPr/>
        <p:nvPr/>
      </p:nvGrpSpPr>
      <p:grpSpPr>
        <a:xfrm>
          <a:off x="0" y="0"/>
          <a:ext cx="0" cy="0"/>
          <a:chOff x="0" y="0"/>
          <a:chExt cx="0" cy="0"/>
        </a:xfrm>
      </p:grpSpPr>
      <p:sp>
        <p:nvSpPr>
          <p:cNvPr id="7" name="Picture Placeholder 3">
            <a:extLst>
              <a:ext uri="{FF2B5EF4-FFF2-40B4-BE49-F238E27FC236}">
                <a16:creationId xmlns:a16="http://schemas.microsoft.com/office/drawing/2014/main" id="{8F0D8A42-33CC-984C-7EDA-50BD05681A41}"/>
              </a:ext>
              <a:ext uri="{C183D7F6-B498-43B3-948B-1728B52AA6E4}">
                <adec:decorative xmlns:adec="http://schemas.microsoft.com/office/drawing/2017/decorative" val="1"/>
              </a:ext>
            </a:extLst>
          </p:cNvPr>
          <p:cNvSpPr>
            <a:spLocks noGrp="1"/>
          </p:cNvSpPr>
          <p:nvPr>
            <p:ph type="pic" sz="quarter" idx="15"/>
          </p:nvPr>
        </p:nvSpPr>
        <p:spPr>
          <a:xfrm>
            <a:off x="0" y="0"/>
            <a:ext cx="12189884" cy="6858000"/>
          </a:xfrm>
        </p:spPr>
        <p:txBody>
          <a:bodyPr vert="horz" lIns="91440" tIns="45720" rIns="91440" bIns="45720" rtlCol="0" anchor="ctr">
            <a:normAutofit/>
          </a:bodyPr>
          <a:lstStyle>
            <a:lvl1pPr>
              <a:defRPr lang="en-US" sz="8800" b="0" i="0" dirty="0">
                <a:solidFill>
                  <a:schemeClr val="bg1"/>
                </a:solidFill>
                <a:latin typeface="+mj-lt"/>
                <a:ea typeface="+mj-ea"/>
              </a:defRPr>
            </a:lvl1pPr>
          </a:lstStyle>
          <a:p>
            <a:pPr lvl="0" algn="ctr">
              <a:spcBef>
                <a:spcPct val="0"/>
              </a:spcBef>
            </a:pPr>
            <a:r>
              <a:rPr lang="en-US" dirty="0"/>
              <a:t>Click icon to add picture</a:t>
            </a:r>
          </a:p>
        </p:txBody>
      </p:sp>
      <p:pic>
        <p:nvPicPr>
          <p:cNvPr id="4" name="Graphic 3">
            <a:extLst>
              <a:ext uri="{FF2B5EF4-FFF2-40B4-BE49-F238E27FC236}">
                <a16:creationId xmlns:a16="http://schemas.microsoft.com/office/drawing/2014/main" id="{ABE99269-A3E1-D985-57D1-3E765ED6D9D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pic>
        <p:nvPicPr>
          <p:cNvPr id="3" name="Picture 2" descr="A black and grey logo&#10;&#10;AI-generated content may be incorrect.">
            <a:extLst>
              <a:ext uri="{FF2B5EF4-FFF2-40B4-BE49-F238E27FC236}">
                <a16:creationId xmlns:a16="http://schemas.microsoft.com/office/drawing/2014/main" id="{65A7E109-C779-7004-007F-0260B1D2D249}"/>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37480163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25C1CF-4083-E7EF-00EE-FF1A99AF3412}"/>
              </a:ext>
            </a:extLst>
          </p:cNvPr>
          <p:cNvSpPr>
            <a:spLocks noGrp="1"/>
          </p:cNvSpPr>
          <p:nvPr>
            <p:ph sz="half" idx="1"/>
          </p:nvPr>
        </p:nvSpPr>
        <p:spPr>
          <a:xfrm>
            <a:off x="838200" y="1551709"/>
            <a:ext cx="5181600" cy="4625254"/>
          </a:xfrm>
        </p:spPr>
        <p:txBody>
          <a:bodyPr/>
          <a:lstStyle>
            <a:lvl1pPr marL="228600" indent="-228600">
              <a:buClr>
                <a:schemeClr val="tx1"/>
              </a:buClr>
              <a:buFont typeface="Arial" panose="020B0604020202020204" pitchFamily="34" charset="0"/>
              <a:buChar char="•"/>
              <a:defRPr>
                <a:solidFill>
                  <a:schemeClr val="accent5"/>
                </a:solidFill>
                <a:latin typeface="+mn-lt"/>
                <a:cs typeface="Poppins" panose="00000500000000000000" pitchFamily="2" charset="0"/>
              </a:defRPr>
            </a:lvl1pPr>
            <a:lvl2pPr marL="685800" indent="-228600">
              <a:buClr>
                <a:schemeClr val="tx1"/>
              </a:buClr>
              <a:buFont typeface="Arial" panose="020B0604020202020204" pitchFamily="34" charset="0"/>
              <a:buChar char="•"/>
              <a:defRPr>
                <a:solidFill>
                  <a:schemeClr val="accent5"/>
                </a:solidFill>
                <a:latin typeface="+mn-lt"/>
                <a:cs typeface="Poppins" panose="00000500000000000000" pitchFamily="2" charset="0"/>
              </a:defRPr>
            </a:lvl2pPr>
            <a:lvl3pPr marL="1143000" indent="-228600">
              <a:buClr>
                <a:schemeClr val="tx1"/>
              </a:buClr>
              <a:buFont typeface="Arial" panose="020B0604020202020204" pitchFamily="34" charset="0"/>
              <a:buChar char="•"/>
              <a:defRPr>
                <a:solidFill>
                  <a:schemeClr val="accent5"/>
                </a:solidFill>
                <a:latin typeface="+mn-lt"/>
                <a:cs typeface="Poppins" panose="00000500000000000000" pitchFamily="2" charset="0"/>
              </a:defRPr>
            </a:lvl3pPr>
            <a:lvl4pPr marL="1600200" indent="-228600">
              <a:buClr>
                <a:schemeClr val="tx1"/>
              </a:buClr>
              <a:buFont typeface="Arial" panose="020B0604020202020204" pitchFamily="34" charset="0"/>
              <a:buChar char="•"/>
              <a:defRPr>
                <a:solidFill>
                  <a:schemeClr val="accent5"/>
                </a:solidFill>
                <a:latin typeface="+mn-lt"/>
                <a:cs typeface="Poppins" panose="00000500000000000000" pitchFamily="2" charset="0"/>
              </a:defRPr>
            </a:lvl4pPr>
            <a:lvl5pPr marL="2057400" indent="-228600">
              <a:buClr>
                <a:schemeClr val="tx1"/>
              </a:buClr>
              <a:buFont typeface="Arial" panose="020B0604020202020204" pitchFamily="34" charset="0"/>
              <a:buChar char="•"/>
              <a:defRPr>
                <a:solidFill>
                  <a:schemeClr val="accent5"/>
                </a:solidFill>
                <a:latin typeface="+mn-lt"/>
                <a:cs typeface="Poppins"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B9F30E-CF9C-0B05-3435-5A43F90D2E83}"/>
              </a:ext>
            </a:extLst>
          </p:cNvPr>
          <p:cNvSpPr>
            <a:spLocks noGrp="1"/>
          </p:cNvSpPr>
          <p:nvPr>
            <p:ph sz="half" idx="2"/>
          </p:nvPr>
        </p:nvSpPr>
        <p:spPr>
          <a:xfrm>
            <a:off x="6172200" y="1551709"/>
            <a:ext cx="5181600" cy="4625254"/>
          </a:xfrm>
        </p:spPr>
        <p:txBody>
          <a:bodyPr/>
          <a:lstStyle>
            <a:lvl1pPr marL="228600" indent="-228600">
              <a:buClr>
                <a:schemeClr val="tx1"/>
              </a:buClr>
              <a:buFont typeface="Arial" panose="020B0604020202020204" pitchFamily="34" charset="0"/>
              <a:buChar char="•"/>
              <a:defRPr>
                <a:solidFill>
                  <a:schemeClr val="accent5"/>
                </a:solidFill>
                <a:latin typeface="+mn-lt"/>
                <a:cs typeface="Poppins" panose="00000500000000000000" pitchFamily="2" charset="0"/>
              </a:defRPr>
            </a:lvl1pPr>
            <a:lvl2pPr marL="685800" indent="-228600">
              <a:buClr>
                <a:schemeClr val="tx1"/>
              </a:buClr>
              <a:buFont typeface="Arial" panose="020B0604020202020204" pitchFamily="34" charset="0"/>
              <a:buChar char="•"/>
              <a:defRPr>
                <a:solidFill>
                  <a:schemeClr val="accent5"/>
                </a:solidFill>
                <a:latin typeface="+mn-lt"/>
                <a:cs typeface="Poppins" panose="00000500000000000000" pitchFamily="2" charset="0"/>
              </a:defRPr>
            </a:lvl2pPr>
            <a:lvl3pPr marL="1143000" indent="-228600">
              <a:buClr>
                <a:schemeClr val="tx1"/>
              </a:buClr>
              <a:buFont typeface="Arial" panose="020B0604020202020204" pitchFamily="34" charset="0"/>
              <a:buChar char="•"/>
              <a:defRPr>
                <a:solidFill>
                  <a:schemeClr val="accent5"/>
                </a:solidFill>
                <a:latin typeface="+mn-lt"/>
                <a:cs typeface="Poppins" panose="00000500000000000000" pitchFamily="2" charset="0"/>
              </a:defRPr>
            </a:lvl3pPr>
            <a:lvl4pPr marL="1600200" indent="-228600">
              <a:buClr>
                <a:schemeClr val="tx1"/>
              </a:buClr>
              <a:buFont typeface="Arial" panose="020B0604020202020204" pitchFamily="34" charset="0"/>
              <a:buChar char="•"/>
              <a:defRPr>
                <a:solidFill>
                  <a:schemeClr val="accent5"/>
                </a:solidFill>
                <a:latin typeface="+mn-lt"/>
                <a:cs typeface="Poppins" panose="00000500000000000000" pitchFamily="2" charset="0"/>
              </a:defRPr>
            </a:lvl4pPr>
            <a:lvl5pPr marL="2057400" indent="-228600">
              <a:buClr>
                <a:schemeClr val="tx1"/>
              </a:buClr>
              <a:buFont typeface="Arial" panose="020B0604020202020204" pitchFamily="34" charset="0"/>
              <a:buChar char="•"/>
              <a:defRPr>
                <a:solidFill>
                  <a:schemeClr val="accent5"/>
                </a:solidFill>
                <a:latin typeface="+mn-lt"/>
                <a:cs typeface="Poppins"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Graphic 5">
            <a:extLst>
              <a:ext uri="{FF2B5EF4-FFF2-40B4-BE49-F238E27FC236}">
                <a16:creationId xmlns:a16="http://schemas.microsoft.com/office/drawing/2014/main" id="{CDC373EE-DD46-DF07-7F2D-ED1E3422F4C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sp>
        <p:nvSpPr>
          <p:cNvPr id="8" name="Title 2">
            <a:extLst>
              <a:ext uri="{FF2B5EF4-FFF2-40B4-BE49-F238E27FC236}">
                <a16:creationId xmlns:a16="http://schemas.microsoft.com/office/drawing/2014/main" id="{11A81E7F-D137-AC94-D1F7-73F6257B7025}"/>
              </a:ext>
            </a:extLst>
          </p:cNvPr>
          <p:cNvSpPr>
            <a:spLocks noGrp="1"/>
          </p:cNvSpPr>
          <p:nvPr>
            <p:ph type="title"/>
          </p:nvPr>
        </p:nvSpPr>
        <p:spPr>
          <a:xfrm>
            <a:off x="401616" y="390997"/>
            <a:ext cx="11299064" cy="758429"/>
          </a:xfrm>
        </p:spPr>
        <p:txBody>
          <a:bodyPr anchor="t"/>
          <a:lstStyle>
            <a:lvl1pPr>
              <a:defRPr b="0">
                <a:latin typeface="+mj-lt"/>
                <a:cs typeface="Poppins Medium" panose="00000600000000000000" pitchFamily="2" charset="0"/>
              </a:defRPr>
            </a:lvl1pPr>
          </a:lstStyle>
          <a:p>
            <a:r>
              <a:rPr lang="en-US" dirty="0"/>
              <a:t>Click to edit Master title style</a:t>
            </a:r>
          </a:p>
        </p:txBody>
      </p:sp>
      <p:pic>
        <p:nvPicPr>
          <p:cNvPr id="2" name="Picture 1" descr="A black and grey logo&#10;&#10;AI-generated content may be incorrect.">
            <a:extLst>
              <a:ext uri="{FF2B5EF4-FFF2-40B4-BE49-F238E27FC236}">
                <a16:creationId xmlns:a16="http://schemas.microsoft.com/office/drawing/2014/main" id="{B82B70A4-F12F-5DE4-A79E-31E54B710E50}"/>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3202807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47" name="Text Placeholder 46">
            <a:extLst>
              <a:ext uri="{FF2B5EF4-FFF2-40B4-BE49-F238E27FC236}">
                <a16:creationId xmlns:a16="http://schemas.microsoft.com/office/drawing/2014/main" id="{515EF0F8-97CE-0E22-9B4D-F922AF8EAD62}"/>
              </a:ext>
            </a:extLst>
          </p:cNvPr>
          <p:cNvSpPr>
            <a:spLocks noGrp="1"/>
          </p:cNvSpPr>
          <p:nvPr userDrawn="1">
            <p:ph type="body" sz="quarter" idx="13"/>
          </p:nvPr>
        </p:nvSpPr>
        <p:spPr>
          <a:xfrm>
            <a:off x="457200" y="1213605"/>
            <a:ext cx="5752410" cy="1474177"/>
          </a:xfrm>
        </p:spPr>
        <p:txBody>
          <a:bodyPr>
            <a:noAutofit/>
          </a:bodyPr>
          <a:lstStyle>
            <a:lvl1pPr marL="0" indent="0" algn="l" defTabSz="914400" rtl="0" eaLnBrk="1" latinLnBrk="0" hangingPunct="1">
              <a:lnSpc>
                <a:spcPct val="90000"/>
              </a:lnSpc>
              <a:spcBef>
                <a:spcPct val="0"/>
              </a:spcBef>
              <a:buNone/>
              <a:defRPr lang="en-US" sz="4400" b="0" kern="1200" dirty="0">
                <a:solidFill>
                  <a:schemeClr val="bg1"/>
                </a:solidFill>
                <a:latin typeface="+mj-lt"/>
                <a:ea typeface="+mj-ea"/>
                <a:cs typeface="Poppins" panose="00000500000000000000" pitchFamily="2" charset="0"/>
              </a:defRPr>
            </a:lvl1pPr>
          </a:lstStyle>
          <a:p>
            <a:pPr lvl="0"/>
            <a:r>
              <a:rPr lang="en-US" dirty="0"/>
              <a:t>Click to edit Master text styles</a:t>
            </a:r>
          </a:p>
        </p:txBody>
      </p:sp>
      <p:sp>
        <p:nvSpPr>
          <p:cNvPr id="49" name="Text Placeholder 48">
            <a:extLst>
              <a:ext uri="{FF2B5EF4-FFF2-40B4-BE49-F238E27FC236}">
                <a16:creationId xmlns:a16="http://schemas.microsoft.com/office/drawing/2014/main" id="{B055B569-D144-2B96-C2C6-1FA81130FA72}"/>
              </a:ext>
            </a:extLst>
          </p:cNvPr>
          <p:cNvSpPr>
            <a:spLocks noGrp="1"/>
          </p:cNvSpPr>
          <p:nvPr userDrawn="1">
            <p:ph type="body" sz="quarter" idx="14"/>
          </p:nvPr>
        </p:nvSpPr>
        <p:spPr>
          <a:xfrm>
            <a:off x="457200" y="2939110"/>
            <a:ext cx="5527964" cy="1334381"/>
          </a:xfrm>
        </p:spPr>
        <p:txBody>
          <a:bodyPr>
            <a:normAutofit/>
          </a:bodyPr>
          <a:lstStyle>
            <a:lvl1pPr marL="0" indent="0">
              <a:buNone/>
              <a:defRPr kumimoji="0" lang="en-US" sz="1600" b="0" i="0" u="none" strike="noStrike" kern="1200" cap="none" spc="0" normalizeH="0" baseline="0" dirty="0">
                <a:ln>
                  <a:noFill/>
                </a:ln>
                <a:solidFill>
                  <a:schemeClr val="accent5"/>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Click to edit Master text styles</a:t>
            </a:r>
          </a:p>
        </p:txBody>
      </p:sp>
      <p:sp>
        <p:nvSpPr>
          <p:cNvPr id="18" name="Text Placeholder 17">
            <a:extLst>
              <a:ext uri="{FF2B5EF4-FFF2-40B4-BE49-F238E27FC236}">
                <a16:creationId xmlns:a16="http://schemas.microsoft.com/office/drawing/2014/main" id="{759BAD2A-8D2F-72F2-F057-19DA028AEE4D}"/>
              </a:ext>
            </a:extLst>
          </p:cNvPr>
          <p:cNvSpPr>
            <a:spLocks noGrp="1"/>
          </p:cNvSpPr>
          <p:nvPr>
            <p:ph type="body" sz="quarter" idx="16" hasCustomPrompt="1"/>
          </p:nvPr>
        </p:nvSpPr>
        <p:spPr>
          <a:xfrm>
            <a:off x="6366629" y="1415834"/>
            <a:ext cx="2514140" cy="847077"/>
          </a:xfrm>
        </p:spPr>
        <p:txBody>
          <a:bodyPr>
            <a:noAutofit/>
            <a:scene3d>
              <a:camera prst="orthographicFront"/>
              <a:lightRig rig="threePt" dir="t">
                <a:rot lat="0" lon="0" rev="3000000"/>
              </a:lightRig>
            </a:scene3d>
            <a:sp3d extrusionH="57150" contourW="19050" prstMaterial="metal">
              <a:bevelT w="38100" h="38100"/>
              <a:bevelB w="38100" h="38100"/>
              <a:contourClr>
                <a:schemeClr val="accent6"/>
              </a:contourClr>
            </a:sp3d>
          </a:bodyPr>
          <a:lstStyle>
            <a:lvl1pPr marL="0" indent="0" algn="ctr" defTabSz="914400" rtl="0" eaLnBrk="1" latinLnBrk="0" hangingPunct="1">
              <a:lnSpc>
                <a:spcPct val="90000"/>
              </a:lnSpc>
              <a:spcBef>
                <a:spcPts val="1000"/>
              </a:spcBef>
              <a:buFont typeface="Arial" panose="020B0604020202020204" pitchFamily="34" charset="0"/>
              <a:buNone/>
              <a:defRPr lang="en-US" sz="5400" kern="1200" dirty="0">
                <a:solidFill>
                  <a:schemeClr val="accent5"/>
                </a:solidFill>
                <a:latin typeface="+mj-lt"/>
                <a:ea typeface="+mn-ea"/>
                <a:cs typeface="Poppins Medium" panose="00000600000000000000" pitchFamily="2" charset="0"/>
              </a:defRPr>
            </a:lvl1pPr>
            <a:lvl2pPr marL="457200" indent="0">
              <a:buNone/>
              <a:defRPr sz="6000">
                <a:latin typeface="Poppins Medium" panose="00000600000000000000" pitchFamily="2" charset="0"/>
                <a:cs typeface="Poppins Medium" panose="00000600000000000000" pitchFamily="2" charset="0"/>
              </a:defRPr>
            </a:lvl2pPr>
            <a:lvl3pPr marL="914400" indent="0">
              <a:buNone/>
              <a:defRPr sz="6000">
                <a:latin typeface="Poppins Medium" panose="00000600000000000000" pitchFamily="2" charset="0"/>
                <a:cs typeface="Poppins Medium" panose="00000600000000000000" pitchFamily="2" charset="0"/>
              </a:defRPr>
            </a:lvl3pPr>
            <a:lvl4pPr marL="1371600" indent="0">
              <a:buNone/>
              <a:defRPr sz="6000">
                <a:latin typeface="Poppins Medium" panose="00000600000000000000" pitchFamily="2" charset="0"/>
                <a:cs typeface="Poppins Medium" panose="00000600000000000000" pitchFamily="2" charset="0"/>
              </a:defRPr>
            </a:lvl4pPr>
            <a:lvl5pPr marL="1828800" indent="0">
              <a:buNone/>
              <a:defRPr sz="6000">
                <a:latin typeface="Poppins Medium" panose="00000600000000000000" pitchFamily="2" charset="0"/>
                <a:cs typeface="Poppins Medium" panose="00000600000000000000" pitchFamily="2" charset="0"/>
              </a:defRPr>
            </a:lvl5pPr>
          </a:lstStyle>
          <a:p>
            <a:pPr lvl="0"/>
            <a:r>
              <a:rPr lang="en-US" dirty="0"/>
              <a:t>Claim</a:t>
            </a:r>
          </a:p>
        </p:txBody>
      </p:sp>
      <p:sp>
        <p:nvSpPr>
          <p:cNvPr id="19" name="Text Placeholder 48">
            <a:extLst>
              <a:ext uri="{FF2B5EF4-FFF2-40B4-BE49-F238E27FC236}">
                <a16:creationId xmlns:a16="http://schemas.microsoft.com/office/drawing/2014/main" id="{4C38F370-7D64-2116-AFC3-72C3AD901A82}"/>
              </a:ext>
            </a:extLst>
          </p:cNvPr>
          <p:cNvSpPr>
            <a:spLocks noGrp="1"/>
          </p:cNvSpPr>
          <p:nvPr>
            <p:ph type="body" sz="quarter" idx="17"/>
          </p:nvPr>
        </p:nvSpPr>
        <p:spPr>
          <a:xfrm>
            <a:off x="457200" y="657694"/>
            <a:ext cx="5527964" cy="458646"/>
          </a:xfrm>
        </p:spPr>
        <p:txBody>
          <a:bodyPr>
            <a:normAutofit/>
          </a:bodyPr>
          <a:lstStyle>
            <a:lvl1pPr marL="0" indent="0">
              <a:buNone/>
              <a:defRPr kumimoji="0" lang="en-US" sz="1100" b="0" i="0" u="none" strike="noStrike" kern="1200" cap="none" spc="0" normalizeH="0" baseline="0" dirty="0">
                <a:ln>
                  <a:noFill/>
                </a:ln>
                <a:solidFill>
                  <a:schemeClr val="accent5"/>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Click to edit Master text styles</a:t>
            </a:r>
          </a:p>
        </p:txBody>
      </p:sp>
      <p:sp>
        <p:nvSpPr>
          <p:cNvPr id="20" name="Text Placeholder 48">
            <a:extLst>
              <a:ext uri="{FF2B5EF4-FFF2-40B4-BE49-F238E27FC236}">
                <a16:creationId xmlns:a16="http://schemas.microsoft.com/office/drawing/2014/main" id="{18F327C6-6FAD-E7BF-B7BF-6FAAC9946C50}"/>
              </a:ext>
            </a:extLst>
          </p:cNvPr>
          <p:cNvSpPr>
            <a:spLocks noGrp="1"/>
          </p:cNvSpPr>
          <p:nvPr>
            <p:ph type="body" sz="quarter" idx="18" hasCustomPrompt="1"/>
          </p:nvPr>
        </p:nvSpPr>
        <p:spPr>
          <a:xfrm>
            <a:off x="6454375" y="942248"/>
            <a:ext cx="2338648" cy="458646"/>
          </a:xfrm>
        </p:spPr>
        <p:txBody>
          <a:bodyPr anchor="b">
            <a:normAutofit/>
          </a:bodyPr>
          <a:lstStyle>
            <a:lvl1pPr marL="0" indent="0">
              <a:buNone/>
              <a:defRPr kumimoji="0" lang="en-US" sz="1100" b="0" i="0" u="none" strike="noStrike" kern="1200" cap="none" spc="0" normalizeH="0" baseline="0" dirty="0">
                <a:ln>
                  <a:noFill/>
                </a:ln>
                <a:solidFill>
                  <a:schemeClr val="bg2"/>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Qualifier</a:t>
            </a:r>
          </a:p>
        </p:txBody>
      </p:sp>
      <p:sp>
        <p:nvSpPr>
          <p:cNvPr id="21" name="Text Placeholder 48">
            <a:extLst>
              <a:ext uri="{FF2B5EF4-FFF2-40B4-BE49-F238E27FC236}">
                <a16:creationId xmlns:a16="http://schemas.microsoft.com/office/drawing/2014/main" id="{725613CB-B711-BA66-79AB-72C08156FC38}"/>
              </a:ext>
            </a:extLst>
          </p:cNvPr>
          <p:cNvSpPr>
            <a:spLocks noGrp="1"/>
          </p:cNvSpPr>
          <p:nvPr>
            <p:ph type="body" sz="quarter" idx="19" hasCustomPrompt="1"/>
          </p:nvPr>
        </p:nvSpPr>
        <p:spPr>
          <a:xfrm>
            <a:off x="6456684" y="2264244"/>
            <a:ext cx="2338648" cy="847076"/>
          </a:xfrm>
        </p:spPr>
        <p:txBody>
          <a:bodyPr>
            <a:normAutofit/>
          </a:bodyPr>
          <a:lstStyle>
            <a:lvl1pPr marL="0" indent="0" algn="ctr">
              <a:buNone/>
              <a:defRPr kumimoji="0" lang="en-US" sz="1100" b="0" i="0" u="none" strike="noStrike" kern="1200" cap="none" spc="0" normalizeH="0" baseline="0" dirty="0">
                <a:ln>
                  <a:noFill/>
                </a:ln>
                <a:solidFill>
                  <a:schemeClr val="bg2"/>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Details</a:t>
            </a:r>
          </a:p>
        </p:txBody>
      </p:sp>
      <p:sp>
        <p:nvSpPr>
          <p:cNvPr id="23" name="Text Placeholder 48">
            <a:extLst>
              <a:ext uri="{FF2B5EF4-FFF2-40B4-BE49-F238E27FC236}">
                <a16:creationId xmlns:a16="http://schemas.microsoft.com/office/drawing/2014/main" id="{E50904DE-B040-6AA2-341D-BE1B13B8BB9E}"/>
              </a:ext>
            </a:extLst>
          </p:cNvPr>
          <p:cNvSpPr>
            <a:spLocks noGrp="1"/>
          </p:cNvSpPr>
          <p:nvPr>
            <p:ph type="body" sz="quarter" idx="21" hasCustomPrompt="1"/>
          </p:nvPr>
        </p:nvSpPr>
        <p:spPr>
          <a:xfrm>
            <a:off x="9412772" y="947092"/>
            <a:ext cx="2338648" cy="458646"/>
          </a:xfrm>
        </p:spPr>
        <p:txBody>
          <a:bodyPr anchor="b">
            <a:normAutofit/>
          </a:bodyPr>
          <a:lstStyle>
            <a:lvl1pPr marL="0" indent="0">
              <a:buNone/>
              <a:defRPr kumimoji="0" lang="en-US" sz="1100" b="0" i="0" u="none" strike="noStrike" kern="1200" cap="none" spc="0" normalizeH="0" baseline="0" dirty="0">
                <a:ln>
                  <a:noFill/>
                </a:ln>
                <a:solidFill>
                  <a:schemeClr val="bg2"/>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Qualifier</a:t>
            </a:r>
          </a:p>
        </p:txBody>
      </p:sp>
      <p:sp>
        <p:nvSpPr>
          <p:cNvPr id="24" name="Text Placeholder 48">
            <a:extLst>
              <a:ext uri="{FF2B5EF4-FFF2-40B4-BE49-F238E27FC236}">
                <a16:creationId xmlns:a16="http://schemas.microsoft.com/office/drawing/2014/main" id="{E2970DCC-E00E-47AB-123B-5BF1AA1FC8EE}"/>
              </a:ext>
            </a:extLst>
          </p:cNvPr>
          <p:cNvSpPr>
            <a:spLocks noGrp="1"/>
          </p:cNvSpPr>
          <p:nvPr>
            <p:ph type="body" sz="quarter" idx="22" hasCustomPrompt="1"/>
          </p:nvPr>
        </p:nvSpPr>
        <p:spPr>
          <a:xfrm>
            <a:off x="9419241" y="2273481"/>
            <a:ext cx="2338648" cy="847076"/>
          </a:xfrm>
        </p:spPr>
        <p:txBody>
          <a:bodyPr>
            <a:normAutofit/>
          </a:bodyPr>
          <a:lstStyle>
            <a:lvl1pPr marL="0" indent="0" algn="ctr">
              <a:buNone/>
              <a:defRPr kumimoji="0" lang="en-US" sz="1100" b="0" i="0" u="none" strike="noStrike" kern="1200" cap="none" spc="0" normalizeH="0" baseline="0" dirty="0">
                <a:ln>
                  <a:noFill/>
                </a:ln>
                <a:solidFill>
                  <a:schemeClr val="bg2"/>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Details</a:t>
            </a:r>
          </a:p>
        </p:txBody>
      </p:sp>
      <p:sp>
        <p:nvSpPr>
          <p:cNvPr id="26" name="Text Placeholder 48">
            <a:extLst>
              <a:ext uri="{FF2B5EF4-FFF2-40B4-BE49-F238E27FC236}">
                <a16:creationId xmlns:a16="http://schemas.microsoft.com/office/drawing/2014/main" id="{F90B4A5C-A5AA-729F-D8A5-47B3DF11D685}"/>
              </a:ext>
            </a:extLst>
          </p:cNvPr>
          <p:cNvSpPr>
            <a:spLocks noGrp="1"/>
          </p:cNvSpPr>
          <p:nvPr>
            <p:ph type="body" sz="quarter" idx="24" hasCustomPrompt="1"/>
          </p:nvPr>
        </p:nvSpPr>
        <p:spPr>
          <a:xfrm>
            <a:off x="6489472" y="3855441"/>
            <a:ext cx="2338648" cy="458646"/>
          </a:xfrm>
        </p:spPr>
        <p:txBody>
          <a:bodyPr anchor="b">
            <a:normAutofit/>
          </a:bodyPr>
          <a:lstStyle>
            <a:lvl1pPr marL="0" indent="0">
              <a:buNone/>
              <a:defRPr kumimoji="0" lang="en-US" sz="1100" b="0" i="0" u="none" strike="noStrike" kern="1200" cap="none" spc="0" normalizeH="0" baseline="0" dirty="0">
                <a:ln>
                  <a:noFill/>
                </a:ln>
                <a:solidFill>
                  <a:schemeClr val="bg2"/>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Qualifier</a:t>
            </a:r>
          </a:p>
        </p:txBody>
      </p:sp>
      <p:sp>
        <p:nvSpPr>
          <p:cNvPr id="27" name="Text Placeholder 48">
            <a:extLst>
              <a:ext uri="{FF2B5EF4-FFF2-40B4-BE49-F238E27FC236}">
                <a16:creationId xmlns:a16="http://schemas.microsoft.com/office/drawing/2014/main" id="{A264AFBB-FABE-A1BA-CB7A-1BCAE1BC58BB}"/>
              </a:ext>
            </a:extLst>
          </p:cNvPr>
          <p:cNvSpPr>
            <a:spLocks noGrp="1"/>
          </p:cNvSpPr>
          <p:nvPr>
            <p:ph type="body" sz="quarter" idx="25" hasCustomPrompt="1"/>
          </p:nvPr>
        </p:nvSpPr>
        <p:spPr>
          <a:xfrm>
            <a:off x="6542124" y="5191045"/>
            <a:ext cx="2338648" cy="847076"/>
          </a:xfrm>
        </p:spPr>
        <p:txBody>
          <a:bodyPr>
            <a:normAutofit/>
          </a:bodyPr>
          <a:lstStyle>
            <a:lvl1pPr marL="0" indent="0" algn="ctr">
              <a:buNone/>
              <a:defRPr kumimoji="0" lang="en-US" sz="1100" b="0" i="0" u="none" strike="noStrike" kern="1200" cap="none" spc="0" normalizeH="0" baseline="0" dirty="0">
                <a:ln>
                  <a:noFill/>
                </a:ln>
                <a:solidFill>
                  <a:schemeClr val="bg2"/>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Details</a:t>
            </a:r>
          </a:p>
        </p:txBody>
      </p:sp>
      <p:sp>
        <p:nvSpPr>
          <p:cNvPr id="29" name="Text Placeholder 48">
            <a:extLst>
              <a:ext uri="{FF2B5EF4-FFF2-40B4-BE49-F238E27FC236}">
                <a16:creationId xmlns:a16="http://schemas.microsoft.com/office/drawing/2014/main" id="{A92E53F5-F19E-0921-777B-9DF035F1EF6A}"/>
              </a:ext>
            </a:extLst>
          </p:cNvPr>
          <p:cNvSpPr>
            <a:spLocks noGrp="1"/>
          </p:cNvSpPr>
          <p:nvPr>
            <p:ph type="body" sz="quarter" idx="27" hasCustomPrompt="1"/>
          </p:nvPr>
        </p:nvSpPr>
        <p:spPr>
          <a:xfrm>
            <a:off x="9429393" y="3833665"/>
            <a:ext cx="2338648" cy="458646"/>
          </a:xfrm>
        </p:spPr>
        <p:txBody>
          <a:bodyPr anchor="b">
            <a:normAutofit/>
          </a:bodyPr>
          <a:lstStyle>
            <a:lvl1pPr marL="0" indent="0">
              <a:buNone/>
              <a:defRPr kumimoji="0" lang="en-US" sz="1100" b="0" i="0" u="none" strike="noStrike" kern="1200" cap="none" spc="0" normalizeH="0" baseline="0" dirty="0">
                <a:ln>
                  <a:noFill/>
                </a:ln>
                <a:solidFill>
                  <a:schemeClr val="bg2"/>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Qualifier</a:t>
            </a:r>
          </a:p>
        </p:txBody>
      </p:sp>
      <p:sp>
        <p:nvSpPr>
          <p:cNvPr id="30" name="Text Placeholder 48">
            <a:extLst>
              <a:ext uri="{FF2B5EF4-FFF2-40B4-BE49-F238E27FC236}">
                <a16:creationId xmlns:a16="http://schemas.microsoft.com/office/drawing/2014/main" id="{027C6114-3E4E-0349-DB91-CEA0885B8326}"/>
              </a:ext>
            </a:extLst>
          </p:cNvPr>
          <p:cNvSpPr>
            <a:spLocks noGrp="1"/>
          </p:cNvSpPr>
          <p:nvPr>
            <p:ph type="body" sz="quarter" idx="28" hasCustomPrompt="1"/>
          </p:nvPr>
        </p:nvSpPr>
        <p:spPr>
          <a:xfrm>
            <a:off x="9502368" y="5161164"/>
            <a:ext cx="2338648" cy="847076"/>
          </a:xfrm>
        </p:spPr>
        <p:txBody>
          <a:bodyPr>
            <a:normAutofit/>
          </a:bodyPr>
          <a:lstStyle>
            <a:lvl1pPr marL="0" indent="0" algn="ctr">
              <a:buNone/>
              <a:defRPr kumimoji="0" lang="en-US" sz="1100" b="0" i="0" u="none" strike="noStrike" kern="1200" cap="none" spc="0" normalizeH="0" baseline="0" dirty="0">
                <a:ln>
                  <a:noFill/>
                </a:ln>
                <a:solidFill>
                  <a:schemeClr val="bg2"/>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Details</a:t>
            </a:r>
          </a:p>
        </p:txBody>
      </p:sp>
      <p:sp>
        <p:nvSpPr>
          <p:cNvPr id="3" name="Text Placeholder 17">
            <a:extLst>
              <a:ext uri="{FF2B5EF4-FFF2-40B4-BE49-F238E27FC236}">
                <a16:creationId xmlns:a16="http://schemas.microsoft.com/office/drawing/2014/main" id="{0DF0EC1E-3522-50C3-E0ED-9BF15C62C4B8}"/>
              </a:ext>
            </a:extLst>
          </p:cNvPr>
          <p:cNvSpPr>
            <a:spLocks noGrp="1"/>
          </p:cNvSpPr>
          <p:nvPr>
            <p:ph type="body" sz="quarter" idx="29" hasCustomPrompt="1"/>
          </p:nvPr>
        </p:nvSpPr>
        <p:spPr>
          <a:xfrm>
            <a:off x="9326876" y="1439042"/>
            <a:ext cx="2514140" cy="847077"/>
          </a:xfrm>
        </p:spPr>
        <p:txBody>
          <a:bodyPr>
            <a:noAutofit/>
            <a:scene3d>
              <a:camera prst="orthographicFront"/>
              <a:lightRig rig="threePt" dir="t">
                <a:rot lat="0" lon="0" rev="3000000"/>
              </a:lightRig>
            </a:scene3d>
            <a:sp3d extrusionH="57150" contourW="19050" prstMaterial="metal">
              <a:bevelT w="38100" h="38100"/>
              <a:bevelB w="38100" h="38100"/>
              <a:contourClr>
                <a:schemeClr val="accent6"/>
              </a:contourClr>
            </a:sp3d>
          </a:bodyPr>
          <a:lstStyle>
            <a:lvl1pPr marL="0" indent="0" algn="ctr" defTabSz="914400" rtl="0" eaLnBrk="1" latinLnBrk="0" hangingPunct="1">
              <a:lnSpc>
                <a:spcPct val="90000"/>
              </a:lnSpc>
              <a:spcBef>
                <a:spcPts val="1000"/>
              </a:spcBef>
              <a:buFont typeface="Arial" panose="020B0604020202020204" pitchFamily="34" charset="0"/>
              <a:buNone/>
              <a:defRPr lang="en-US" sz="5400" kern="1200" dirty="0">
                <a:solidFill>
                  <a:schemeClr val="accent5"/>
                </a:solidFill>
                <a:latin typeface="+mj-lt"/>
                <a:ea typeface="+mn-ea"/>
                <a:cs typeface="Poppins Medium" panose="00000600000000000000" pitchFamily="2" charset="0"/>
              </a:defRPr>
            </a:lvl1pPr>
            <a:lvl2pPr marL="457200" indent="0">
              <a:buNone/>
              <a:defRPr sz="6000">
                <a:latin typeface="Poppins Medium" panose="00000600000000000000" pitchFamily="2" charset="0"/>
                <a:cs typeface="Poppins Medium" panose="00000600000000000000" pitchFamily="2" charset="0"/>
              </a:defRPr>
            </a:lvl2pPr>
            <a:lvl3pPr marL="914400" indent="0">
              <a:buNone/>
              <a:defRPr sz="6000">
                <a:latin typeface="Poppins Medium" panose="00000600000000000000" pitchFamily="2" charset="0"/>
                <a:cs typeface="Poppins Medium" panose="00000600000000000000" pitchFamily="2" charset="0"/>
              </a:defRPr>
            </a:lvl3pPr>
            <a:lvl4pPr marL="1371600" indent="0">
              <a:buNone/>
              <a:defRPr sz="6000">
                <a:latin typeface="Poppins Medium" panose="00000600000000000000" pitchFamily="2" charset="0"/>
                <a:cs typeface="Poppins Medium" panose="00000600000000000000" pitchFamily="2" charset="0"/>
              </a:defRPr>
            </a:lvl4pPr>
            <a:lvl5pPr marL="1828800" indent="0">
              <a:buNone/>
              <a:defRPr sz="6000">
                <a:latin typeface="Poppins Medium" panose="00000600000000000000" pitchFamily="2" charset="0"/>
                <a:cs typeface="Poppins Medium" panose="00000600000000000000" pitchFamily="2" charset="0"/>
              </a:defRPr>
            </a:lvl5pPr>
          </a:lstStyle>
          <a:p>
            <a:pPr lvl="0"/>
            <a:r>
              <a:rPr lang="en-US" dirty="0"/>
              <a:t>Claim</a:t>
            </a:r>
          </a:p>
        </p:txBody>
      </p:sp>
      <p:sp>
        <p:nvSpPr>
          <p:cNvPr id="4" name="Text Placeholder 17">
            <a:extLst>
              <a:ext uri="{FF2B5EF4-FFF2-40B4-BE49-F238E27FC236}">
                <a16:creationId xmlns:a16="http://schemas.microsoft.com/office/drawing/2014/main" id="{2E971B52-39C8-95BC-D14D-309C3A1B0598}"/>
              </a:ext>
            </a:extLst>
          </p:cNvPr>
          <p:cNvSpPr>
            <a:spLocks noGrp="1"/>
          </p:cNvSpPr>
          <p:nvPr>
            <p:ph type="body" sz="quarter" idx="30" hasCustomPrompt="1"/>
          </p:nvPr>
        </p:nvSpPr>
        <p:spPr>
          <a:xfrm>
            <a:off x="9271458" y="4314087"/>
            <a:ext cx="2514140" cy="847077"/>
          </a:xfrm>
        </p:spPr>
        <p:txBody>
          <a:bodyPr>
            <a:noAutofit/>
            <a:scene3d>
              <a:camera prst="orthographicFront"/>
              <a:lightRig rig="threePt" dir="t">
                <a:rot lat="0" lon="0" rev="3000000"/>
              </a:lightRig>
            </a:scene3d>
            <a:sp3d extrusionH="57150" contourW="19050" prstMaterial="metal">
              <a:bevelT w="38100" h="38100"/>
              <a:bevelB w="38100" h="38100"/>
              <a:contourClr>
                <a:schemeClr val="accent6"/>
              </a:contourClr>
            </a:sp3d>
          </a:bodyPr>
          <a:lstStyle>
            <a:lvl1pPr marL="0" indent="0" algn="ctr" defTabSz="914400" rtl="0" eaLnBrk="1" latinLnBrk="0" hangingPunct="1">
              <a:lnSpc>
                <a:spcPct val="90000"/>
              </a:lnSpc>
              <a:spcBef>
                <a:spcPts val="1000"/>
              </a:spcBef>
              <a:buFont typeface="Arial" panose="020B0604020202020204" pitchFamily="34" charset="0"/>
              <a:buNone/>
              <a:defRPr lang="en-US" sz="5400" kern="1200" dirty="0">
                <a:solidFill>
                  <a:schemeClr val="accent5"/>
                </a:solidFill>
                <a:latin typeface="+mj-lt"/>
                <a:ea typeface="+mn-ea"/>
                <a:cs typeface="Poppins Medium" panose="00000600000000000000" pitchFamily="2" charset="0"/>
              </a:defRPr>
            </a:lvl1pPr>
            <a:lvl2pPr marL="457200" indent="0">
              <a:buNone/>
              <a:defRPr sz="6000">
                <a:latin typeface="Poppins Medium" panose="00000600000000000000" pitchFamily="2" charset="0"/>
                <a:cs typeface="Poppins Medium" panose="00000600000000000000" pitchFamily="2" charset="0"/>
              </a:defRPr>
            </a:lvl2pPr>
            <a:lvl3pPr marL="914400" indent="0">
              <a:buNone/>
              <a:defRPr sz="6000">
                <a:latin typeface="Poppins Medium" panose="00000600000000000000" pitchFamily="2" charset="0"/>
                <a:cs typeface="Poppins Medium" panose="00000600000000000000" pitchFamily="2" charset="0"/>
              </a:defRPr>
            </a:lvl3pPr>
            <a:lvl4pPr marL="1371600" indent="0">
              <a:buNone/>
              <a:defRPr sz="6000">
                <a:latin typeface="Poppins Medium" panose="00000600000000000000" pitchFamily="2" charset="0"/>
                <a:cs typeface="Poppins Medium" panose="00000600000000000000" pitchFamily="2" charset="0"/>
              </a:defRPr>
            </a:lvl4pPr>
            <a:lvl5pPr marL="1828800" indent="0">
              <a:buNone/>
              <a:defRPr sz="6000">
                <a:latin typeface="Poppins Medium" panose="00000600000000000000" pitchFamily="2" charset="0"/>
                <a:cs typeface="Poppins Medium" panose="00000600000000000000" pitchFamily="2" charset="0"/>
              </a:defRPr>
            </a:lvl5pPr>
          </a:lstStyle>
          <a:p>
            <a:pPr lvl="0"/>
            <a:r>
              <a:rPr lang="en-US" dirty="0"/>
              <a:t>Claim</a:t>
            </a:r>
          </a:p>
        </p:txBody>
      </p:sp>
      <p:sp>
        <p:nvSpPr>
          <p:cNvPr id="5" name="Text Placeholder 17">
            <a:extLst>
              <a:ext uri="{FF2B5EF4-FFF2-40B4-BE49-F238E27FC236}">
                <a16:creationId xmlns:a16="http://schemas.microsoft.com/office/drawing/2014/main" id="{24A85916-F438-07AE-2207-3BF7500914B3}"/>
              </a:ext>
            </a:extLst>
          </p:cNvPr>
          <p:cNvSpPr>
            <a:spLocks noGrp="1"/>
          </p:cNvSpPr>
          <p:nvPr>
            <p:ph type="body" sz="quarter" idx="31" hasCustomPrompt="1"/>
          </p:nvPr>
        </p:nvSpPr>
        <p:spPr>
          <a:xfrm>
            <a:off x="6454378" y="4343968"/>
            <a:ext cx="2514140" cy="847077"/>
          </a:xfrm>
        </p:spPr>
        <p:txBody>
          <a:bodyPr>
            <a:noAutofit/>
            <a:scene3d>
              <a:camera prst="orthographicFront"/>
              <a:lightRig rig="threePt" dir="t">
                <a:rot lat="0" lon="0" rev="3000000"/>
              </a:lightRig>
            </a:scene3d>
            <a:sp3d extrusionH="57150" contourW="19050" prstMaterial="metal">
              <a:bevelT w="38100" h="38100"/>
              <a:bevelB w="38100" h="38100"/>
              <a:contourClr>
                <a:schemeClr val="accent6"/>
              </a:contourClr>
            </a:sp3d>
          </a:bodyPr>
          <a:lstStyle>
            <a:lvl1pPr marL="0" indent="0" algn="ctr" defTabSz="914400" rtl="0" eaLnBrk="1" latinLnBrk="0" hangingPunct="1">
              <a:lnSpc>
                <a:spcPct val="90000"/>
              </a:lnSpc>
              <a:spcBef>
                <a:spcPts val="1000"/>
              </a:spcBef>
              <a:buFont typeface="Arial" panose="020B0604020202020204" pitchFamily="34" charset="0"/>
              <a:buNone/>
              <a:defRPr lang="en-US" sz="5400" kern="1200" dirty="0">
                <a:solidFill>
                  <a:schemeClr val="accent5"/>
                </a:solidFill>
                <a:latin typeface="+mj-lt"/>
                <a:ea typeface="+mn-ea"/>
                <a:cs typeface="Poppins Medium" panose="00000600000000000000" pitchFamily="2" charset="0"/>
              </a:defRPr>
            </a:lvl1pPr>
            <a:lvl2pPr marL="457200" indent="0">
              <a:buNone/>
              <a:defRPr sz="6000">
                <a:latin typeface="Poppins Medium" panose="00000600000000000000" pitchFamily="2" charset="0"/>
                <a:cs typeface="Poppins Medium" panose="00000600000000000000" pitchFamily="2" charset="0"/>
              </a:defRPr>
            </a:lvl2pPr>
            <a:lvl3pPr marL="914400" indent="0">
              <a:buNone/>
              <a:defRPr sz="6000">
                <a:latin typeface="Poppins Medium" panose="00000600000000000000" pitchFamily="2" charset="0"/>
                <a:cs typeface="Poppins Medium" panose="00000600000000000000" pitchFamily="2" charset="0"/>
              </a:defRPr>
            </a:lvl3pPr>
            <a:lvl4pPr marL="1371600" indent="0">
              <a:buNone/>
              <a:defRPr sz="6000">
                <a:latin typeface="Poppins Medium" panose="00000600000000000000" pitchFamily="2" charset="0"/>
                <a:cs typeface="Poppins Medium" panose="00000600000000000000" pitchFamily="2" charset="0"/>
              </a:defRPr>
            </a:lvl4pPr>
            <a:lvl5pPr marL="1828800" indent="0">
              <a:buNone/>
              <a:defRPr sz="6000">
                <a:latin typeface="Poppins Medium" panose="00000600000000000000" pitchFamily="2" charset="0"/>
                <a:cs typeface="Poppins Medium" panose="00000600000000000000" pitchFamily="2" charset="0"/>
              </a:defRPr>
            </a:lvl5pPr>
          </a:lstStyle>
          <a:p>
            <a:pPr lvl="0"/>
            <a:r>
              <a:rPr lang="en-US" dirty="0"/>
              <a:t>Claim</a:t>
            </a:r>
          </a:p>
        </p:txBody>
      </p:sp>
      <p:pic>
        <p:nvPicPr>
          <p:cNvPr id="2" name="Picture 1" descr="A black and grey logo&#10;&#10;AI-generated content may be incorrect.">
            <a:extLst>
              <a:ext uri="{FF2B5EF4-FFF2-40B4-BE49-F238E27FC236}">
                <a16:creationId xmlns:a16="http://schemas.microsoft.com/office/drawing/2014/main" id="{6503C850-3AAD-D320-0010-6F524FBC4D1F}"/>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701698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
        <p:cNvGrpSpPr/>
        <p:nvPr/>
      </p:nvGrpSpPr>
      <p:grpSpPr>
        <a:xfrm>
          <a:off x="0" y="0"/>
          <a:ext cx="0" cy="0"/>
          <a:chOff x="0" y="0"/>
          <a:chExt cx="0" cy="0"/>
        </a:xfrm>
      </p:grpSpPr>
      <p:sp>
        <p:nvSpPr>
          <p:cNvPr id="49" name="Text Placeholder 48">
            <a:extLst>
              <a:ext uri="{FF2B5EF4-FFF2-40B4-BE49-F238E27FC236}">
                <a16:creationId xmlns:a16="http://schemas.microsoft.com/office/drawing/2014/main" id="{B055B569-D144-2B96-C2C6-1FA81130FA72}"/>
              </a:ext>
            </a:extLst>
          </p:cNvPr>
          <p:cNvSpPr>
            <a:spLocks noGrp="1"/>
          </p:cNvSpPr>
          <p:nvPr userDrawn="1">
            <p:ph type="body" sz="quarter" idx="14"/>
          </p:nvPr>
        </p:nvSpPr>
        <p:spPr>
          <a:xfrm>
            <a:off x="122502" y="5044819"/>
            <a:ext cx="2743200" cy="469290"/>
          </a:xfrm>
        </p:spPr>
        <p:txBody>
          <a:bodyPr>
            <a:normAutofit/>
          </a:bodyPr>
          <a:lstStyle>
            <a:lvl1pPr marL="0" indent="0" algn="ctr">
              <a:buNone/>
              <a:defRPr kumimoji="0" lang="en-US" sz="1600" b="1" i="0" u="none" strike="noStrike" kern="1200" cap="none" spc="0" normalizeH="0" baseline="0" dirty="0">
                <a:ln>
                  <a:noFill/>
                </a:ln>
                <a:solidFill>
                  <a:schemeClr val="bg1"/>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Click to edit Master text</a:t>
            </a:r>
          </a:p>
        </p:txBody>
      </p:sp>
      <p:pic>
        <p:nvPicPr>
          <p:cNvPr id="4" name="Graphic 3">
            <a:extLst>
              <a:ext uri="{FF2B5EF4-FFF2-40B4-BE49-F238E27FC236}">
                <a16:creationId xmlns:a16="http://schemas.microsoft.com/office/drawing/2014/main" id="{43365B4D-5860-D7E5-3D2B-C4CFFCA8C5A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63200" y="6366607"/>
            <a:ext cx="1713225" cy="428862"/>
          </a:xfrm>
          <a:prstGeom prst="rect">
            <a:avLst/>
          </a:prstGeom>
        </p:spPr>
      </p:pic>
      <p:sp>
        <p:nvSpPr>
          <p:cNvPr id="19" name="Text Placeholder 48">
            <a:extLst>
              <a:ext uri="{FF2B5EF4-FFF2-40B4-BE49-F238E27FC236}">
                <a16:creationId xmlns:a16="http://schemas.microsoft.com/office/drawing/2014/main" id="{4C38F370-7D64-2116-AFC3-72C3AD901A82}"/>
              </a:ext>
            </a:extLst>
          </p:cNvPr>
          <p:cNvSpPr>
            <a:spLocks noGrp="1"/>
          </p:cNvSpPr>
          <p:nvPr>
            <p:ph type="body" sz="quarter" idx="17"/>
          </p:nvPr>
        </p:nvSpPr>
        <p:spPr>
          <a:xfrm>
            <a:off x="122502" y="5531861"/>
            <a:ext cx="2735816" cy="458646"/>
          </a:xfrm>
        </p:spPr>
        <p:txBody>
          <a:bodyPr>
            <a:normAutofit/>
          </a:bodyPr>
          <a:lstStyle>
            <a:lvl1pPr marL="0" indent="0" algn="ctr">
              <a:buNone/>
              <a:defRPr kumimoji="0" lang="en-US" sz="1100" b="0" i="0" u="none" strike="noStrike" kern="1200" cap="none" spc="0" normalizeH="0" baseline="0" dirty="0">
                <a:ln>
                  <a:noFill/>
                </a:ln>
                <a:solidFill>
                  <a:schemeClr val="accent5"/>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Click to edit Master text styles</a:t>
            </a:r>
          </a:p>
        </p:txBody>
      </p:sp>
      <p:sp>
        <p:nvSpPr>
          <p:cNvPr id="3" name="Content Placeholder 2">
            <a:extLst>
              <a:ext uri="{FF2B5EF4-FFF2-40B4-BE49-F238E27FC236}">
                <a16:creationId xmlns:a16="http://schemas.microsoft.com/office/drawing/2014/main" id="{D5D77570-45BC-C0CF-FBFC-BBB145CB2FF3}"/>
              </a:ext>
            </a:extLst>
          </p:cNvPr>
          <p:cNvSpPr>
            <a:spLocks noGrp="1"/>
          </p:cNvSpPr>
          <p:nvPr>
            <p:ph sz="quarter" idx="18"/>
          </p:nvPr>
        </p:nvSpPr>
        <p:spPr>
          <a:xfrm>
            <a:off x="122502" y="2162030"/>
            <a:ext cx="2743200" cy="2743200"/>
          </a:xfrm>
          <a:prstGeom prst="roundRect">
            <a:avLst>
              <a:gd name="adj" fmla="val 8586"/>
            </a:avLst>
          </a:prstGeom>
          <a:ln/>
        </p:spPr>
        <p:style>
          <a:lnRef idx="0">
            <a:schemeClr val="dk1"/>
          </a:lnRef>
          <a:fillRef idx="3">
            <a:schemeClr val="dk1"/>
          </a:fillRef>
          <a:effectRef idx="3">
            <a:schemeClr val="dk1"/>
          </a:effectRef>
          <a:fontRef idx="minor">
            <a:schemeClr val="lt1"/>
          </a:fontRef>
        </p:style>
        <p:txBody>
          <a:bodyPr/>
          <a:lstStyle>
            <a:lvl1pPr marL="0" indent="0">
              <a:buNone/>
              <a:defRPr>
                <a:solidFill>
                  <a:schemeClr val="tx1"/>
                </a:solidFill>
                <a:latin typeface="+mn-lt"/>
              </a:defRPr>
            </a:lvl1pPr>
          </a:lstStyle>
          <a:p>
            <a:pPr lvl="0"/>
            <a:endParaRPr lang="en-US" dirty="0"/>
          </a:p>
        </p:txBody>
      </p:sp>
      <p:sp>
        <p:nvSpPr>
          <p:cNvPr id="5" name="Content Placeholder 2">
            <a:extLst>
              <a:ext uri="{FF2B5EF4-FFF2-40B4-BE49-F238E27FC236}">
                <a16:creationId xmlns:a16="http://schemas.microsoft.com/office/drawing/2014/main" id="{C7E36326-A118-E5BC-9E5E-22304EF81BEE}"/>
              </a:ext>
            </a:extLst>
          </p:cNvPr>
          <p:cNvSpPr>
            <a:spLocks noGrp="1"/>
          </p:cNvSpPr>
          <p:nvPr>
            <p:ph sz="quarter" idx="19"/>
          </p:nvPr>
        </p:nvSpPr>
        <p:spPr>
          <a:xfrm>
            <a:off x="3192743" y="2162030"/>
            <a:ext cx="2743200" cy="2743200"/>
          </a:xfrm>
          <a:prstGeom prst="roundRect">
            <a:avLst>
              <a:gd name="adj" fmla="val 8586"/>
            </a:avLst>
          </a:prstGeom>
          <a:ln/>
        </p:spPr>
        <p:style>
          <a:lnRef idx="0">
            <a:schemeClr val="dk1"/>
          </a:lnRef>
          <a:fillRef idx="3">
            <a:schemeClr val="dk1"/>
          </a:fillRef>
          <a:effectRef idx="3">
            <a:schemeClr val="dk1"/>
          </a:effectRef>
          <a:fontRef idx="minor">
            <a:schemeClr val="lt1"/>
          </a:fontRef>
        </p:style>
        <p:txBody>
          <a:bodyPr/>
          <a:lstStyle>
            <a:lvl1pPr marL="0" indent="0">
              <a:buNone/>
              <a:defRPr>
                <a:solidFill>
                  <a:schemeClr val="tx1"/>
                </a:solidFill>
                <a:latin typeface="+mn-lt"/>
              </a:defRPr>
            </a:lvl1pPr>
          </a:lstStyle>
          <a:p>
            <a:pPr lvl="0"/>
            <a:endParaRPr lang="en-US" dirty="0"/>
          </a:p>
        </p:txBody>
      </p:sp>
      <p:sp>
        <p:nvSpPr>
          <p:cNvPr id="6" name="Content Placeholder 2">
            <a:extLst>
              <a:ext uri="{FF2B5EF4-FFF2-40B4-BE49-F238E27FC236}">
                <a16:creationId xmlns:a16="http://schemas.microsoft.com/office/drawing/2014/main" id="{DBFA85F4-34AE-8A56-0AA0-FBE5B8C6A058}"/>
              </a:ext>
            </a:extLst>
          </p:cNvPr>
          <p:cNvSpPr>
            <a:spLocks noGrp="1"/>
          </p:cNvSpPr>
          <p:nvPr>
            <p:ph sz="quarter" idx="20"/>
          </p:nvPr>
        </p:nvSpPr>
        <p:spPr>
          <a:xfrm>
            <a:off x="6262984" y="2162030"/>
            <a:ext cx="2743200" cy="2743200"/>
          </a:xfrm>
          <a:prstGeom prst="roundRect">
            <a:avLst>
              <a:gd name="adj" fmla="val 8586"/>
            </a:avLst>
          </a:prstGeom>
          <a:ln/>
        </p:spPr>
        <p:style>
          <a:lnRef idx="0">
            <a:schemeClr val="dk1"/>
          </a:lnRef>
          <a:fillRef idx="3">
            <a:schemeClr val="dk1"/>
          </a:fillRef>
          <a:effectRef idx="3">
            <a:schemeClr val="dk1"/>
          </a:effectRef>
          <a:fontRef idx="minor">
            <a:schemeClr val="lt1"/>
          </a:fontRef>
        </p:style>
        <p:txBody>
          <a:bodyPr/>
          <a:lstStyle>
            <a:lvl1pPr marL="0" indent="0">
              <a:buNone/>
              <a:defRPr>
                <a:solidFill>
                  <a:schemeClr val="tx1"/>
                </a:solidFill>
                <a:latin typeface="+mn-lt"/>
              </a:defRPr>
            </a:lvl1pPr>
          </a:lstStyle>
          <a:p>
            <a:pPr lvl="0"/>
            <a:endParaRPr lang="en-US" dirty="0"/>
          </a:p>
        </p:txBody>
      </p:sp>
      <p:sp>
        <p:nvSpPr>
          <p:cNvPr id="7" name="Content Placeholder 2">
            <a:extLst>
              <a:ext uri="{FF2B5EF4-FFF2-40B4-BE49-F238E27FC236}">
                <a16:creationId xmlns:a16="http://schemas.microsoft.com/office/drawing/2014/main" id="{86668BA8-2E6B-3C76-B5D0-BB17181CE5D5}"/>
              </a:ext>
            </a:extLst>
          </p:cNvPr>
          <p:cNvSpPr>
            <a:spLocks noGrp="1"/>
          </p:cNvSpPr>
          <p:nvPr>
            <p:ph sz="quarter" idx="21"/>
          </p:nvPr>
        </p:nvSpPr>
        <p:spPr>
          <a:xfrm>
            <a:off x="9333225" y="2162030"/>
            <a:ext cx="2743200" cy="2743200"/>
          </a:xfrm>
          <a:prstGeom prst="roundRect">
            <a:avLst>
              <a:gd name="adj" fmla="val 8586"/>
            </a:avLst>
          </a:prstGeom>
          <a:ln/>
        </p:spPr>
        <p:style>
          <a:lnRef idx="0">
            <a:schemeClr val="dk1"/>
          </a:lnRef>
          <a:fillRef idx="3">
            <a:schemeClr val="dk1"/>
          </a:fillRef>
          <a:effectRef idx="3">
            <a:schemeClr val="dk1"/>
          </a:effectRef>
          <a:fontRef idx="minor">
            <a:schemeClr val="lt1"/>
          </a:fontRef>
        </p:style>
        <p:txBody>
          <a:bodyPr/>
          <a:lstStyle>
            <a:lvl1pPr marL="0" indent="0">
              <a:buNone/>
              <a:defRPr>
                <a:solidFill>
                  <a:schemeClr val="tx1"/>
                </a:solidFill>
                <a:latin typeface="+mn-lt"/>
              </a:defRPr>
            </a:lvl1pPr>
          </a:lstStyle>
          <a:p>
            <a:pPr lvl="0"/>
            <a:endParaRPr lang="en-US" dirty="0"/>
          </a:p>
        </p:txBody>
      </p:sp>
      <p:sp>
        <p:nvSpPr>
          <p:cNvPr id="8" name="Text Placeholder 48">
            <a:extLst>
              <a:ext uri="{FF2B5EF4-FFF2-40B4-BE49-F238E27FC236}">
                <a16:creationId xmlns:a16="http://schemas.microsoft.com/office/drawing/2014/main" id="{A06FAF7B-9D2A-3C23-00C2-2D72F7B8943A}"/>
              </a:ext>
            </a:extLst>
          </p:cNvPr>
          <p:cNvSpPr>
            <a:spLocks noGrp="1"/>
          </p:cNvSpPr>
          <p:nvPr>
            <p:ph type="body" sz="quarter" idx="22"/>
          </p:nvPr>
        </p:nvSpPr>
        <p:spPr>
          <a:xfrm>
            <a:off x="3192743" y="5044819"/>
            <a:ext cx="2743200" cy="469290"/>
          </a:xfrm>
        </p:spPr>
        <p:txBody>
          <a:bodyPr>
            <a:normAutofit/>
          </a:bodyPr>
          <a:lstStyle>
            <a:lvl1pPr marL="0" indent="0" algn="ctr">
              <a:buNone/>
              <a:defRPr kumimoji="0" lang="en-US" sz="1600" b="1" i="0" u="none" strike="noStrike" kern="1200" cap="none" spc="0" normalizeH="0" baseline="0" dirty="0">
                <a:ln>
                  <a:noFill/>
                </a:ln>
                <a:solidFill>
                  <a:schemeClr val="bg1"/>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Click to edit Master text</a:t>
            </a:r>
          </a:p>
        </p:txBody>
      </p:sp>
      <p:sp>
        <p:nvSpPr>
          <p:cNvPr id="9" name="Text Placeholder 48">
            <a:extLst>
              <a:ext uri="{FF2B5EF4-FFF2-40B4-BE49-F238E27FC236}">
                <a16:creationId xmlns:a16="http://schemas.microsoft.com/office/drawing/2014/main" id="{2B58A56D-6E57-AEC7-E2B6-6A3941CF0486}"/>
              </a:ext>
            </a:extLst>
          </p:cNvPr>
          <p:cNvSpPr>
            <a:spLocks noGrp="1"/>
          </p:cNvSpPr>
          <p:nvPr>
            <p:ph type="body" sz="quarter" idx="23"/>
          </p:nvPr>
        </p:nvSpPr>
        <p:spPr>
          <a:xfrm>
            <a:off x="3192743" y="5531861"/>
            <a:ext cx="2735816" cy="458646"/>
          </a:xfrm>
        </p:spPr>
        <p:txBody>
          <a:bodyPr>
            <a:normAutofit/>
          </a:bodyPr>
          <a:lstStyle>
            <a:lvl1pPr marL="0" indent="0" algn="ctr">
              <a:buNone/>
              <a:defRPr kumimoji="0" lang="en-US" sz="1100" b="0" i="0" u="none" strike="noStrike" kern="1200" cap="none" spc="0" normalizeH="0" baseline="0" dirty="0">
                <a:ln>
                  <a:noFill/>
                </a:ln>
                <a:solidFill>
                  <a:schemeClr val="accent5"/>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Click to edit Master text styles</a:t>
            </a:r>
          </a:p>
        </p:txBody>
      </p:sp>
      <p:sp>
        <p:nvSpPr>
          <p:cNvPr id="10" name="Text Placeholder 48">
            <a:extLst>
              <a:ext uri="{FF2B5EF4-FFF2-40B4-BE49-F238E27FC236}">
                <a16:creationId xmlns:a16="http://schemas.microsoft.com/office/drawing/2014/main" id="{7F85A46E-B8B4-3B66-12A0-8858F8D6B7E3}"/>
              </a:ext>
            </a:extLst>
          </p:cNvPr>
          <p:cNvSpPr>
            <a:spLocks noGrp="1"/>
          </p:cNvSpPr>
          <p:nvPr>
            <p:ph type="body" sz="quarter" idx="24"/>
          </p:nvPr>
        </p:nvSpPr>
        <p:spPr>
          <a:xfrm>
            <a:off x="6262984" y="5044819"/>
            <a:ext cx="2743200" cy="469290"/>
          </a:xfrm>
        </p:spPr>
        <p:txBody>
          <a:bodyPr>
            <a:normAutofit/>
          </a:bodyPr>
          <a:lstStyle>
            <a:lvl1pPr marL="0" indent="0" algn="ctr">
              <a:buNone/>
              <a:defRPr kumimoji="0" lang="en-US" sz="1600" b="1" i="0" u="none" strike="noStrike" kern="1200" cap="none" spc="0" normalizeH="0" baseline="0" dirty="0">
                <a:ln>
                  <a:noFill/>
                </a:ln>
                <a:solidFill>
                  <a:schemeClr val="bg1"/>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Click to edit Master text</a:t>
            </a:r>
          </a:p>
        </p:txBody>
      </p:sp>
      <p:sp>
        <p:nvSpPr>
          <p:cNvPr id="11" name="Text Placeholder 48">
            <a:extLst>
              <a:ext uri="{FF2B5EF4-FFF2-40B4-BE49-F238E27FC236}">
                <a16:creationId xmlns:a16="http://schemas.microsoft.com/office/drawing/2014/main" id="{9F3FB04C-DFDC-709F-6DA2-D5657B0EC7FF}"/>
              </a:ext>
            </a:extLst>
          </p:cNvPr>
          <p:cNvSpPr>
            <a:spLocks noGrp="1"/>
          </p:cNvSpPr>
          <p:nvPr>
            <p:ph type="body" sz="quarter" idx="25"/>
          </p:nvPr>
        </p:nvSpPr>
        <p:spPr>
          <a:xfrm>
            <a:off x="6262984" y="5531861"/>
            <a:ext cx="2735816" cy="458646"/>
          </a:xfrm>
        </p:spPr>
        <p:txBody>
          <a:bodyPr>
            <a:normAutofit/>
          </a:bodyPr>
          <a:lstStyle>
            <a:lvl1pPr marL="0" indent="0" algn="ctr">
              <a:buNone/>
              <a:defRPr kumimoji="0" lang="en-US" sz="1100" b="0" i="0" u="none" strike="noStrike" kern="1200" cap="none" spc="0" normalizeH="0" baseline="0" dirty="0">
                <a:ln>
                  <a:noFill/>
                </a:ln>
                <a:solidFill>
                  <a:schemeClr val="accent5"/>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Click to edit Master text styles</a:t>
            </a:r>
          </a:p>
        </p:txBody>
      </p:sp>
      <p:sp>
        <p:nvSpPr>
          <p:cNvPr id="12" name="Text Placeholder 48">
            <a:extLst>
              <a:ext uri="{FF2B5EF4-FFF2-40B4-BE49-F238E27FC236}">
                <a16:creationId xmlns:a16="http://schemas.microsoft.com/office/drawing/2014/main" id="{AB3837D5-65F6-F26B-0AF0-B8CA2DB281D6}"/>
              </a:ext>
            </a:extLst>
          </p:cNvPr>
          <p:cNvSpPr>
            <a:spLocks noGrp="1"/>
          </p:cNvSpPr>
          <p:nvPr>
            <p:ph type="body" sz="quarter" idx="26"/>
          </p:nvPr>
        </p:nvSpPr>
        <p:spPr>
          <a:xfrm>
            <a:off x="9333225" y="5044819"/>
            <a:ext cx="2743200" cy="469290"/>
          </a:xfrm>
        </p:spPr>
        <p:txBody>
          <a:bodyPr>
            <a:normAutofit/>
          </a:bodyPr>
          <a:lstStyle>
            <a:lvl1pPr marL="0" indent="0" algn="ctr">
              <a:buNone/>
              <a:defRPr kumimoji="0" lang="en-US" sz="1600" b="1" i="0" u="none" strike="noStrike" kern="1200" cap="none" spc="0" normalizeH="0" baseline="0" dirty="0">
                <a:ln>
                  <a:noFill/>
                </a:ln>
                <a:solidFill>
                  <a:schemeClr val="bg1"/>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Click to edit Master text</a:t>
            </a:r>
          </a:p>
        </p:txBody>
      </p:sp>
      <p:sp>
        <p:nvSpPr>
          <p:cNvPr id="17" name="Text Placeholder 48">
            <a:extLst>
              <a:ext uri="{FF2B5EF4-FFF2-40B4-BE49-F238E27FC236}">
                <a16:creationId xmlns:a16="http://schemas.microsoft.com/office/drawing/2014/main" id="{0A621FDB-C09F-9882-464A-5252836BBE3B}"/>
              </a:ext>
            </a:extLst>
          </p:cNvPr>
          <p:cNvSpPr>
            <a:spLocks noGrp="1"/>
          </p:cNvSpPr>
          <p:nvPr>
            <p:ph type="body" sz="quarter" idx="27"/>
          </p:nvPr>
        </p:nvSpPr>
        <p:spPr>
          <a:xfrm>
            <a:off x="9333225" y="5531861"/>
            <a:ext cx="2735816" cy="458646"/>
          </a:xfrm>
        </p:spPr>
        <p:txBody>
          <a:bodyPr>
            <a:normAutofit/>
          </a:bodyPr>
          <a:lstStyle>
            <a:lvl1pPr marL="0" indent="0" algn="ctr">
              <a:buNone/>
              <a:defRPr kumimoji="0" lang="en-US" sz="1100" b="0" i="0" u="none" strike="noStrike" kern="1200" cap="none" spc="0" normalizeH="0" baseline="0" dirty="0">
                <a:ln>
                  <a:noFill/>
                </a:ln>
                <a:solidFill>
                  <a:schemeClr val="accent5"/>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Click to edit Master text styles</a:t>
            </a:r>
          </a:p>
        </p:txBody>
      </p:sp>
      <p:sp>
        <p:nvSpPr>
          <p:cNvPr id="14" name="Title 2">
            <a:extLst>
              <a:ext uri="{FF2B5EF4-FFF2-40B4-BE49-F238E27FC236}">
                <a16:creationId xmlns:a16="http://schemas.microsoft.com/office/drawing/2014/main" id="{B4913B24-FA82-ADBC-3F7F-917CAFFF9A98}"/>
              </a:ext>
            </a:extLst>
          </p:cNvPr>
          <p:cNvSpPr>
            <a:spLocks noGrp="1"/>
          </p:cNvSpPr>
          <p:nvPr>
            <p:ph type="title"/>
          </p:nvPr>
        </p:nvSpPr>
        <p:spPr>
          <a:xfrm>
            <a:off x="401616" y="390997"/>
            <a:ext cx="11299064" cy="758429"/>
          </a:xfrm>
        </p:spPr>
        <p:txBody>
          <a:bodyPr anchor="t"/>
          <a:lstStyle>
            <a:lvl1pPr>
              <a:defRPr b="0">
                <a:latin typeface="+mj-lt"/>
                <a:cs typeface="Poppins Medium" panose="00000600000000000000" pitchFamily="2" charset="0"/>
              </a:defRPr>
            </a:lvl1pPr>
          </a:lstStyle>
          <a:p>
            <a:r>
              <a:rPr lang="en-US" dirty="0"/>
              <a:t>Click to edit Master title style</a:t>
            </a:r>
          </a:p>
        </p:txBody>
      </p:sp>
      <p:pic>
        <p:nvPicPr>
          <p:cNvPr id="2" name="Picture 1" descr="A black and grey logo&#10;&#10;AI-generated content may be incorrect.">
            <a:extLst>
              <a:ext uri="{FF2B5EF4-FFF2-40B4-BE49-F238E27FC236}">
                <a16:creationId xmlns:a16="http://schemas.microsoft.com/office/drawing/2014/main" id="{A8BC9970-7626-18ED-63C1-B5724033BCC1}"/>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40941743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87A0704-507C-212E-4B19-9C94CCAD4F19}"/>
              </a:ext>
            </a:extLst>
          </p:cNvPr>
          <p:cNvSpPr>
            <a:spLocks noGrp="1"/>
          </p:cNvSpPr>
          <p:nvPr>
            <p:ph type="pic" sz="quarter" idx="10"/>
          </p:nvPr>
        </p:nvSpPr>
        <p:spPr>
          <a:xfrm>
            <a:off x="0" y="0"/>
            <a:ext cx="12192000" cy="4373563"/>
          </a:xfrm>
        </p:spPr>
        <p:txBody>
          <a:bodyPr/>
          <a:lstStyle>
            <a:lvl1pPr>
              <a:defRPr b="0" i="0">
                <a:solidFill>
                  <a:schemeClr val="bg1"/>
                </a:solidFill>
                <a:latin typeface="+mn-lt"/>
                <a:cs typeface="Poppins" pitchFamily="2" charset="77"/>
              </a:defRPr>
            </a:lvl1pPr>
          </a:lstStyle>
          <a:p>
            <a:endParaRPr lang="en-US" dirty="0"/>
          </a:p>
        </p:txBody>
      </p:sp>
      <p:sp>
        <p:nvSpPr>
          <p:cNvPr id="10" name="AutoShape 8">
            <a:extLst>
              <a:ext uri="{FF2B5EF4-FFF2-40B4-BE49-F238E27FC236}">
                <a16:creationId xmlns:a16="http://schemas.microsoft.com/office/drawing/2014/main" id="{79BE282C-671B-7E01-8740-8A7F466EEB4C}"/>
              </a:ext>
            </a:extLst>
          </p:cNvPr>
          <p:cNvSpPr/>
          <p:nvPr userDrawn="1"/>
        </p:nvSpPr>
        <p:spPr>
          <a:xfrm>
            <a:off x="914401" y="2255038"/>
            <a:ext cx="6766560" cy="0"/>
          </a:xfrm>
          <a:prstGeom prst="line">
            <a:avLst/>
          </a:prstGeom>
          <a:ln w="9525" cap="flat">
            <a:solidFill>
              <a:srgbClr val="FFFFFF"/>
            </a:solidFill>
            <a:prstDash val="solid"/>
            <a:headEnd type="none" w="sm" len="sm"/>
            <a:tailEnd type="none" w="sm" len="sm"/>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bg2"/>
              </a:solidFill>
              <a:effectLst/>
              <a:uLnTx/>
              <a:uFillTx/>
              <a:latin typeface="+mn-lt"/>
              <a:ea typeface="+mn-ea"/>
              <a:cs typeface="Poppins" pitchFamily="2" charset="77"/>
            </a:endParaRPr>
          </a:p>
        </p:txBody>
      </p:sp>
      <p:sp>
        <p:nvSpPr>
          <p:cNvPr id="13" name="Text Placeholder 12">
            <a:extLst>
              <a:ext uri="{FF2B5EF4-FFF2-40B4-BE49-F238E27FC236}">
                <a16:creationId xmlns:a16="http://schemas.microsoft.com/office/drawing/2014/main" id="{561502A4-5F5D-65C0-03BE-1F72B2BD0BDF}"/>
              </a:ext>
            </a:extLst>
          </p:cNvPr>
          <p:cNvSpPr>
            <a:spLocks noGrp="1"/>
          </p:cNvSpPr>
          <p:nvPr>
            <p:ph type="body" sz="quarter" idx="13" hasCustomPrompt="1"/>
          </p:nvPr>
        </p:nvSpPr>
        <p:spPr>
          <a:xfrm>
            <a:off x="914401" y="2627382"/>
            <a:ext cx="6656044" cy="1719247"/>
          </a:xfrm>
        </p:spPr>
        <p:txBody>
          <a:bodyPr>
            <a:noAutofit/>
          </a:bodyPr>
          <a:lstStyle>
            <a:lvl1pPr marL="0" indent="0">
              <a:buNone/>
              <a:defRPr sz="4000" b="0" i="0">
                <a:solidFill>
                  <a:schemeClr val="bg1"/>
                </a:solidFill>
                <a:latin typeface="+mj-lt"/>
                <a:cs typeface="Poppins" pitchFamily="2" charset="77"/>
              </a:defRPr>
            </a:lvl1pPr>
            <a:lvl2pPr marL="457200" indent="0">
              <a:buNone/>
              <a:defRPr/>
            </a:lvl2pPr>
            <a:lvl3pPr marL="914400" indent="0">
              <a:buNone/>
              <a:defRPr/>
            </a:lvl3pPr>
          </a:lstStyle>
          <a:p>
            <a:pPr lvl="0"/>
            <a:r>
              <a:rPr lang="en-US" dirty="0"/>
              <a:t>THANK YOU</a:t>
            </a:r>
          </a:p>
        </p:txBody>
      </p:sp>
      <p:grpSp>
        <p:nvGrpSpPr>
          <p:cNvPr id="4" name="Group 10">
            <a:extLst>
              <a:ext uri="{FF2B5EF4-FFF2-40B4-BE49-F238E27FC236}">
                <a16:creationId xmlns:a16="http://schemas.microsoft.com/office/drawing/2014/main" id="{9D372599-5F65-8CBA-1D98-016082E9633E}"/>
              </a:ext>
            </a:extLst>
          </p:cNvPr>
          <p:cNvGrpSpPr/>
          <p:nvPr userDrawn="1"/>
        </p:nvGrpSpPr>
        <p:grpSpPr>
          <a:xfrm flipV="1">
            <a:off x="626909" y="4939722"/>
            <a:ext cx="7250126" cy="764786"/>
            <a:chOff x="0" y="0"/>
            <a:chExt cx="1062419" cy="898977"/>
          </a:xfrm>
          <a:noFill/>
        </p:grpSpPr>
        <p:sp>
          <p:nvSpPr>
            <p:cNvPr id="7" name="Freeform 11">
              <a:extLst>
                <a:ext uri="{FF2B5EF4-FFF2-40B4-BE49-F238E27FC236}">
                  <a16:creationId xmlns:a16="http://schemas.microsoft.com/office/drawing/2014/main" id="{9CD53BA2-7E44-56E6-D652-83A3A753C24F}"/>
                </a:ext>
              </a:extLst>
            </p:cNvPr>
            <p:cNvSpPr/>
            <p:nvPr/>
          </p:nvSpPr>
          <p:spPr>
            <a:xfrm>
              <a:off x="0" y="0"/>
              <a:ext cx="1062419" cy="898977"/>
            </a:xfrm>
            <a:custGeom>
              <a:avLst/>
              <a:gdLst/>
              <a:ahLst/>
              <a:cxnLst/>
              <a:rect l="l" t="t" r="r" b="b"/>
              <a:pathLst>
                <a:path w="1062419" h="898977">
                  <a:moveTo>
                    <a:pt x="46061" y="0"/>
                  </a:moveTo>
                  <a:lnTo>
                    <a:pt x="1016357" y="0"/>
                  </a:lnTo>
                  <a:cubicBezTo>
                    <a:pt x="1028573" y="0"/>
                    <a:pt x="1040289" y="4853"/>
                    <a:pt x="1048927" y="13491"/>
                  </a:cubicBezTo>
                  <a:cubicBezTo>
                    <a:pt x="1057566" y="22129"/>
                    <a:pt x="1062419" y="33845"/>
                    <a:pt x="1062419" y="46061"/>
                  </a:cubicBezTo>
                  <a:lnTo>
                    <a:pt x="1062419" y="852916"/>
                  </a:lnTo>
                  <a:cubicBezTo>
                    <a:pt x="1062419" y="878355"/>
                    <a:pt x="1041796" y="898977"/>
                    <a:pt x="1016357" y="898977"/>
                  </a:cubicBezTo>
                  <a:lnTo>
                    <a:pt x="46061" y="898977"/>
                  </a:lnTo>
                  <a:cubicBezTo>
                    <a:pt x="33845" y="898977"/>
                    <a:pt x="22129" y="894124"/>
                    <a:pt x="13491" y="885486"/>
                  </a:cubicBezTo>
                  <a:cubicBezTo>
                    <a:pt x="4853" y="876848"/>
                    <a:pt x="0" y="865132"/>
                    <a:pt x="0" y="852916"/>
                  </a:cubicBezTo>
                  <a:lnTo>
                    <a:pt x="0" y="46061"/>
                  </a:lnTo>
                  <a:cubicBezTo>
                    <a:pt x="0" y="33845"/>
                    <a:pt x="4853" y="22129"/>
                    <a:pt x="13491" y="13491"/>
                  </a:cubicBezTo>
                  <a:cubicBezTo>
                    <a:pt x="22129" y="4853"/>
                    <a:pt x="33845" y="0"/>
                    <a:pt x="46061" y="0"/>
                  </a:cubicBezTo>
                  <a:close/>
                </a:path>
              </a:pathLst>
            </a:custGeom>
            <a:grpFill/>
            <a:ln cap="rnd">
              <a:noFill/>
              <a:prstDash val="solid"/>
              <a:round/>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chemeClr val="bg2"/>
                </a:solidFill>
                <a:effectLst/>
                <a:uLnTx/>
                <a:uFillTx/>
                <a:latin typeface="+mn-lt"/>
                <a:ea typeface="+mn-ea"/>
                <a:cs typeface="Poppins" pitchFamily="2" charset="77"/>
              </a:endParaRPr>
            </a:p>
          </p:txBody>
        </p:sp>
        <p:sp>
          <p:nvSpPr>
            <p:cNvPr id="9" name="TextBox 12">
              <a:extLst>
                <a:ext uri="{FF2B5EF4-FFF2-40B4-BE49-F238E27FC236}">
                  <a16:creationId xmlns:a16="http://schemas.microsoft.com/office/drawing/2014/main" id="{639B46FF-1867-AD34-F177-B306F16BBDD8}"/>
                </a:ext>
              </a:extLst>
            </p:cNvPr>
            <p:cNvSpPr txBox="1"/>
            <p:nvPr/>
          </p:nvSpPr>
          <p:spPr>
            <a:xfrm>
              <a:off x="0" y="0"/>
              <a:ext cx="1062419" cy="898977"/>
            </a:xfrm>
            <a:prstGeom prst="rect">
              <a:avLst/>
            </a:prstGeom>
            <a:grpFill/>
            <a:ln cap="rnd">
              <a:noFill/>
              <a:prstDash val="solid"/>
              <a:round/>
            </a:ln>
          </p:spPr>
          <p:txBody>
            <a:bodyPr/>
            <a:lstStyle>
              <a:defPPr>
                <a:defRPr lang="en-US"/>
              </a:defPPr>
              <a:lvl1pPr defTabSz="609630">
                <a:defRPr sz="1050">
                  <a:solidFill>
                    <a:prstClr val="black"/>
                  </a:solidFill>
                  <a:latin typeface="Poppins" pitchFamily="2" charset="77"/>
                  <a:cs typeface="Poppins" pitchFamily="2" charset="77"/>
                </a:defRPr>
              </a:lvl1p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a:ln>
                  <a:noFill/>
                </a:ln>
                <a:solidFill>
                  <a:schemeClr val="bg2"/>
                </a:solidFill>
                <a:effectLst/>
                <a:uLnTx/>
                <a:uFillTx/>
                <a:latin typeface="+mn-lt"/>
                <a:ea typeface="+mn-ea"/>
                <a:cs typeface="Poppins" pitchFamily="2" charset="77"/>
              </a:endParaRPr>
            </a:p>
          </p:txBody>
        </p:sp>
      </p:grpSp>
      <p:sp>
        <p:nvSpPr>
          <p:cNvPr id="12" name="TextBox 12">
            <a:extLst>
              <a:ext uri="{FF2B5EF4-FFF2-40B4-BE49-F238E27FC236}">
                <a16:creationId xmlns:a16="http://schemas.microsoft.com/office/drawing/2014/main" id="{65B8FD09-F756-CB68-519C-C9F8F0E24D3D}"/>
              </a:ext>
            </a:extLst>
          </p:cNvPr>
          <p:cNvSpPr txBox="1"/>
          <p:nvPr userDrawn="1"/>
        </p:nvSpPr>
        <p:spPr>
          <a:xfrm>
            <a:off x="1346390" y="5054911"/>
            <a:ext cx="1737278" cy="259751"/>
          </a:xfrm>
          <a:prstGeom prst="rect">
            <a:avLst/>
          </a:prstGeom>
        </p:spPr>
        <p:txBody>
          <a:bodyPr wrap="square" lIns="0" tIns="0" rIns="0" bIns="0" rtlCol="0" anchor="t">
            <a:spAutoFit/>
          </a:bodyPr>
          <a:lstStyle/>
          <a:p>
            <a:pPr marL="0" marR="0" lvl="0" indent="0" algn="l" defTabSz="609630" rtl="0" eaLnBrk="1" fontAlgn="auto" latinLnBrk="0" hangingPunct="1">
              <a:lnSpc>
                <a:spcPts val="2204"/>
              </a:lnSpc>
              <a:spcBef>
                <a:spcPts val="0"/>
              </a:spcBef>
              <a:spcAft>
                <a:spcPts val="0"/>
              </a:spcAft>
              <a:buClrTx/>
              <a:buSzTx/>
              <a:buFontTx/>
              <a:buNone/>
              <a:tabLst/>
              <a:defRPr/>
            </a:pPr>
            <a:r>
              <a:rPr kumimoji="0" lang="en-US" sz="1252" b="0" i="0" u="none" strike="noStrike" kern="1200" cap="none" spc="0" normalizeH="0" baseline="0" noProof="0" dirty="0">
                <a:ln>
                  <a:noFill/>
                </a:ln>
                <a:solidFill>
                  <a:schemeClr val="accent5"/>
                </a:solidFill>
                <a:effectLst/>
                <a:uLnTx/>
                <a:uFillTx/>
                <a:latin typeface="+mn-lt"/>
                <a:ea typeface="Poppins"/>
                <a:cs typeface="Poppins" pitchFamily="2" charset="77"/>
                <a:sym typeface="Poppins"/>
              </a:rPr>
              <a:t>+1 (484) 497-9660</a:t>
            </a:r>
          </a:p>
        </p:txBody>
      </p:sp>
      <p:sp>
        <p:nvSpPr>
          <p:cNvPr id="14" name="TextBox 13">
            <a:extLst>
              <a:ext uri="{FF2B5EF4-FFF2-40B4-BE49-F238E27FC236}">
                <a16:creationId xmlns:a16="http://schemas.microsoft.com/office/drawing/2014/main" id="{8EE630F4-0594-416D-EA76-B04F60909ADB}"/>
              </a:ext>
            </a:extLst>
          </p:cNvPr>
          <p:cNvSpPr txBox="1"/>
          <p:nvPr userDrawn="1"/>
        </p:nvSpPr>
        <p:spPr>
          <a:xfrm>
            <a:off x="3820898" y="5054911"/>
            <a:ext cx="2716331" cy="259751"/>
          </a:xfrm>
          <a:prstGeom prst="rect">
            <a:avLst/>
          </a:prstGeom>
        </p:spPr>
        <p:txBody>
          <a:bodyPr wrap="square" lIns="0" tIns="0" rIns="0" bIns="0" rtlCol="0" anchor="t">
            <a:spAutoFit/>
          </a:bodyPr>
          <a:lstStyle/>
          <a:p>
            <a:pPr marL="0" marR="0" lvl="0" indent="0" algn="l" defTabSz="609630" rtl="0" eaLnBrk="1" fontAlgn="auto" latinLnBrk="0" hangingPunct="1">
              <a:lnSpc>
                <a:spcPts val="2204"/>
              </a:lnSpc>
              <a:spcBef>
                <a:spcPct val="0"/>
              </a:spcBef>
              <a:spcAft>
                <a:spcPts val="0"/>
              </a:spcAft>
              <a:buClrTx/>
              <a:buSzTx/>
              <a:buFontTx/>
              <a:buNone/>
              <a:tabLst/>
              <a:defRPr/>
            </a:pPr>
            <a:r>
              <a:rPr kumimoji="0" lang="en-US" sz="1252" b="0" i="0" u="none" strike="noStrike" kern="1200" cap="none" spc="0" normalizeH="0" baseline="0" noProof="0" dirty="0" err="1">
                <a:ln>
                  <a:noFill/>
                </a:ln>
                <a:solidFill>
                  <a:schemeClr val="accent5"/>
                </a:solidFill>
                <a:effectLst/>
                <a:uLnTx/>
                <a:uFillTx/>
                <a:latin typeface="+mn-lt"/>
                <a:ea typeface="Poppins"/>
                <a:cs typeface="Poppins" pitchFamily="2" charset="77"/>
                <a:sym typeface="Poppins"/>
              </a:rPr>
              <a:t>sales@cornelisnetworks.com</a:t>
            </a:r>
            <a:endParaRPr kumimoji="0" lang="en-US" sz="1252" b="0" i="0" u="none" strike="noStrike" kern="1200" cap="none" spc="0" normalizeH="0" baseline="0" noProof="0" dirty="0">
              <a:ln>
                <a:noFill/>
              </a:ln>
              <a:solidFill>
                <a:schemeClr val="accent5"/>
              </a:solidFill>
              <a:effectLst/>
              <a:uLnTx/>
              <a:uFillTx/>
              <a:latin typeface="+mn-lt"/>
              <a:ea typeface="Poppins"/>
              <a:cs typeface="Poppins" pitchFamily="2" charset="77"/>
              <a:sym typeface="Poppins"/>
            </a:endParaRPr>
          </a:p>
        </p:txBody>
      </p:sp>
      <p:pic>
        <p:nvPicPr>
          <p:cNvPr id="6" name="Graphic 5" descr="Receiver outline">
            <a:extLst>
              <a:ext uri="{FF2B5EF4-FFF2-40B4-BE49-F238E27FC236}">
                <a16:creationId xmlns:a16="http://schemas.microsoft.com/office/drawing/2014/main" id="{DD310583-552B-910A-B31F-FE6E4FE395C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14401" y="4988397"/>
            <a:ext cx="365760" cy="365760"/>
          </a:xfrm>
          <a:prstGeom prst="rect">
            <a:avLst/>
          </a:prstGeom>
        </p:spPr>
      </p:pic>
      <p:pic>
        <p:nvPicPr>
          <p:cNvPr id="11" name="Graphic 10" descr="Envelope outline">
            <a:extLst>
              <a:ext uri="{FF2B5EF4-FFF2-40B4-BE49-F238E27FC236}">
                <a16:creationId xmlns:a16="http://schemas.microsoft.com/office/drawing/2014/main" id="{EE518D7A-270D-FD50-01D0-96118EBE066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334719" y="4988397"/>
            <a:ext cx="365760" cy="365760"/>
          </a:xfrm>
          <a:prstGeom prst="rect">
            <a:avLst/>
          </a:prstGeom>
        </p:spPr>
      </p:pic>
      <p:pic>
        <p:nvPicPr>
          <p:cNvPr id="5" name="Picture 4" descr="A black and grey logo&#10;&#10;AI-generated content may be incorrect.">
            <a:extLst>
              <a:ext uri="{FF2B5EF4-FFF2-40B4-BE49-F238E27FC236}">
                <a16:creationId xmlns:a16="http://schemas.microsoft.com/office/drawing/2014/main" id="{08F5B4A2-B01E-622A-7F81-4BFFF3316190}"/>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331428305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55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2"/>
                </a:solidFill>
              </a:defRPr>
            </a:lvl1pPr>
            <a:lvl2pPr marL="457182" indent="0">
              <a:buNone/>
              <a:defRPr sz="2000">
                <a:solidFill>
                  <a:schemeClr val="tx1">
                    <a:tint val="75000"/>
                  </a:schemeClr>
                </a:solidFill>
              </a:defRPr>
            </a:lvl2pPr>
            <a:lvl3pPr marL="914363" indent="0">
              <a:buNone/>
              <a:defRPr sz="1800">
                <a:solidFill>
                  <a:schemeClr val="tx1">
                    <a:tint val="75000"/>
                  </a:schemeClr>
                </a:solidFill>
              </a:defRPr>
            </a:lvl3pPr>
            <a:lvl4pPr marL="1371545" indent="0">
              <a:buNone/>
              <a:defRPr sz="1600">
                <a:solidFill>
                  <a:schemeClr val="tx1">
                    <a:tint val="75000"/>
                  </a:schemeClr>
                </a:solidFill>
              </a:defRPr>
            </a:lvl4pPr>
            <a:lvl5pPr marL="1828727" indent="0">
              <a:buNone/>
              <a:defRPr sz="1600">
                <a:solidFill>
                  <a:schemeClr val="tx1">
                    <a:tint val="75000"/>
                  </a:schemeClr>
                </a:solidFill>
              </a:defRPr>
            </a:lvl5pPr>
            <a:lvl6pPr marL="2285909" indent="0">
              <a:buNone/>
              <a:defRPr sz="1600">
                <a:solidFill>
                  <a:schemeClr val="tx1">
                    <a:tint val="75000"/>
                  </a:schemeClr>
                </a:solidFill>
              </a:defRPr>
            </a:lvl6pPr>
            <a:lvl7pPr marL="2743090" indent="0">
              <a:buNone/>
              <a:defRPr sz="1600">
                <a:solidFill>
                  <a:schemeClr val="tx1">
                    <a:tint val="75000"/>
                  </a:schemeClr>
                </a:solidFill>
              </a:defRPr>
            </a:lvl7pPr>
            <a:lvl8pPr marL="3200272" indent="0">
              <a:buNone/>
              <a:defRPr sz="1600">
                <a:solidFill>
                  <a:schemeClr val="tx1">
                    <a:tint val="75000"/>
                  </a:schemeClr>
                </a:solidFill>
              </a:defRPr>
            </a:lvl8pPr>
            <a:lvl9pPr marL="3657454" indent="0">
              <a:buNone/>
              <a:defRPr sz="1600">
                <a:solidFill>
                  <a:schemeClr val="tx1">
                    <a:tint val="75000"/>
                  </a:schemeClr>
                </a:solidFill>
              </a:defRPr>
            </a:lvl9pPr>
          </a:lstStyle>
          <a:p>
            <a:pPr lvl="0"/>
            <a:r>
              <a:rPr lang="en-US" dirty="0"/>
              <a:t>Click to edit Master text styles</a:t>
            </a:r>
          </a:p>
        </p:txBody>
      </p:sp>
      <p:pic>
        <p:nvPicPr>
          <p:cNvPr id="4" name="Picture 3" descr="A black and grey logo&#10;&#10;AI-generated content may be incorrect.">
            <a:extLst>
              <a:ext uri="{FF2B5EF4-FFF2-40B4-BE49-F238E27FC236}">
                <a16:creationId xmlns:a16="http://schemas.microsoft.com/office/drawing/2014/main" id="{4D6068FC-F282-E9CB-984C-7C16A98077C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9611265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Cover B" preserve="1" userDrawn="1">
  <p:cSld name="1_Cover B">
    <p:bg>
      <p:bgPr>
        <a:solidFill>
          <a:srgbClr val="FF0000"/>
        </a:solidFill>
        <a:effectLst/>
      </p:bgPr>
    </p:bg>
    <p:spTree>
      <p:nvGrpSpPr>
        <p:cNvPr id="1" name="Shape 14"/>
        <p:cNvGrpSpPr/>
        <p:nvPr/>
      </p:nvGrpSpPr>
      <p:grpSpPr>
        <a:xfrm>
          <a:off x="0" y="0"/>
          <a:ext cx="0" cy="0"/>
          <a:chOff x="0" y="0"/>
          <a:chExt cx="0" cy="0"/>
        </a:xfrm>
      </p:grpSpPr>
      <p:sp>
        <p:nvSpPr>
          <p:cNvPr id="19" name="Google Shape;19;p40"/>
          <p:cNvSpPr txBox="1">
            <a:spLocks noGrp="1"/>
          </p:cNvSpPr>
          <p:nvPr>
            <p:ph type="title" hasCustomPrompt="1"/>
          </p:nvPr>
        </p:nvSpPr>
        <p:spPr>
          <a:xfrm>
            <a:off x="862140" y="2431694"/>
            <a:ext cx="10775678" cy="3137833"/>
          </a:xfrm>
          <a:prstGeom prst="rect">
            <a:avLst/>
          </a:prstGeom>
          <a:noFill/>
          <a:ln>
            <a:noFill/>
          </a:ln>
        </p:spPr>
        <p:txBody>
          <a:bodyPr spcFirstLastPara="1" wrap="square" lIns="91425" tIns="45700" rIns="91425" bIns="45700" anchor="ctr" anchorCtr="0">
            <a:noAutofit/>
          </a:bodyPr>
          <a:lstStyle>
            <a:lvl1pPr marL="0" marR="0" lvl="0" indent="0" algn="l" defTabSz="914400" rtl="0" eaLnBrk="1" fontAlgn="auto" latinLnBrk="0" hangingPunct="1">
              <a:lnSpc>
                <a:spcPct val="100000"/>
              </a:lnSpc>
              <a:spcBef>
                <a:spcPts val="0"/>
              </a:spcBef>
              <a:spcAft>
                <a:spcPts val="0"/>
              </a:spcAft>
              <a:buClr>
                <a:schemeClr val="dk2"/>
              </a:buClr>
              <a:buSzPts val="5400"/>
              <a:buFont typeface="Poppins Medium"/>
              <a:buNone/>
              <a:tabLst/>
              <a:defRPr sz="5400" b="0">
                <a:solidFill>
                  <a:schemeClr val="tx1"/>
                </a:solidFill>
                <a:latin typeface="+mj-lt"/>
                <a:ea typeface="Poppins Medium"/>
                <a:cs typeface="Poppins Medium"/>
                <a:sym typeface="Poppi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chemeClr val="dk2"/>
              </a:buClr>
              <a:buSzPts val="5400"/>
              <a:buFont typeface="Poppins Medium"/>
              <a:buNone/>
              <a:tabLst/>
              <a:defRPr/>
            </a:pPr>
            <a:r>
              <a:rPr lang="en-US" dirty="0"/>
              <a:t>These slides are Top Secret</a:t>
            </a:r>
            <a:br>
              <a:rPr lang="en-US" dirty="0"/>
            </a:br>
            <a:r>
              <a:rPr lang="en-US" dirty="0"/>
              <a:t>Do not send or share without express legal clearance.</a:t>
            </a:r>
            <a:endParaRPr dirty="0"/>
          </a:p>
        </p:txBody>
      </p:sp>
      <p:pic>
        <p:nvPicPr>
          <p:cNvPr id="5" name="Picture 4" descr="A white text on a black background&#10;&#10;AI-generated content may be incorrect.">
            <a:extLst>
              <a:ext uri="{FF2B5EF4-FFF2-40B4-BE49-F238E27FC236}">
                <a16:creationId xmlns:a16="http://schemas.microsoft.com/office/drawing/2014/main" id="{7EA7599D-FB87-D858-733C-BB481ABDB6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88524" y="545661"/>
            <a:ext cx="6323648" cy="1485624"/>
          </a:xfrm>
          <a:prstGeom prst="rect">
            <a:avLst/>
          </a:prstGeom>
        </p:spPr>
      </p:pic>
      <p:sp>
        <p:nvSpPr>
          <p:cNvPr id="6" name="TextBox 5">
            <a:extLst>
              <a:ext uri="{FF2B5EF4-FFF2-40B4-BE49-F238E27FC236}">
                <a16:creationId xmlns:a16="http://schemas.microsoft.com/office/drawing/2014/main" id="{60545567-26DF-8F31-9C21-0DCE9FDE40A1}"/>
              </a:ext>
            </a:extLst>
          </p:cNvPr>
          <p:cNvSpPr txBox="1"/>
          <p:nvPr userDrawn="1"/>
        </p:nvSpPr>
        <p:spPr>
          <a:xfrm>
            <a:off x="101600" y="6478593"/>
            <a:ext cx="2733964" cy="369332"/>
          </a:xfrm>
          <a:prstGeom prst="rect">
            <a:avLst/>
          </a:prstGeom>
          <a:solidFill>
            <a:srgbClr val="FF0000"/>
          </a:solidFill>
        </p:spPr>
        <p:txBody>
          <a:bodyPr wrap="square" rtlCol="0">
            <a:spAutoFit/>
          </a:bodyPr>
          <a:lstStyle/>
          <a:p>
            <a:r>
              <a:rPr lang="en-US" sz="1800" dirty="0">
                <a:solidFill>
                  <a:schemeClr val="tx1"/>
                </a:solidFill>
                <a:latin typeface="+mj-lt"/>
              </a:rPr>
              <a:t>Cornelis Top Secret</a:t>
            </a:r>
          </a:p>
        </p:txBody>
      </p:sp>
    </p:spTree>
    <p:extLst>
      <p:ext uri="{BB962C8B-B14F-4D97-AF65-F5344CB8AC3E}">
        <p14:creationId xmlns:p14="http://schemas.microsoft.com/office/powerpoint/2010/main" val="11320548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itle and 1 content">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11209360" cy="4603404"/>
          </a:xfrm>
        </p:spPr>
        <p:txBody>
          <a:bodyPr/>
          <a:lstStyle>
            <a:lvl1pPr marL="0" indent="0">
              <a:buNone/>
              <a:defRPr>
                <a:solidFill>
                  <a:schemeClr val="accent5"/>
                </a:solidFill>
                <a:latin typeface="+mn-lt"/>
                <a:cs typeface="Poppins" panose="00000500000000000000" pitchFamily="2" charset="0"/>
              </a:defRPr>
            </a:lvl1pPr>
            <a:lvl2pPr>
              <a:defRPr>
                <a:solidFill>
                  <a:schemeClr val="accent5"/>
                </a:solidFill>
                <a:latin typeface="+mn-lt"/>
                <a:cs typeface="Poppins" panose="00000500000000000000" pitchFamily="2" charset="0"/>
              </a:defRPr>
            </a:lvl2pPr>
            <a:lvl3pPr>
              <a:defRPr>
                <a:solidFill>
                  <a:schemeClr val="accent5"/>
                </a:solidFill>
                <a:latin typeface="+mn-lt"/>
                <a:cs typeface="Poppins" panose="00000500000000000000" pitchFamily="2" charset="0"/>
              </a:defRPr>
            </a:lvl3pPr>
            <a:lvl4pPr>
              <a:defRPr>
                <a:solidFill>
                  <a:schemeClr val="accent5"/>
                </a:solidFill>
                <a:latin typeface="+mn-lt"/>
                <a:cs typeface="Poppins" panose="00000500000000000000" pitchFamily="2" charset="0"/>
              </a:defRPr>
            </a:lvl4pPr>
            <a:lvl5pPr>
              <a:defRPr>
                <a:solidFill>
                  <a:schemeClr val="accent5"/>
                </a:solidFill>
                <a:latin typeface="+mn-lt"/>
                <a:cs typeface="Poppins"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BBE5E3FD-D4CE-0DDE-D573-F54AA61BA350}"/>
              </a:ext>
            </a:extLst>
          </p:cNvPr>
          <p:cNvSpPr txBox="1"/>
          <p:nvPr userDrawn="1"/>
        </p:nvSpPr>
        <p:spPr>
          <a:xfrm>
            <a:off x="0" y="0"/>
            <a:ext cx="12192000" cy="369332"/>
          </a:xfrm>
          <a:prstGeom prst="rect">
            <a:avLst/>
          </a:prstGeom>
          <a:solidFill>
            <a:srgbClr val="FF0000"/>
          </a:solidFill>
        </p:spPr>
        <p:txBody>
          <a:bodyPr wrap="square" rtlCol="0">
            <a:spAutoFit/>
          </a:bodyPr>
          <a:lstStyle/>
          <a:p>
            <a:pPr algn="ctr"/>
            <a:r>
              <a:rPr lang="en-US" sz="1800" dirty="0">
                <a:solidFill>
                  <a:schemeClr val="tx1"/>
                </a:solidFill>
                <a:latin typeface="+mj-lt"/>
              </a:rPr>
              <a:t>Cornelis Top Secret – Do not share or send without express legal permission</a:t>
            </a:r>
          </a:p>
        </p:txBody>
      </p:sp>
      <p:sp>
        <p:nvSpPr>
          <p:cNvPr id="7" name="Title 2">
            <a:extLst>
              <a:ext uri="{FF2B5EF4-FFF2-40B4-BE49-F238E27FC236}">
                <a16:creationId xmlns:a16="http://schemas.microsoft.com/office/drawing/2014/main" id="{A8255B2B-A892-C2C2-8324-894956454F1C}"/>
              </a:ext>
            </a:extLst>
          </p:cNvPr>
          <p:cNvSpPr>
            <a:spLocks noGrp="1"/>
          </p:cNvSpPr>
          <p:nvPr>
            <p:ph type="title"/>
          </p:nvPr>
        </p:nvSpPr>
        <p:spPr>
          <a:xfrm>
            <a:off x="401616" y="390997"/>
            <a:ext cx="11299064" cy="758429"/>
          </a:xfrm>
        </p:spPr>
        <p:txBody>
          <a:bodyPr anchor="t"/>
          <a:lstStyle>
            <a:lvl1pPr>
              <a:defRPr b="0">
                <a:latin typeface="+mj-lt"/>
                <a:cs typeface="Poppins Medium" panose="00000600000000000000" pitchFamily="2" charset="0"/>
              </a:defRPr>
            </a:lvl1pPr>
          </a:lstStyle>
          <a:p>
            <a:r>
              <a:rPr lang="en-US" dirty="0"/>
              <a:t>Click to edit Master title style</a:t>
            </a:r>
          </a:p>
        </p:txBody>
      </p:sp>
      <p:pic>
        <p:nvPicPr>
          <p:cNvPr id="2" name="Picture 1" descr="A black and grey logo&#10;&#10;AI-generated content may be incorrect.">
            <a:extLst>
              <a:ext uri="{FF2B5EF4-FFF2-40B4-BE49-F238E27FC236}">
                <a16:creationId xmlns:a16="http://schemas.microsoft.com/office/drawing/2014/main" id="{90DF7B73-6892-0651-ED46-D7D49E26078D}"/>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32114128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376BCA-AC88-72C1-BEDF-5F744A982411}"/>
              </a:ext>
            </a:extLst>
          </p:cNvPr>
          <p:cNvSpPr>
            <a:spLocks noGrp="1"/>
          </p:cNvSpPr>
          <p:nvPr>
            <p:ph type="title"/>
          </p:nvPr>
        </p:nvSpPr>
        <p:spPr>
          <a:xfrm>
            <a:off x="728871"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66319443-4A6B-1607-F5CB-613B96E287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pyright Line 5">
            <a:extLst>
              <a:ext uri="{FF2B5EF4-FFF2-40B4-BE49-F238E27FC236}">
                <a16:creationId xmlns:a16="http://schemas.microsoft.com/office/drawing/2014/main" id="{12448BE5-99DB-9E21-FBB8-3BEA3F2BDA3B}"/>
              </a:ext>
              <a:ext uri="{C183D7F6-B498-43B3-948B-1728B52AA6E4}">
                <adec:decorative xmlns:adec="http://schemas.microsoft.com/office/drawing/2017/decorative" val="0"/>
              </a:ext>
            </a:extLst>
          </p:cNvPr>
          <p:cNvSpPr txBox="1"/>
          <p:nvPr userDrawn="1"/>
        </p:nvSpPr>
        <p:spPr>
          <a:xfrm>
            <a:off x="103635" y="6654800"/>
            <a:ext cx="5848351" cy="20320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fld id="{16D11268-4A76-4FFC-A40C-2AB91E928D12}" type="slidenum">
              <a:rPr lang="en-US" sz="900" kern="1200" smtClean="0">
                <a:solidFill>
                  <a:schemeClr val="tx1"/>
                </a:solidFill>
                <a:latin typeface="Poppins" pitchFamily="2" charset="77"/>
                <a:ea typeface="+mn-ea"/>
                <a:cs typeface="Poppins" pitchFamily="2" charset="77"/>
              </a:rPr>
              <a:pPr marL="0" marR="0" lvl="0" indent="0" algn="l" defTabSz="914400" rtl="0" eaLnBrk="1" fontAlgn="auto" latinLnBrk="0" hangingPunct="1">
                <a:lnSpc>
                  <a:spcPct val="90000"/>
                </a:lnSpc>
                <a:spcBef>
                  <a:spcPts val="400"/>
                </a:spcBef>
                <a:spcAft>
                  <a:spcPts val="0"/>
                </a:spcAft>
                <a:buClrTx/>
                <a:buSzTx/>
                <a:buFontTx/>
                <a:buNone/>
                <a:tabLst/>
                <a:defRPr/>
              </a:pPr>
              <a:t>‹#›</a:t>
            </a:fld>
            <a:r>
              <a:rPr lang="en-US" sz="900" kern="1200" dirty="0">
                <a:solidFill>
                  <a:schemeClr val="tx1"/>
                </a:solidFill>
                <a:latin typeface="Poppins" pitchFamily="2" charset="77"/>
                <a:ea typeface="+mn-ea"/>
                <a:cs typeface="Poppins" pitchFamily="2" charset="77"/>
              </a:rPr>
              <a:t>  |  C</a:t>
            </a:r>
            <a:r>
              <a:rPr lang="en-US" sz="900" dirty="0">
                <a:solidFill>
                  <a:schemeClr val="tx1"/>
                </a:solidFill>
                <a:latin typeface="Poppins" pitchFamily="2" charset="77"/>
                <a:cs typeface="Poppins" pitchFamily="2" charset="77"/>
              </a:rPr>
              <a:t>ornelis Networks  </a:t>
            </a:r>
            <a:r>
              <a:rPr lang="en-US" sz="900" kern="1200" dirty="0">
                <a:solidFill>
                  <a:schemeClr val="tx1"/>
                </a:solidFill>
                <a:latin typeface="Poppins" pitchFamily="2" charset="77"/>
                <a:ea typeface="+mn-ea"/>
                <a:cs typeface="Poppins" pitchFamily="2" charset="77"/>
              </a:rPr>
              <a:t> | </a:t>
            </a:r>
            <a:r>
              <a:rPr lang="en-US" sz="900" dirty="0">
                <a:solidFill>
                  <a:schemeClr val="tx1"/>
                </a:solidFill>
                <a:latin typeface="Poppins" pitchFamily="2" charset="77"/>
                <a:cs typeface="Poppins" pitchFamily="2" charset="77"/>
              </a:rPr>
              <a:t> Confidential  </a:t>
            </a:r>
            <a:endParaRPr lang="en-US" sz="900" kern="1200" dirty="0">
              <a:solidFill>
                <a:schemeClr val="tx1"/>
              </a:solidFill>
              <a:latin typeface="Poppins" pitchFamily="2" charset="77"/>
              <a:ea typeface="+mn-ea"/>
              <a:cs typeface="Poppins" pitchFamily="2" charset="77"/>
            </a:endParaRPr>
          </a:p>
        </p:txBody>
      </p:sp>
      <p:sp>
        <p:nvSpPr>
          <p:cNvPr id="5" name="Copyright Line 5">
            <a:extLst>
              <a:ext uri="{FF2B5EF4-FFF2-40B4-BE49-F238E27FC236}">
                <a16:creationId xmlns:a16="http://schemas.microsoft.com/office/drawing/2014/main" id="{2093A638-C302-AABC-69E2-1C3E3C3B3EA9}"/>
              </a:ext>
              <a:ext uri="{C183D7F6-B498-43B3-948B-1728B52AA6E4}">
                <adec:decorative xmlns:adec="http://schemas.microsoft.com/office/drawing/2017/decorative" val="0"/>
              </a:ext>
            </a:extLst>
          </p:cNvPr>
          <p:cNvSpPr txBox="1"/>
          <p:nvPr userDrawn="1"/>
        </p:nvSpPr>
        <p:spPr>
          <a:xfrm>
            <a:off x="100584" y="6656832"/>
            <a:ext cx="5848351" cy="20320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fld id="{16D11268-4A76-4FFC-A40C-2AB91E928D12}" type="slidenum">
              <a:rPr lang="en-US" sz="900" kern="1200" smtClean="0">
                <a:solidFill>
                  <a:schemeClr val="accent5"/>
                </a:solidFill>
                <a:latin typeface="Poppins" pitchFamily="2" charset="77"/>
                <a:ea typeface="+mn-ea"/>
                <a:cs typeface="Poppins" pitchFamily="2" charset="77"/>
              </a:rPr>
              <a:pPr marL="0" marR="0" lvl="0" indent="0" algn="l" defTabSz="914400" rtl="0" eaLnBrk="1" fontAlgn="auto" latinLnBrk="0" hangingPunct="1">
                <a:lnSpc>
                  <a:spcPct val="90000"/>
                </a:lnSpc>
                <a:spcBef>
                  <a:spcPts val="400"/>
                </a:spcBef>
                <a:spcAft>
                  <a:spcPts val="0"/>
                </a:spcAft>
                <a:buClrTx/>
                <a:buSzTx/>
                <a:buFontTx/>
                <a:buNone/>
                <a:tabLst/>
                <a:defRPr/>
              </a:pPr>
              <a:t>‹#›</a:t>
            </a:fld>
            <a:r>
              <a:rPr lang="en-US" sz="900" kern="1200" dirty="0">
                <a:solidFill>
                  <a:schemeClr val="accent5"/>
                </a:solidFill>
                <a:latin typeface="Poppins" pitchFamily="2" charset="77"/>
                <a:ea typeface="+mn-ea"/>
                <a:cs typeface="Poppins" pitchFamily="2" charset="77"/>
              </a:rPr>
              <a:t>  |  C</a:t>
            </a:r>
            <a:r>
              <a:rPr lang="en-US" sz="900" dirty="0">
                <a:solidFill>
                  <a:schemeClr val="accent5"/>
                </a:solidFill>
                <a:latin typeface="Poppins" pitchFamily="2" charset="77"/>
                <a:cs typeface="Poppins" pitchFamily="2" charset="77"/>
              </a:rPr>
              <a:t>ornelis Networks | Confidential</a:t>
            </a:r>
            <a:endParaRPr lang="en-US" sz="900" kern="1200" dirty="0">
              <a:solidFill>
                <a:schemeClr val="accent5"/>
              </a:solidFill>
              <a:latin typeface="Poppins" pitchFamily="2" charset="77"/>
              <a:ea typeface="+mn-ea"/>
              <a:cs typeface="Poppins" pitchFamily="2" charset="77"/>
            </a:endParaRPr>
          </a:p>
        </p:txBody>
      </p:sp>
    </p:spTree>
    <p:extLst>
      <p:ext uri="{BB962C8B-B14F-4D97-AF65-F5344CB8AC3E}">
        <p14:creationId xmlns:p14="http://schemas.microsoft.com/office/powerpoint/2010/main" val="1815519804"/>
      </p:ext>
    </p:extLst>
  </p:cSld>
  <p:clrMap bg1="dk1" tx1="lt1" bg2="dk2" tx2="lt2" accent1="accent1" accent2="accent2" accent3="accent3" accent4="accent4" accent5="accent5" accent6="accent6" hlink="hlink" folHlink="folHlink"/>
  <p:sldLayoutIdLst>
    <p:sldLayoutId id="2147483740" r:id="rId1"/>
    <p:sldLayoutId id="2147483744" r:id="rId2"/>
    <p:sldLayoutId id="2147483829" r:id="rId3"/>
    <p:sldLayoutId id="2147483777" r:id="rId4"/>
    <p:sldLayoutId id="2147483745" r:id="rId5"/>
    <p:sldLayoutId id="2147483775" r:id="rId6"/>
    <p:sldLayoutId id="2147483776" r:id="rId7"/>
    <p:sldLayoutId id="2147483746" r:id="rId8"/>
    <p:sldLayoutId id="2147483748" r:id="rId9"/>
    <p:sldLayoutId id="2147483826" r:id="rId10"/>
    <p:sldLayoutId id="2147483828" r:id="rId11"/>
    <p:sldLayoutId id="2147483778" r:id="rId12"/>
    <p:sldLayoutId id="2147483749" r:id="rId13"/>
    <p:sldLayoutId id="2147483758" r:id="rId14"/>
    <p:sldLayoutId id="2147483767" r:id="rId15"/>
    <p:sldLayoutId id="2147483768" r:id="rId16"/>
    <p:sldLayoutId id="2147483747" r:id="rId17"/>
    <p:sldLayoutId id="2147483753" r:id="rId18"/>
    <p:sldLayoutId id="2147483820" r:id="rId19"/>
    <p:sldLayoutId id="2147483783" r:id="rId20"/>
    <p:sldLayoutId id="2147483751" r:id="rId21"/>
    <p:sldLayoutId id="2147483752" r:id="rId22"/>
    <p:sldLayoutId id="2147483754" r:id="rId23"/>
    <p:sldLayoutId id="2147483750" r:id="rId24"/>
    <p:sldLayoutId id="2147483764" r:id="rId25"/>
    <p:sldLayoutId id="2147483766" r:id="rId26"/>
    <p:sldLayoutId id="2147483756" r:id="rId27"/>
    <p:sldLayoutId id="2147483757" r:id="rId28"/>
    <p:sldLayoutId id="2147483759" r:id="rId29"/>
    <p:sldLayoutId id="2147483760" r:id="rId30"/>
    <p:sldLayoutId id="2147483761" r:id="rId31"/>
    <p:sldLayoutId id="2147483763" r:id="rId32"/>
    <p:sldLayoutId id="2147483765" r:id="rId33"/>
    <p:sldLayoutId id="2147483769" r:id="rId34"/>
    <p:sldLayoutId id="2147483770" r:id="rId35"/>
    <p:sldLayoutId id="2147483772" r:id="rId36"/>
    <p:sldLayoutId id="2147483832" r:id="rId37"/>
    <p:sldLayoutId id="2147483822" r:id="rId38"/>
    <p:sldLayoutId id="2147483821" r:id="rId39"/>
  </p:sldLayoutIdLst>
  <p:hf sldNum="0" hdr="0" ftr="0" dt="0"/>
  <p:txStyles>
    <p:titleStyle>
      <a:lvl1pPr algn="l" defTabSz="914400" rtl="0" eaLnBrk="1" latinLnBrk="0" hangingPunct="1">
        <a:lnSpc>
          <a:spcPct val="90000"/>
        </a:lnSpc>
        <a:spcBef>
          <a:spcPct val="0"/>
        </a:spcBef>
        <a:buNone/>
        <a:defRPr sz="4400" b="0" kern="1200">
          <a:solidFill>
            <a:schemeClr val="bg1"/>
          </a:solidFill>
          <a:latin typeface="+mj-lt"/>
          <a:ea typeface="+mj-ea"/>
          <a:cs typeface="Poppins" panose="00000500000000000000" pitchFamily="2"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accent5"/>
          </a:solidFill>
          <a:latin typeface="+mn-lt"/>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5"/>
          </a:solidFill>
          <a:latin typeface="+mn-lt"/>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5"/>
          </a:solidFill>
          <a:latin typeface="+mn-lt"/>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5"/>
          </a:solidFill>
          <a:latin typeface="+mn-lt"/>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5"/>
          </a:solidFill>
          <a:latin typeface="+mn-lt"/>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1"/>
          <p:cNvSpPr txBox="1">
            <a:spLocks noGrp="1"/>
          </p:cNvSpPr>
          <p:nvPr>
            <p:ph type="subTitle" idx="1"/>
          </p:nvPr>
        </p:nvSpPr>
        <p:spPr>
          <a:xfrm>
            <a:off x="560702" y="4899673"/>
            <a:ext cx="9112295" cy="313163"/>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chemeClr val="dk1"/>
              </a:buClr>
              <a:buSzPts val="2200"/>
              <a:buNone/>
            </a:pPr>
            <a:r>
              <a:rPr lang="en-US" dirty="0"/>
              <a:t>WIP</a:t>
            </a:r>
            <a:endParaRPr dirty="0"/>
          </a:p>
        </p:txBody>
      </p:sp>
      <p:sp>
        <p:nvSpPr>
          <p:cNvPr id="353" name="Google Shape;353;p1"/>
          <p:cNvSpPr txBox="1">
            <a:spLocks noGrp="1"/>
          </p:cNvSpPr>
          <p:nvPr>
            <p:ph type="body" idx="2"/>
          </p:nvPr>
        </p:nvSpPr>
        <p:spPr>
          <a:xfrm>
            <a:off x="560702" y="5760412"/>
            <a:ext cx="5120643" cy="442132"/>
          </a:xfrm>
          <a:prstGeom prst="rect">
            <a:avLst/>
          </a:prstGeom>
          <a:noFill/>
          <a:ln>
            <a:noFill/>
          </a:ln>
        </p:spPr>
        <p:txBody>
          <a:bodyPr spcFirstLastPara="1" wrap="square" lIns="91425" tIns="45700" rIns="91425" bIns="45700" anchor="t" anchorCtr="0">
            <a:normAutofit/>
          </a:bodyPr>
          <a:lstStyle/>
          <a:p>
            <a:pPr marL="0" lvl="0" indent="0" rtl="0">
              <a:lnSpc>
                <a:spcPct val="90000"/>
              </a:lnSpc>
              <a:spcBef>
                <a:spcPts val="0"/>
              </a:spcBef>
              <a:spcAft>
                <a:spcPts val="0"/>
              </a:spcAft>
              <a:buClr>
                <a:schemeClr val="dk1"/>
              </a:buClr>
              <a:buSzPts val="1600"/>
              <a:buNone/>
            </a:pPr>
            <a:r>
              <a:rPr lang="en-US" dirty="0">
                <a:latin typeface="+mn-lt"/>
              </a:rPr>
              <a:t>Presenter</a:t>
            </a:r>
            <a:endParaRPr dirty="0">
              <a:latin typeface="+mn-lt"/>
            </a:endParaRPr>
          </a:p>
        </p:txBody>
      </p:sp>
      <p:sp>
        <p:nvSpPr>
          <p:cNvPr id="354" name="Google Shape;354;p1"/>
          <p:cNvSpPr txBox="1">
            <a:spLocks noGrp="1"/>
          </p:cNvSpPr>
          <p:nvPr>
            <p:ph type="body" idx="3"/>
          </p:nvPr>
        </p:nvSpPr>
        <p:spPr>
          <a:xfrm>
            <a:off x="570898" y="6016103"/>
            <a:ext cx="5120643" cy="372882"/>
          </a:xfrm>
          <a:prstGeom prst="rect">
            <a:avLst/>
          </a:prstGeom>
          <a:noFill/>
          <a:ln>
            <a:noFill/>
          </a:ln>
        </p:spPr>
        <p:txBody>
          <a:bodyPr spcFirstLastPara="1" wrap="square" lIns="91425" tIns="45700" rIns="91425" bIns="45700" anchor="t" anchorCtr="0">
            <a:normAutofit/>
          </a:bodyPr>
          <a:lstStyle/>
          <a:p>
            <a:pPr marL="0" lvl="0" indent="0" rtl="0">
              <a:lnSpc>
                <a:spcPct val="90000"/>
              </a:lnSpc>
              <a:spcBef>
                <a:spcPts val="0"/>
              </a:spcBef>
              <a:spcAft>
                <a:spcPts val="0"/>
              </a:spcAft>
              <a:buClr>
                <a:schemeClr val="dk1"/>
              </a:buClr>
              <a:buSzPts val="1100"/>
              <a:buNone/>
            </a:pPr>
            <a:r>
              <a:rPr lang="en-US" dirty="0">
                <a:latin typeface="+mn-lt"/>
              </a:rPr>
              <a:t>Title</a:t>
            </a:r>
            <a:endParaRPr dirty="0">
              <a:latin typeface="+mn-lt"/>
            </a:endParaRPr>
          </a:p>
        </p:txBody>
      </p:sp>
      <p:sp>
        <p:nvSpPr>
          <p:cNvPr id="355" name="Google Shape;355;p1"/>
          <p:cNvSpPr txBox="1">
            <a:spLocks noGrp="1"/>
          </p:cNvSpPr>
          <p:nvPr>
            <p:ph type="title"/>
          </p:nvPr>
        </p:nvSpPr>
        <p:spPr>
          <a:xfrm>
            <a:off x="447485" y="3234320"/>
            <a:ext cx="7421888" cy="17241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5400"/>
              <a:buFont typeface="Poppins Medium"/>
              <a:buNone/>
            </a:pPr>
            <a:r>
              <a:rPr lang="en-US" dirty="0">
                <a:solidFill>
                  <a:schemeClr val="bg2"/>
                </a:solidFill>
                <a:latin typeface="+mj-lt"/>
              </a:rPr>
              <a:t>Title</a:t>
            </a:r>
            <a:endParaRPr dirty="0">
              <a:solidFill>
                <a:schemeClr val="bg2"/>
              </a:solidFill>
              <a:latin typeface="+mj-lt"/>
            </a:endParaRPr>
          </a:p>
        </p:txBody>
      </p:sp>
      <p:sp>
        <p:nvSpPr>
          <p:cNvPr id="356" name="Google Shape;356;p1"/>
          <p:cNvSpPr txBox="1">
            <a:spLocks noGrp="1"/>
          </p:cNvSpPr>
          <p:nvPr>
            <p:ph type="body" idx="4"/>
          </p:nvPr>
        </p:nvSpPr>
        <p:spPr>
          <a:xfrm>
            <a:off x="560702" y="5498815"/>
            <a:ext cx="5120643" cy="258492"/>
          </a:xfrm>
          <a:prstGeom prst="rect">
            <a:avLst/>
          </a:prstGeom>
          <a:noFill/>
          <a:ln>
            <a:noFill/>
          </a:ln>
        </p:spPr>
        <p:txBody>
          <a:bodyPr spcFirstLastPara="1" wrap="square" lIns="91425" tIns="45700" rIns="91425" bIns="45700" anchor="t" anchorCtr="0">
            <a:spAutoFit/>
          </a:bodyPr>
          <a:lstStyle/>
          <a:p>
            <a:pPr marL="0" lvl="0" indent="0" rtl="0">
              <a:lnSpc>
                <a:spcPct val="90000"/>
              </a:lnSpc>
              <a:spcBef>
                <a:spcPts val="0"/>
              </a:spcBef>
              <a:spcAft>
                <a:spcPts val="0"/>
              </a:spcAft>
              <a:buClr>
                <a:schemeClr val="dk1"/>
              </a:buClr>
              <a:buSzPts val="1200"/>
              <a:buNone/>
            </a:pPr>
            <a:r>
              <a:rPr lang="en-US" dirty="0">
                <a:latin typeface="+mn-lt"/>
              </a:rPr>
              <a:t>Date</a:t>
            </a:r>
            <a:endParaRPr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C429181-572C-7DB8-0A49-42B7FBDA036B}"/>
              </a:ext>
            </a:extLst>
          </p:cNvPr>
          <p:cNvSpPr>
            <a:spLocks noGrp="1"/>
          </p:cNvSpPr>
          <p:nvPr>
            <p:ph idx="1"/>
          </p:nvPr>
        </p:nvSpPr>
        <p:spPr/>
        <p:txBody>
          <a:bodyPr>
            <a:normAutofit fontScale="40000" lnSpcReduction="20000"/>
          </a:bodyPr>
          <a:lstStyle/>
          <a:p>
            <a:pPr>
              <a:lnSpc>
                <a:spcPct val="120000"/>
              </a:lnSpc>
            </a:pPr>
            <a:r>
              <a:rPr lang="en-US" dirty="0">
                <a:solidFill>
                  <a:schemeClr val="accent4"/>
                </a:solidFill>
              </a:rPr>
              <a:t>INFORMATION IN THIS DOCUMENT IS PROVIDED IN CONNECTION WITH CORNELIS NETWORKS PRODUCTS. NO LICENSE, EXPRESS OR IMPLIED, BY ESTOPPEL OR OTHERWISE, TO ANY INTELLECTUAL PROPERTY RIGHTS IS GRANTED BY THIS DOCUMENT. EXCEPT AS PROVIDED IN CORNELIS NETWORKS’S TERMS AND CONDITIONS OF SALE FOR SUCH PRODUCTS, CORNELIS NETWORKS ASSUMES NO LIABILITY WHATSOEVER, AND CORNELIS NETWORKS DISCLAIMS ANY EXPRESS OR IMPLIED WARRANTY, RELATING TO SALE AND/OR USE OF CORNELIS NETWORKS PRODUCTS INCLUDING LIABILITY OR WARRANTIES RELATING TO FITNESS FOR A PARTICULAR PURPOSE, MERCHANTABILITY, OR INFRINGEMENT OF ANY PATENT, COPYRIGHT OR OTHER INTELLECTUAL PROPERTY RIGHT. CORNELIS NETWORKS PRODUCTS ARE NOT INTENDED FOR USE IN MEDICAL, LIFE SAVING, OR LIFE SUSTAINING APPLICATIONS. </a:t>
            </a:r>
          </a:p>
          <a:p>
            <a:r>
              <a:rPr lang="en-US" dirty="0">
                <a:solidFill>
                  <a:schemeClr val="accent4"/>
                </a:solidFill>
              </a:rPr>
              <a:t>Cornelis Networks may make changes to specifications and product descriptions at any time, without notice. Designers must not rely on the absence or characteristics of any features or instructions marked "reserved" or "undefined".  Cornelis Networks reserves these for future definition and shall have no responsibility whatsoever for conflicts or incompatibilities arising from future changes to them.  The information here is subject to change without notice.  Do not finalize a design with this information.</a:t>
            </a:r>
          </a:p>
          <a:p>
            <a:r>
              <a:rPr lang="en-US" dirty="0">
                <a:solidFill>
                  <a:schemeClr val="accent4"/>
                </a:solidFill>
              </a:rPr>
              <a:t>All products, dates, and figures specified are preliminary based on current expectations, and are subject to change without notice. Roadmap not reflective of exact launch granularity and timing. The products described in this document may contain design defects or errors known as errata which may cause the product to deviate from published specifications.  Current characterized errata are available on request.</a:t>
            </a:r>
          </a:p>
          <a:p>
            <a:r>
              <a:rPr lang="en-US" dirty="0">
                <a:solidFill>
                  <a:schemeClr val="accent4"/>
                </a:solidFill>
              </a:rPr>
              <a:t>Any code names featured are used internally within Cornelis Networks to identify products that are in development and not yet publicly announced for release.  Customers, licensees and other third parties are not authorized by Cornelis Networks to use code names in advertising, promotion, or marketing of any product or services and any such use of Cornelis Networks' internal code names is at the sole risk of the user. </a:t>
            </a:r>
          </a:p>
          <a:p>
            <a:r>
              <a:rPr lang="en-US" dirty="0">
                <a:solidFill>
                  <a:schemeClr val="accent4"/>
                </a:solidFill>
              </a:rPr>
              <a:t>All products, computer systems, dates and figures specified are preliminary based on current expectations and are subject to change without notice. Material in this presentation is intended as product positioning and not approved end user messaging. </a:t>
            </a:r>
          </a:p>
          <a:p>
            <a:r>
              <a:rPr lang="en-US" dirty="0">
                <a:solidFill>
                  <a:schemeClr val="accent4"/>
                </a:solidFill>
              </a:rPr>
              <a:t>Performance tests are measured using specific computer systems, components, software, operations, and functions. Any change to any of those factors may cause the results to vary. You should consult other information and performance tests to assist you in fully evaluating your contemplated purchases, including the performance of that product when combined with other products.  </a:t>
            </a:r>
          </a:p>
          <a:p>
            <a:r>
              <a:rPr lang="en-US" dirty="0">
                <a:solidFill>
                  <a:schemeClr val="accent4"/>
                </a:solidFill>
              </a:rPr>
              <a:t>Cornelis Networks technologies’ features and benefits depend on system configuration and may require enabled hardware, software or service activation. Performance varies depending on system configuration. </a:t>
            </a:r>
          </a:p>
          <a:p>
            <a:r>
              <a:rPr lang="en-US" dirty="0">
                <a:solidFill>
                  <a:schemeClr val="accent4"/>
                </a:solidFill>
              </a:rPr>
              <a:t>Cornelis, Cornelis Networks, Omni-Path, Omni-Path Express, and the Cornelis Networks logo belong to Cornelis Networks, Inc. Other names and brands may be claimed as the property of others.</a:t>
            </a:r>
            <a:br>
              <a:rPr lang="en-US" dirty="0">
                <a:solidFill>
                  <a:schemeClr val="accent4"/>
                </a:solidFill>
              </a:rPr>
            </a:br>
            <a:endParaRPr lang="en-US" dirty="0">
              <a:solidFill>
                <a:schemeClr val="accent4"/>
              </a:solidFill>
            </a:endParaRPr>
          </a:p>
          <a:p>
            <a:r>
              <a:rPr lang="en-US" dirty="0">
                <a:solidFill>
                  <a:schemeClr val="accent4"/>
                </a:solidFill>
              </a:rPr>
              <a:t>Copyright © </a:t>
            </a:r>
            <a:fld id="{24B2401F-ED0C-4853-ABA5-A20A8120E07A}" type="datetimeyyyy">
              <a:rPr lang="en-US" smtClean="0">
                <a:solidFill>
                  <a:schemeClr val="accent4"/>
                </a:solidFill>
              </a:rPr>
              <a:t>2025</a:t>
            </a:fld>
            <a:r>
              <a:rPr lang="en-US" dirty="0">
                <a:solidFill>
                  <a:schemeClr val="accent4"/>
                </a:solidFill>
              </a:rPr>
              <a:t>, Cornelis Networks, Inc. All Rights Reserved.</a:t>
            </a:r>
          </a:p>
        </p:txBody>
      </p:sp>
      <p:sp>
        <p:nvSpPr>
          <p:cNvPr id="4" name="Title 3">
            <a:extLst>
              <a:ext uri="{FF2B5EF4-FFF2-40B4-BE49-F238E27FC236}">
                <a16:creationId xmlns:a16="http://schemas.microsoft.com/office/drawing/2014/main" id="{BE968582-26E2-4796-9EE0-5547FC371537}"/>
              </a:ext>
            </a:extLst>
          </p:cNvPr>
          <p:cNvSpPr>
            <a:spLocks noGrp="1"/>
          </p:cNvSpPr>
          <p:nvPr>
            <p:ph type="title"/>
          </p:nvPr>
        </p:nvSpPr>
        <p:spPr/>
        <p:txBody>
          <a:bodyPr/>
          <a:lstStyle/>
          <a:p>
            <a:r>
              <a:rPr lang="en-US" dirty="0"/>
              <a:t>Notices and Disclaimers</a:t>
            </a:r>
          </a:p>
        </p:txBody>
      </p:sp>
    </p:spTree>
    <p:extLst>
      <p:ext uri="{BB962C8B-B14F-4D97-AF65-F5344CB8AC3E}">
        <p14:creationId xmlns:p14="http://schemas.microsoft.com/office/powerpoint/2010/main" val="24646257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EA2B63-6711-5999-526E-7AAA4A21302A}"/>
              </a:ext>
            </a:extLst>
          </p:cNvPr>
          <p:cNvSpPr>
            <a:spLocks noGrp="1"/>
          </p:cNvSpPr>
          <p:nvPr>
            <p:ph idx="1"/>
          </p:nvPr>
        </p:nvSpPr>
        <p:spPr/>
        <p:txBody>
          <a:bodyPr/>
          <a:lstStyle/>
          <a:p>
            <a:endParaRPr lang="en-US"/>
          </a:p>
        </p:txBody>
      </p:sp>
      <p:sp>
        <p:nvSpPr>
          <p:cNvPr id="3" name="Title 2">
            <a:extLst>
              <a:ext uri="{FF2B5EF4-FFF2-40B4-BE49-F238E27FC236}">
                <a16:creationId xmlns:a16="http://schemas.microsoft.com/office/drawing/2014/main" id="{1B06B508-CCB9-5998-7BBA-46B9A78851F8}"/>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9910318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7C4164-FAB8-FB7E-F91C-EC1F826C73E0}"/>
              </a:ext>
            </a:extLst>
          </p:cNvPr>
          <p:cNvSpPr>
            <a:spLocks noGrp="1"/>
          </p:cNvSpPr>
          <p:nvPr>
            <p:ph idx="1"/>
          </p:nvPr>
        </p:nvSpPr>
        <p:spPr/>
        <p:txBody>
          <a:bodyPr/>
          <a:lstStyle/>
          <a:p>
            <a:endParaRPr lang="en-US" dirty="0"/>
          </a:p>
        </p:txBody>
      </p:sp>
      <p:sp>
        <p:nvSpPr>
          <p:cNvPr id="3" name="Title 2">
            <a:extLst>
              <a:ext uri="{FF2B5EF4-FFF2-40B4-BE49-F238E27FC236}">
                <a16:creationId xmlns:a16="http://schemas.microsoft.com/office/drawing/2014/main" id="{6845DAA1-F60D-F8BC-BB67-EF16A1955F8B}"/>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15043039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269FCD-1031-975A-57F2-39765E2392FB}"/>
              </a:ext>
            </a:extLst>
          </p:cNvPr>
          <p:cNvSpPr>
            <a:spLocks noGrp="1"/>
          </p:cNvSpPr>
          <p:nvPr>
            <p:ph idx="1"/>
          </p:nvPr>
        </p:nvSpPr>
        <p:spPr/>
        <p:txBody>
          <a:bodyPr/>
          <a:lstStyle/>
          <a:p>
            <a:endParaRPr lang="en-US" dirty="0"/>
          </a:p>
        </p:txBody>
      </p:sp>
      <p:sp>
        <p:nvSpPr>
          <p:cNvPr id="3" name="Title 2">
            <a:extLst>
              <a:ext uri="{FF2B5EF4-FFF2-40B4-BE49-F238E27FC236}">
                <a16:creationId xmlns:a16="http://schemas.microsoft.com/office/drawing/2014/main" id="{03B871D5-5114-2A57-BF05-AE44420C4BAA}"/>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9874347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Packet Taxonomy Team</a:t>
            </a:r>
          </a:p>
        </p:txBody>
      </p:sp>
      <p:sp>
        <p:nvSpPr>
          <p:cNvPr id="3" name="Text Placeholder 2"/>
          <p:cNvSpPr>
            <a:spLocks noGrp="1"/>
          </p:cNvSpPr>
          <p:nvPr>
            <p:ph type="body" idx="12" sz="quarter"/>
          </p:nvPr>
        </p:nvSpPr>
        <p:spPr/>
        <p:txBody>
          <a:bodyPr/>
          <a:lstStyle/>
          <a:p>
            <a:r>
              <a:t>Cornelis Networks Engineering</a:t>
            </a:r>
          </a:p>
        </p:txBody>
      </p:sp>
      <p:sp>
        <p:nvSpPr>
          <p:cNvPr id="4" name="Title 3"/>
          <p:cNvSpPr>
            <a:spLocks noGrp="1"/>
          </p:cNvSpPr>
          <p:nvPr>
            <p:ph type="title"/>
          </p:nvPr>
        </p:nvSpPr>
        <p:spPr/>
        <p:txBody>
          <a:bodyPr/>
          <a:lstStyle/>
          <a:p>
            <a:r>
              <a:t>CN7000 Packet Taxonomy Review Status</a:t>
            </a:r>
          </a:p>
        </p:txBody>
      </p:sp>
      <p:sp>
        <p:nvSpPr>
          <p:cNvPr id="5" name="Text Placeholder 4"/>
          <p:cNvSpPr>
            <a:spLocks noGrp="1"/>
          </p:cNvSpPr>
          <p:nvPr>
            <p:ph type="body" idx="13" sz="quarter"/>
          </p:nvPr>
        </p:nvSpPr>
        <p:spPr/>
        <p:txBody>
          <a:bodyPr/>
          <a:lstStyle/>
          <a:p/>
        </p:txBody>
      </p:sp>
      <p:sp>
        <p:nvSpPr>
          <p:cNvPr id="6" name="Text Placeholder 5"/>
          <p:cNvSpPr>
            <a:spLocks noGrp="1"/>
          </p:cNvSpPr>
          <p:nvPr>
            <p:ph type="body" idx="14" sz="quarter"/>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t>Open Items: 5</a:t>
            </a:r>
          </a:p>
          <a:p>
            <a:r>
              <a:t>Closed Items: 96</a:t>
            </a:r>
          </a:p>
          <a:p>
            <a:r>
              <a:t>Total: 101</a:t>
            </a:r>
          </a:p>
          <a:p>
            <a:r>
              <a:t>Completion: 95%</a:t>
            </a:r>
          </a:p>
          <a:p/>
          <a:p>
            <a:r>
              <a:t>Notes: 95% completion. 13 deferred, 3 spec updates pending. Datamodel gaps (D-001 to D-003) tracked separately.</a:t>
            </a:r>
          </a:p>
        </p:txBody>
      </p:sp>
      <p:sp>
        <p:nvSpPr>
          <p:cNvPr id="3" name="Title 2"/>
          <p:cNvSpPr>
            <a:spLocks noGrp="1"/>
          </p:cNvSpPr>
          <p:nvPr>
            <p:ph type="title"/>
          </p:nvPr>
        </p:nvSpPr>
        <p:spPr/>
        <p:txBody>
          <a:bodyPr/>
          <a:lstStyle/>
          <a:p>
            <a:r>
              <a:t>Overall Work Item Status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Content Placeholder 2"/>
          <p:cNvSpPr>
            <a:spLocks noGrp="1"/>
          </p:cNvSpPr>
          <p:nvPr>
            <p:ph idx="1"/>
          </p:nvPr>
        </p:nvSpPr>
        <p:spPr/>
        <p:txBody>
          <a:bodyPr/>
          <a:lstStyle/>
          <a:p>
            <a:r>
              <a:t>● Datamodel Fixes: Field sizes, layouts, restructuring (W-04, W-07, W-10-014, W-11-006, W-12-011)</a:t>
            </a:r>
          </a:p>
          <a:p>
            <a:r>
              <a:t>● Datamodel Enhancements: Cross-references, metadata, enumerations (W-09 to W-14)</a:t>
            </a:r>
          </a:p>
          <a:p>
            <a:r>
              <a:t>● Documentation: Protocol coverage, MTU values, CMS formats (W-02, W-05, W-17)</a:t>
            </a:r>
          </a:p>
          <a:p>
            <a:r>
              <a:t>● Architecture: L2 header selection, link negotiation (W-09-009, W-16, W-19, W-20)</a:t>
            </a:r>
          </a:p>
          <a:p>
            <a:r>
              <a:t>● Terminology: PDP vs PDS, SES vs SE naming (W-03)</a:t>
            </a:r>
          </a:p>
          <a:p>
            <a:r>
              <a:t>● Investigation: IB Spec 2.0, CC_TYPE extensions (W-10-013, W-11-009)</a:t>
            </a:r>
          </a:p>
        </p:txBody>
      </p:sp>
      <p:sp>
        <p:nvSpPr>
          <p:cNvPr id="4" name="Title 3"/>
          <p:cNvSpPr>
            <a:spLocks noGrp="1"/>
          </p:cNvSpPr>
          <p:nvPr>
            <p:ph type="title"/>
          </p:nvPr>
        </p:nvSpPr>
        <p:spPr/>
        <p:txBody>
          <a:bodyPr/>
          <a:lstStyle/>
          <a:p>
            <a:r>
              <a:t>Review Types Covered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Protocol Coverage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Content Placeholder 2"/>
          <p:cNvSpPr>
            <a:spLocks noGrp="1"/>
          </p:cNvSpPr>
          <p:nvPr>
            <p:ph idx="1"/>
          </p:nvPr>
        </p:nvSpPr>
        <p:spPr/>
        <p:txBody>
          <a:bodyPr/>
          <a:lstStyle/>
          <a:p>
            <a:r>
              <a:t>● transport/pds/: 14 files - Packet Delivery Sublayer (RUD, ROD, ACK, NACK, CP)</a:t>
            </a:r>
          </a:p>
          <a:p>
            <a:r>
              <a:t>● transport/ses/: 15 files - Semantic Sublayer (requests, responses, small msg)</a:t>
            </a:r>
          </a:p>
          <a:p>
            <a:r>
              <a:t>● transport/cms/: 15 files (7 formats + 8 protocols) - Congestion Management</a:t>
            </a:r>
          </a:p>
          <a:p>
            <a:r>
              <a:t>● transport/tss/: 9 files (2 formats + 7 protocols) - Transport Security</a:t>
            </a:r>
          </a:p>
          <a:p>
            <a:r>
              <a:t>● transport/sequences/: 12 files - Packet sequences</a:t>
            </a:r>
          </a:p>
          <a:p>
            <a:r>
              <a:t>● link/llr/: 9 files (6 formats + 3 protocols) - Link Level Reliability</a:t>
            </a:r>
          </a:p>
          <a:p>
            <a:r>
              <a:t>● link/lldp/: 3 files (2 TLVs + 1 protocol) - Link Layer Discovery</a:t>
            </a:r>
          </a:p>
          <a:p>
            <a:r>
              <a:t>● link/cbfc/: 5 files (2 formats + 3 protocols) - Credit-Based Flow Control</a:t>
            </a:r>
          </a:p>
          <a:p>
            <a:r>
              <a:t>● network/: 4 files - UFH-16, UFH-32, DSCP, packet trimming</a:t>
            </a:r>
          </a:p>
          <a:p>
            <a:r>
              <a:t>● physical/: 1 file - Control ordered sets</a:t>
            </a:r>
          </a:p>
        </p:txBody>
      </p:sp>
      <p:sp>
        <p:nvSpPr>
          <p:cNvPr id="4" name="Title 3"/>
          <p:cNvSpPr>
            <a:spLocks noGrp="1"/>
          </p:cNvSpPr>
          <p:nvPr>
            <p:ph type="title"/>
          </p:nvPr>
        </p:nvSpPr>
        <p:spPr/>
        <p:txBody>
          <a:bodyPr/>
          <a:lstStyle/>
          <a:p>
            <a:r>
              <a:t>Ultra Ethernet (ue/) - 103 Files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Content Placeholder 2"/>
          <p:cNvSpPr>
            <a:spLocks noGrp="1"/>
          </p:cNvSpPr>
          <p:nvPr>
            <p:ph idx="1"/>
          </p:nvPr>
        </p:nvSpPr>
        <p:spPr/>
        <p:txBody>
          <a:bodyPr/>
          <a:lstStyle/>
          <a:p>
            <a:r>
              <a:t>● upli/: 8 files (6 channels + 2 protocols) - Upper Protocol Layer Interface</a:t>
            </a:r>
          </a:p>
          <a:p>
            <a:r>
              <a:t>● transaction/: 9 files (7 formats + 2 protocols) - Transaction Layer flits</a:t>
            </a:r>
          </a:p>
          <a:p>
            <a:r>
              <a:t>● datalink/: 12 files (4 headers + 4 messages + 4 protocols) - Data Link Layer</a:t>
            </a:r>
          </a:p>
          <a:p>
            <a:r>
              <a:t>● physical/: 4 files (3 formats + 1 protocol) - Physical Layer</a:t>
            </a:r>
          </a:p>
          <a:p>
            <a:r>
              <a:t>● security/: 5 files (3 formats + 2 protocols) - Encryption/Authentication</a:t>
            </a:r>
          </a:p>
        </p:txBody>
      </p:sp>
      <p:sp>
        <p:nvSpPr>
          <p:cNvPr id="4" name="Title 3"/>
          <p:cNvSpPr>
            <a:spLocks noGrp="1"/>
          </p:cNvSpPr>
          <p:nvPr>
            <p:ph type="title"/>
          </p:nvPr>
        </p:nvSpPr>
        <p:spPr/>
        <p:txBody>
          <a:bodyPr/>
          <a:lstStyle/>
          <a:p>
            <a:r>
              <a:t>UALink (ualink/) - 38 Files (Reference Only)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Content Placeholder 2"/>
          <p:cNvSpPr>
            <a:spLocks noGrp="1"/>
          </p:cNvSpPr>
          <p:nvPr>
            <p:ph idx="1"/>
          </p:nvPr>
        </p:nvSpPr>
        <p:spPr/>
        <p:txBody>
          <a:bodyPr/>
          <a:lstStyle/>
          <a:p>
            <a:r>
              <a:t>● ethernet/link/: 5 files - Ethernet II, 802.3, VLAN, LLC, SNAP</a:t>
            </a:r>
          </a:p>
          <a:p>
            <a:r>
              <a:t>● ethernet/network/: 2 files - IPv4, IPv6</a:t>
            </a:r>
          </a:p>
          <a:p>
            <a:r>
              <a:t>● ethernet/transport/: 2 files - TCP, UDP</a:t>
            </a:r>
          </a:p>
          <a:p>
            <a:r>
              <a:t>● ethernet/rss/: 3 files - Hash algorithm, Toeplitz key, hash input</a:t>
            </a:r>
          </a:p>
          <a:p>
            <a:r>
              <a:t>● roce/transport/: 8 files - BTH, RETH, AETH, DETH, IMMDT, AtomicETH, AtomicAckETH, ICRC</a:t>
            </a:r>
          </a:p>
          <a:p>
            <a:r>
              <a:t>● roce/protocols/: 1 file - QP state machine</a:t>
            </a:r>
          </a:p>
          <a:p>
            <a:r>
              <a:t>● cornelis/link/: 2 files - UE+, L2 prefix</a:t>
            </a:r>
          </a:p>
          <a:p>
            <a:r>
              <a:t>● cornelis/network/: 4 files - UFH-16+, UFH-32+, collective_l2, scaleup_l2</a:t>
            </a:r>
          </a:p>
          <a:p>
            <a:r>
              <a:t>● cornelis/transport/: 2 files - CSIG+, pkey</a:t>
            </a:r>
          </a:p>
          <a:p>
            <a:r>
              <a:t>● cornelis/config/: 2 files - address_vector, peer_capability</a:t>
            </a:r>
          </a:p>
          <a:p>
            <a:r>
              <a:t>● cornelis/protocols/: 1 file - L2 header selection SM</a:t>
            </a:r>
          </a:p>
          <a:p>
            <a:r>
              <a:t>● cornelis/encapsulation/: 1 file - VxLAN+</a:t>
            </a:r>
          </a:p>
        </p:txBody>
      </p:sp>
      <p:sp>
        <p:nvSpPr>
          <p:cNvPr id="4" name="Title 3"/>
          <p:cNvSpPr>
            <a:spLocks noGrp="1"/>
          </p:cNvSpPr>
          <p:nvPr>
            <p:ph type="title"/>
          </p:nvPr>
        </p:nvSpPr>
        <p:spPr/>
        <p:txBody>
          <a:bodyPr/>
          <a:lstStyle/>
          <a:p>
            <a:r>
              <a:t>Ethernet, RoCE, Cornelis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 Item Series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Content Placeholder 2"/>
          <p:cNvSpPr>
            <a:spLocks noGrp="1"/>
          </p:cNvSpPr>
          <p:nvPr>
            <p:ph idx="1"/>
          </p:nvPr>
        </p:nvSpPr>
        <p:spPr/>
        <p:txBody>
          <a:bodyPr/>
          <a:lstStyle/>
          <a:p>
            <a:r>
              <a:t>● W-02-005: Protocol support documentation - Documented UE+, RoCEv2, Ethernet [CLOSED]</a:t>
            </a:r>
          </a:p>
          <a:p>
            <a:r>
              <a:t>● W-02-006: Cornelis Collective Reduction Protocol - Documented in HAS 2.5.4 [CLOSED]</a:t>
            </a:r>
          </a:p>
        </p:txBody>
      </p:sp>
      <p:sp>
        <p:nvSpPr>
          <p:cNvPr id="4" name="Title 3"/>
          <p:cNvSpPr>
            <a:spLocks noGrp="1"/>
          </p:cNvSpPr>
          <p:nvPr>
            <p:ph type="title"/>
          </p:nvPr>
        </p:nvSpPr>
        <p:spPr/>
        <p:txBody>
          <a:bodyPr/>
          <a:lstStyle/>
          <a:p>
            <a:r>
              <a:t>W-02: Protocol Support Documentation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Content Placeholder 2"/>
          <p:cNvSpPr>
            <a:spLocks noGrp="1"/>
          </p:cNvSpPr>
          <p:nvPr>
            <p:ph idx="1"/>
          </p:nvPr>
        </p:nvSpPr>
        <p:spPr/>
        <p:txBody>
          <a:bodyPr/>
          <a:lstStyle/>
          <a:p>
            <a:r>
              <a:t>● W-03-001: Semantic Engine count - Confirmed 64 (8x8) in UML and HAS [CLOSED]</a:t>
            </a:r>
          </a:p>
          <a:p>
            <a:r>
              <a:t>● W-03-002: PDP vs PDS naming inconsistency - Tracked in HAS/PMR/WORK.md [SPEC UPDATE]</a:t>
            </a:r>
          </a:p>
          <a:p>
            <a:r>
              <a:t>● W-03-006: SES vs SE naming - Tracked in HAS/PMR/WORK.md [SPEC UPDATE]</a:t>
            </a:r>
          </a:p>
        </p:txBody>
      </p:sp>
      <p:sp>
        <p:nvSpPr>
          <p:cNvPr id="4" name="Title 3"/>
          <p:cNvSpPr>
            <a:spLocks noGrp="1"/>
          </p:cNvSpPr>
          <p:nvPr>
            <p:ph type="title"/>
          </p:nvPr>
        </p:nvSpPr>
        <p:spPr/>
        <p:txBody>
          <a:bodyPr/>
          <a:lstStyle/>
          <a:p>
            <a:r>
              <a:t>W-03: Terminology Clarifications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Content Placeholder 2"/>
          <p:cNvSpPr>
            <a:spLocks noGrp="1"/>
          </p:cNvSpPr>
          <p:nvPr>
            <p:ph idx="1"/>
          </p:nvPr>
        </p:nvSpPr>
        <p:spPr/>
        <p:txBody>
          <a:bodyPr/>
          <a:lstStyle/>
          <a:p>
            <a:r>
              <a:t>● W-04-004: UE+ header restructure - 24-bit HMAC, correct field layout [CLOSED]</a:t>
            </a:r>
          </a:p>
          <a:p>
            <a:r>
              <a:t>● W-04-005: UFH-16 address size - Restructured to 16-bit addressing [CLOSED]</a:t>
            </a:r>
          </a:p>
          <a:p>
            <a:r>
              <a:t>● W-04-006: UFH-32 address size - Restructured to 32-bit addressing [CLOSED]</a:t>
            </a:r>
          </a:p>
        </p:txBody>
      </p:sp>
      <p:sp>
        <p:nvSpPr>
          <p:cNvPr id="4" name="Title 3"/>
          <p:cNvSpPr>
            <a:spLocks noGrp="1"/>
          </p:cNvSpPr>
          <p:nvPr>
            <p:ph type="title"/>
          </p:nvPr>
        </p:nvSpPr>
        <p:spPr/>
        <p:txBody>
          <a:bodyPr/>
          <a:lstStyle/>
          <a:p>
            <a:r>
              <a:t>W-04: Datamodel Restructuring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Content Placeholder 2"/>
          <p:cNvSpPr>
            <a:spLocks noGrp="1"/>
          </p:cNvSpPr>
          <p:nvPr>
            <p:ph idx="1"/>
          </p:nvPr>
        </p:nvSpPr>
        <p:spPr/>
        <p:txBody>
          <a:bodyPr/>
          <a:lstStyle/>
          <a:p>
            <a:r>
              <a:t>● W-05-001: UE taxonomy reference - Documented in 05-packet-formats.md [CLOSED]</a:t>
            </a:r>
          </a:p>
          <a:p>
            <a:r>
              <a:t>● W-05-002: MTU values verification - HW max=10240, UE+=8192, RoCE=4096 [CLOSED]</a:t>
            </a:r>
          </a:p>
          <a:p>
            <a:r>
              <a:t>● W-05-003: CMS detailed formats - Documented 8 CMS protocol files [CLOSED]</a:t>
            </a:r>
          </a:p>
        </p:txBody>
      </p:sp>
      <p:sp>
        <p:nvSpPr>
          <p:cNvPr id="4" name="Title 3"/>
          <p:cNvSpPr>
            <a:spLocks noGrp="1"/>
          </p:cNvSpPr>
          <p:nvPr>
            <p:ph type="title"/>
          </p:nvPr>
        </p:nvSpPr>
        <p:spPr/>
        <p:txBody>
          <a:bodyPr/>
          <a:lstStyle/>
          <a:p>
            <a:r>
              <a:t>W-05: MTU and Documentation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Content Placeholder 2"/>
          <p:cNvSpPr>
            <a:spLocks noGrp="1"/>
          </p:cNvSpPr>
          <p:nvPr>
            <p:ph idx="1"/>
          </p:nvPr>
        </p:nvSpPr>
        <p:spPr/>
        <p:txBody>
          <a:bodyPr/>
          <a:lstStyle/>
          <a:p>
            <a:r>
              <a:t>● W-06-001: UFH-32 entropy field - Awaiting UEC standardization [DEFERRED]</a:t>
            </a:r>
          </a:p>
          <a:p>
            <a:r>
              <a:t>● W-07-001: ack_cc_state size - Fixed to 64-bit per UE Spec Table 3-36 [CLOSED]</a:t>
            </a:r>
          </a:p>
          <a:p>
            <a:r>
              <a:t>● W-07-002: collective/scaleup specs - Superseded by W-08-001/002 [CLOSED]</a:t>
            </a:r>
          </a:p>
          <a:p>
            <a:r>
              <a:t>● W-07-003: ue_plus.ksy Length field units - TBD (now 6 bits) [INVESTIGATION]</a:t>
            </a:r>
          </a:p>
          <a:p>
            <a:r>
              <a:t>● W-08-001: collective_l2.ksy WIP - Spec incomplete [SPEC UPDATE]</a:t>
            </a:r>
          </a:p>
          <a:p>
            <a:r>
              <a:t>● W-08-002: scaleup_l2.ksy WIP - Spec incomplete [SPEC UPDATE]</a:t>
            </a:r>
          </a:p>
        </p:txBody>
      </p:sp>
      <p:sp>
        <p:nvSpPr>
          <p:cNvPr id="4" name="Title 3"/>
          <p:cNvSpPr>
            <a:spLocks noGrp="1"/>
          </p:cNvSpPr>
          <p:nvPr>
            <p:ph type="title"/>
          </p:nvPr>
        </p:nvSpPr>
        <p:spPr/>
        <p:txBody>
          <a:bodyPr/>
          <a:lstStyle/>
          <a:p>
            <a:r>
              <a:t>W-06 to W-08: Deferred/WIP Items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Content Placeholder 2"/>
          <p:cNvSpPr>
            <a:spLocks noGrp="1"/>
          </p:cNvSpPr>
          <p:nvPr>
            <p:ph idx="1"/>
          </p:nvPr>
        </p:nvSpPr>
        <p:spPr/>
        <p:txBody>
          <a:bodyPr/>
          <a:lstStyle/>
          <a:p>
            <a:r>
              <a:t>● W-09-001 to W-09-004: UE L2/FEP/Network headers - NOT NEEDED (uses standard) [CLOSED]</a:t>
            </a:r>
          </a:p>
          <a:p>
            <a:r>
              <a:t>● W-09-003: PDCID format documentation - Added to rud_rod_request.ksy [CLOSED]</a:t>
            </a:r>
          </a:p>
          <a:p>
            <a:r>
              <a:t>● W-09-005/006: CP payload formats - Updated rud_rod_cp.ksy [CLOSED]</a:t>
            </a:r>
          </a:p>
          <a:p>
            <a:r>
              <a:t>● W-09-007: nack_codes.ksy - Created per Table 3-59 [CLOSED]</a:t>
            </a:r>
          </a:p>
          <a:p>
            <a:r>
              <a:t>● W-09-008: next_header_types.ksy - Created per Table 3-16 [CLOSED]</a:t>
            </a:r>
          </a:p>
          <a:p>
            <a:r>
              <a:t>● W-09-009: L2 header selection rules - Documented UE+ vs Ethernet II [CLOSED]</a:t>
            </a:r>
          </a:p>
          <a:p>
            <a:r>
              <a:t>● W-09-010: UFH UEC standardization - Future optional [DEFERRED]</a:t>
            </a:r>
          </a:p>
        </p:txBody>
      </p:sp>
      <p:sp>
        <p:nvSpPr>
          <p:cNvPr id="4" name="Title 3"/>
          <p:cNvSpPr>
            <a:spLocks noGrp="1"/>
          </p:cNvSpPr>
          <p:nvPr>
            <p:ph type="title"/>
          </p:nvPr>
        </p:nvSpPr>
        <p:spPr/>
        <p:txBody>
          <a:bodyPr/>
          <a:lstStyle/>
          <a:p>
            <a:r>
              <a:t>W-09: UE Spec Clarifications (10 items)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Content Placeholder 2"/>
          <p:cNvSpPr>
            <a:spLocks noGrp="1"/>
          </p:cNvSpPr>
          <p:nvPr>
            <p:ph idx="1"/>
          </p:nvPr>
        </p:nvSpPr>
        <p:spPr/>
        <p:txBody>
          <a:bodyPr/>
          <a:lstStyle/>
          <a:p>
            <a:r>
              <a:t>● W-10-001/002: cc_type.ksy, ccx_type.ksy - Created enumerations [CLOSED]</a:t>
            </a:r>
          </a:p>
          <a:p>
            <a:r>
              <a:t>● W-10-003/004: Preprocessing refs, Credit CP constraints [CLOSED]</a:t>
            </a:r>
          </a:p>
          <a:p>
            <a:r>
              <a:t>● W-10-005: ccc_state_machine.ksy API refs - Added Section 3.6.8.1 [CLOSED]</a:t>
            </a:r>
          </a:p>
          <a:p>
            <a:r>
              <a:t>● W-10-006: nscc_source.ksy expansion - 53 to 580 lines [CLOSED]</a:t>
            </a:r>
          </a:p>
          <a:p>
            <a:r>
              <a:t>● W-10-007 to W-10-012: Algorithm stub expansions [DEFERRED - 6 items]</a:t>
            </a:r>
          </a:p>
          <a:p>
            <a:r>
              <a:t>● W-10-013: CC_TYPE proprietary extensions [INVESTIGATION]</a:t>
            </a:r>
          </a:p>
          <a:p>
            <a:r>
              <a:t>● W-10-014: ack_cc_state_rccc_tfc.ksy size fix - 5 to 8 bytes [CLOSED]</a:t>
            </a:r>
          </a:p>
          <a:p>
            <a:r>
              <a:t>● W-10-015: nscc_source.ksy review - PASS, all params verified [CLOSED]</a:t>
            </a:r>
          </a:p>
        </p:txBody>
      </p:sp>
      <p:sp>
        <p:nvSpPr>
          <p:cNvPr id="4" name="Title 3"/>
          <p:cNvSpPr>
            <a:spLocks noGrp="1"/>
          </p:cNvSpPr>
          <p:nvPr>
            <p:ph type="title"/>
          </p:nvPr>
        </p:nvSpPr>
        <p:spPr/>
        <p:txBody>
          <a:bodyPr/>
          <a:lstStyle/>
          <a:p>
            <a:r>
              <a:t>W-10: CMS Enumerations (15 items)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Content Placeholder 2"/>
          <p:cNvSpPr>
            <a:spLocks noGrp="1"/>
          </p:cNvSpPr>
          <p:nvPr>
            <p:ph idx="1"/>
          </p:nvPr>
        </p:nvSpPr>
        <p:spPr/>
        <p:txBody>
          <a:bodyPr/>
          <a:lstStyle/>
          <a:p>
            <a:r>
              <a:t>● W-11-001/002: is_atomic docs, is_ack/is_atomic_ack instances [CLOSED]</a:t>
            </a:r>
          </a:p>
          <a:p>
            <a:r>
              <a:t>● W-11-003/004: CNP/XRC transport types, FECN/BECN documentation [CLOSED]</a:t>
            </a:r>
          </a:p>
          <a:p>
            <a:r>
              <a:t>● W-11-005: Operation validity matrix per IB Spec Table 38 [CLOSED]</a:t>
            </a:r>
          </a:p>
          <a:p>
            <a:r>
              <a:t>● W-11-006: aeth.ksy syndrome fix - Mask 0x1f, shift &gt;&gt;5 [CLOSED]</a:t>
            </a:r>
          </a:p>
          <a:p>
            <a:r>
              <a:t>● W-11-007/008: x-related-headers, x-spec metadata to all RoCE files [CLOSED]</a:t>
            </a:r>
          </a:p>
          <a:p>
            <a:r>
              <a:t>● W-11-009: IB Spec 2.0 review - Blocked on IBTA access [PENDING]</a:t>
            </a:r>
          </a:p>
        </p:txBody>
      </p:sp>
      <p:sp>
        <p:nvSpPr>
          <p:cNvPr id="4" name="Title 3"/>
          <p:cNvSpPr>
            <a:spLocks noGrp="1"/>
          </p:cNvSpPr>
          <p:nvPr>
            <p:ph type="title"/>
          </p:nvPr>
        </p:nvSpPr>
        <p:spPr/>
        <p:txBody>
          <a:bodyPr/>
          <a:lstStyle/>
          <a:p>
            <a:r>
              <a:t>W-11: RoCE BTH/AETH Updates (9 items)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Content Placeholder 2"/>
          <p:cNvSpPr>
            <a:spLocks noGrp="1"/>
          </p:cNvSpPr>
          <p:nvPr>
            <p:ph idx="1"/>
          </p:nvPr>
        </p:nvSpPr>
        <p:spPr/>
        <p:txBody>
          <a:bodyPr/>
          <a:lstStyle/>
          <a:p>
            <a:r>
              <a:t>● W-12-001 to W-12-005: Opcode format standardization, README updates [CLOSED]</a:t>
            </a:r>
          </a:p>
          <a:p>
            <a:r>
              <a:t>● W-12-006: aeth.ksy rnr_timeout enum - CANCELLED (complete range) [CANCELLED]</a:t>
            </a:r>
          </a:p>
          <a:p>
            <a:r>
              <a:t>● W-12-007 to W-12-011: x-spec fixes, ICRC masking, syndrome fix [CLOSED]</a:t>
            </a:r>
          </a:p>
          <a:p>
            <a:r>
              <a:t>● W-12-012: PMR transport support - CNP=Yes, XRC=No [CLOSED]</a:t>
            </a:r>
          </a:p>
          <a:p>
            <a:r>
              <a:t>● W-12-013 to W-12-018: Missing opcodes in x-related-headers [CLOSED]</a:t>
            </a:r>
          </a:p>
        </p:txBody>
      </p:sp>
      <p:sp>
        <p:nvSpPr>
          <p:cNvPr id="4" name="Title 3"/>
          <p:cNvSpPr>
            <a:spLocks noGrp="1"/>
          </p:cNvSpPr>
          <p:nvPr>
            <p:ph type="title"/>
          </p:nvPr>
        </p:nvSpPr>
        <p:spPr/>
        <p:txBody>
          <a:bodyPr/>
          <a:lstStyle/>
          <a:p>
            <a:r>
              <a:t>W-12: RoCE Cross-References (18 items)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Content Placeholder 2"/>
          <p:cNvSpPr>
            <a:spLocks noGrp="1"/>
          </p:cNvSpPr>
          <p:nvPr>
            <p:ph idx="1"/>
          </p:nvPr>
        </p:nvSpPr>
        <p:spPr/>
        <p:txBody>
          <a:bodyPr/>
          <a:lstStyle/>
          <a:p>
            <a:r>
              <a:t>● W-13-001 to W-13-003: x-related-headers, x-spec, x-packet to all files [CLOSED]</a:t>
            </a:r>
          </a:p>
          <a:p>
            <a:r>
              <a:t>● W-13-004/005: Frame size clarification, VLAN header size docs [CLOSED]</a:t>
            </a:r>
          </a:p>
          <a:p>
            <a:r>
              <a:t>● W-13-006 to W-13-009: README, RoCE cross-ref, RSS hash, TCP reserved [CLOSED]</a:t>
            </a:r>
          </a:p>
          <a:p>
            <a:r>
              <a:t>● W-13-010: IEEE 802.3 frame support - ethernet_802_3, llc, snap [CLOSED]</a:t>
            </a:r>
          </a:p>
          <a:p>
            <a:r>
              <a:t>● W-13-011: RSS hash documentation - Created rss/ directory [CLOSED]</a:t>
            </a:r>
          </a:p>
          <a:p>
            <a:r>
              <a:t>● W-13-012 to W-13-019: VLAN/RSS cross-refs, README fixes [CLOSED]</a:t>
            </a:r>
          </a:p>
          <a:p>
            <a:r>
              <a:t>● W-13-020/021: Kaitai validation script - validate_ksy.py [CLOSED]</a:t>
            </a:r>
          </a:p>
        </p:txBody>
      </p:sp>
      <p:sp>
        <p:nvSpPr>
          <p:cNvPr id="4" name="Title 3"/>
          <p:cNvSpPr>
            <a:spLocks noGrp="1"/>
          </p:cNvSpPr>
          <p:nvPr>
            <p:ph type="title"/>
          </p:nvPr>
        </p:nvSpPr>
        <p:spPr/>
        <p:txBody>
          <a:bodyPr/>
          <a:lstStyle/>
          <a:p>
            <a:r>
              <a:t>W-13: Ethernet Metadata/RSS (21 items)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Content Placeholder 2"/>
          <p:cNvSpPr>
            <a:spLocks noGrp="1"/>
          </p:cNvSpPr>
          <p:nvPr>
            <p:ph idx="1"/>
          </p:nvPr>
        </p:nvSpPr>
        <p:spPr/>
        <p:txBody>
          <a:bodyPr/>
          <a:lstStyle/>
          <a:p>
            <a:r>
              <a:t>● W-14-001: dl_flit.yaml segment sizes - Fixed to match ksy [CLOSED]</a:t>
            </a:r>
          </a:p>
          <a:p>
            <a:r>
              <a:t>● W-14-002: metadata.yaml packet count - 35 to 38 [CLOSED]</a:t>
            </a:r>
          </a:p>
          <a:p>
            <a:r>
              <a:t>● W-14-003: YAML ksy_file cross-references [CLOSED]</a:t>
            </a:r>
          </a:p>
          <a:p>
            <a:r>
              <a:t>● W-14-004: Security layer expansion - 270 to 1655 lines [CLOSED]</a:t>
            </a:r>
          </a:p>
          <a:p>
            <a:r>
              <a:t>● W-14-005: spec_date verification [CLOSED]</a:t>
            </a:r>
          </a:p>
          <a:p>
            <a:r>
              <a:t>● W-14-006: Security layer review - All verified [CLOSED]</a:t>
            </a:r>
          </a:p>
          <a:p>
            <a:r>
              <a:t>● W-14-007: x-related-headers to 37 KSY files [CLOSED]</a:t>
            </a:r>
          </a:p>
          <a:p>
            <a:r>
              <a:t>● W-14-008 to W-14-011: Half-flit, response_field, flit_header, YAML criteria [CLOSED]</a:t>
            </a:r>
          </a:p>
        </p:txBody>
      </p:sp>
      <p:sp>
        <p:nvSpPr>
          <p:cNvPr id="4" name="Title 3"/>
          <p:cNvSpPr>
            <a:spLocks noGrp="1"/>
          </p:cNvSpPr>
          <p:nvPr>
            <p:ph type="title"/>
          </p:nvPr>
        </p:nvSpPr>
        <p:spPr/>
        <p:txBody>
          <a:bodyPr/>
          <a:lstStyle/>
          <a:p>
            <a:r>
              <a:t>W-14: UALink Expansion (11 items)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Content Placeholder 2"/>
          <p:cNvSpPr>
            <a:spLocks noGrp="1"/>
          </p:cNvSpPr>
          <p:nvPr>
            <p:ph idx="1"/>
          </p:nvPr>
        </p:nvSpPr>
        <p:spPr/>
        <p:txBody>
          <a:bodyPr/>
          <a:lstStyle/>
          <a:p>
            <a:r>
              <a:t>● W-15: UE+ to CN7000 PPT comparison - Requires SharePoint access [DEFERRED]</a:t>
            </a:r>
          </a:p>
          <a:p>
            <a:r>
              <a:t>● W-15-001: UFH header reorganization - UE standard vs Cornelis _plus [CLOSED]</a:t>
            </a:r>
          </a:p>
          <a:p>
            <a:r>
              <a:t>● W-16: L2 Header Selection Datamodel - 4 new KSY files, 924 lines [CLOSED]</a:t>
            </a:r>
          </a:p>
        </p:txBody>
      </p:sp>
      <p:sp>
        <p:nvSpPr>
          <p:cNvPr id="4" name="Title 3"/>
          <p:cNvSpPr>
            <a:spLocks noGrp="1"/>
          </p:cNvSpPr>
          <p:nvPr>
            <p:ph type="title"/>
          </p:nvPr>
        </p:nvSpPr>
        <p:spPr/>
        <p:txBody>
          <a:bodyPr/>
          <a:lstStyle/>
          <a:p>
            <a:r>
              <a:t>W-15 to W-16: Recent Work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Content Placeholder 2"/>
          <p:cNvSpPr>
            <a:spLocks noGrp="1"/>
          </p:cNvSpPr>
          <p:nvPr>
            <p:ph idx="1"/>
          </p:nvPr>
        </p:nvSpPr>
        <p:spPr/>
        <p:txBody>
          <a:bodyPr/>
          <a:lstStyle/>
          <a:p>
            <a:r>
              <a:t>○ W-17: VLAN Protocol Coverage - Cross-protocol interactions [OPEN - Medium]</a:t>
            </a:r>
          </a:p>
          <a:p>
            <a:r>
              <a:t>○ W-18: VXLAN Protocol Coverage - Standard vs VxLAN+ selection [OPEN - Medium]</a:t>
            </a:r>
          </a:p>
          <a:p>
            <a:r>
              <a:t>○ W-19: UFH Rules for L2 Selection - Scale-out vs scale-up [OPEN - High]</a:t>
            </a:r>
          </a:p>
          <a:p>
            <a:r>
              <a:t>○ W-20: Link Negotiation Review - Multi-protocol support [OPEN - High]</a:t>
            </a:r>
          </a:p>
        </p:txBody>
      </p:sp>
      <p:sp>
        <p:nvSpPr>
          <p:cNvPr id="4" name="Title 3"/>
          <p:cNvSpPr>
            <a:spLocks noGrp="1"/>
          </p:cNvSpPr>
          <p:nvPr>
            <p:ph type="title"/>
          </p:nvPr>
        </p:nvSpPr>
        <p:spPr/>
        <p:txBody>
          <a:bodyPr/>
          <a:lstStyle/>
          <a:p>
            <a:r>
              <a:t>W-17 to W-20: Open Items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Protocol Modifications Summary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Ultra Ethernet (ue/)</a:t>
            </a:r>
          </a:p>
        </p:txBody>
      </p:sp>
      <p:sp>
        <p:nvSpPr>
          <p:cNvPr id="3" name="Content Placeholder 2"/>
          <p:cNvSpPr>
            <a:spLocks noGrp="1"/>
          </p:cNvSpPr>
          <p:nvPr>
            <p:ph idx="1"/>
          </p:nvPr>
        </p:nvSpPr>
        <p:spPr/>
        <p:txBody>
          <a:bodyPr/>
          <a:lstStyle/>
          <a:p>
            <a:r>
              <a:t>Files Created:</a:t>
            </a:r>
          </a:p>
          <a:p>
            <a:r>
              <a:t>• network/ufh_16.ksy, ufh_32.ksy (UE standard)</a:t>
            </a:r>
          </a:p>
          <a:p>
            <a:r>
              <a:t>• transport/pds/nack_codes.ksy</a:t>
            </a:r>
          </a:p>
          <a:p>
            <a:r>
              <a:t>• transport/ses/next_header_types.ksy</a:t>
            </a:r>
          </a:p>
          <a:p>
            <a:r>
              <a:t>• transport/cms/cc_type.ksy, ccx_type.ksy</a:t>
            </a:r>
          </a:p>
          <a:p>
            <a:r>
              <a:t>• link/lldp/protocols/link_negotiation_sm.ksy</a:t>
            </a:r>
          </a:p>
        </p:txBody>
      </p:sp>
      <p:sp>
        <p:nvSpPr>
          <p:cNvPr id="4" name="Text Placeholder 3"/>
          <p:cNvSpPr>
            <a:spLocks noGrp="1"/>
          </p:cNvSpPr>
          <p:nvPr>
            <p:ph type="body" idx="12" sz="quarter"/>
          </p:nvPr>
        </p:nvSpPr>
        <p:spPr/>
        <p:txBody>
          <a:bodyPr/>
          <a:lstStyle/>
          <a:p/>
        </p:txBody>
      </p:sp>
      <p:sp>
        <p:nvSpPr>
          <p:cNvPr id="5" name="Content Placeholder 4"/>
          <p:cNvSpPr>
            <a:spLocks noGrp="1"/>
          </p:cNvSpPr>
          <p:nvPr>
            <p:ph idx="11"/>
          </p:nvPr>
        </p:nvSpPr>
        <p:spPr/>
        <p:txBody>
          <a:bodyPr/>
          <a:lstStyle/>
          <a:p>
            <a:r>
              <a:t>Files Modified:</a:t>
            </a:r>
          </a:p>
          <a:p>
            <a:r>
              <a:t>• transport/pds/ack_cc.ksy (64-bit fix)</a:t>
            </a:r>
          </a:p>
          <a:p>
            <a:r>
              <a:t>• transport/pds/rud_rod_request.ksy (PDCID)</a:t>
            </a:r>
          </a:p>
          <a:p>
            <a:r>
              <a:t>• transport/pds/rud_rod_cp.ksy (payload)</a:t>
            </a:r>
          </a:p>
          <a:p>
            <a:r>
              <a:t>• transport/cms/nscc_source.ksy (expansion)</a:t>
            </a:r>
          </a:p>
          <a:p>
            <a:r>
              <a:t>• transport/cms/ack_cc_state_*.ksy (refs)</a:t>
            </a:r>
          </a:p>
          <a:p>
            <a:r>
              <a:t>• transport/cms/ccc_state_machine.ksy (API)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Ethernet and RoCE</a:t>
            </a:r>
          </a:p>
        </p:txBody>
      </p:sp>
      <p:sp>
        <p:nvSpPr>
          <p:cNvPr id="3" name="Content Placeholder 2"/>
          <p:cNvSpPr>
            <a:spLocks noGrp="1"/>
          </p:cNvSpPr>
          <p:nvPr>
            <p:ph idx="1"/>
          </p:nvPr>
        </p:nvSpPr>
        <p:spPr/>
        <p:txBody>
          <a:bodyPr/>
          <a:lstStyle/>
          <a:p>
            <a:r>
              <a:t>Ethernet Created:</a:t>
            </a:r>
          </a:p>
          <a:p>
            <a:r>
              <a:t>• link/ethernet_802_3.ksy</a:t>
            </a:r>
          </a:p>
          <a:p>
            <a:r>
              <a:t>• link/llc.ksy</a:t>
            </a:r>
          </a:p>
          <a:p>
            <a:r>
              <a:t>• link/snap.ksy</a:t>
            </a:r>
          </a:p>
          <a:p>
            <a:r>
              <a:t>• rss/hash_algorithm.ksy</a:t>
            </a:r>
          </a:p>
          <a:p>
            <a:r>
              <a:t>• rss/toeplitz_key.ksy</a:t>
            </a:r>
          </a:p>
          <a:p>
            <a:r>
              <a:t>• rss/hash_input.ksy</a:t>
            </a:r>
          </a:p>
        </p:txBody>
      </p:sp>
      <p:sp>
        <p:nvSpPr>
          <p:cNvPr id="4" name="Text Placeholder 3"/>
          <p:cNvSpPr>
            <a:spLocks noGrp="1"/>
          </p:cNvSpPr>
          <p:nvPr>
            <p:ph type="body" idx="12" sz="quarter"/>
          </p:nvPr>
        </p:nvSpPr>
        <p:spPr/>
        <p:txBody>
          <a:bodyPr/>
          <a:lstStyle/>
          <a:p/>
        </p:txBody>
      </p:sp>
      <p:sp>
        <p:nvSpPr>
          <p:cNvPr id="5" name="Content Placeholder 4"/>
          <p:cNvSpPr>
            <a:spLocks noGrp="1"/>
          </p:cNvSpPr>
          <p:nvPr>
            <p:ph idx="11"/>
          </p:nvPr>
        </p:nvSpPr>
        <p:spPr/>
        <p:txBody>
          <a:bodyPr/>
          <a:lstStyle/>
          <a:p>
            <a:r>
              <a:t>RoCE/Ethernet Modified:</a:t>
            </a:r>
          </a:p>
          <a:p>
            <a:r>
              <a:t>• All 12 ethernet files (metadata)</a:t>
            </a:r>
          </a:p>
          <a:p>
            <a:r>
              <a:t>• roce/transport/bth.ksy (major)</a:t>
            </a:r>
          </a:p>
          <a:p>
            <a:r>
              <a:t>• roce/transport/aeth.ksy (syndrome fix)</a:t>
            </a:r>
          </a:p>
          <a:p>
            <a:r>
              <a:t>• All 9 RoCE files (x-related-headers)</a:t>
            </a:r>
          </a:p>
          <a:p>
            <a:r>
              <a:t>• ipv4.ksy, ipv6.ksy (RSS refs)</a:t>
            </a:r>
          </a:p>
          <a:p>
            <a:r>
              <a:t>• tcp.ksy, udp.ksy (RSS, reserved)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Cornelis and UALink</a:t>
            </a:r>
          </a:p>
        </p:txBody>
      </p:sp>
      <p:sp>
        <p:nvSpPr>
          <p:cNvPr id="3" name="Content Placeholder 2"/>
          <p:cNvSpPr>
            <a:spLocks noGrp="1"/>
          </p:cNvSpPr>
          <p:nvPr>
            <p:ph idx="1"/>
          </p:nvPr>
        </p:nvSpPr>
        <p:spPr/>
        <p:txBody>
          <a:bodyPr/>
          <a:lstStyle/>
          <a:p>
            <a:r>
              <a:t>Cornelis Created:</a:t>
            </a:r>
          </a:p>
          <a:p>
            <a:r>
              <a:t>• config/address_vector.ksy</a:t>
            </a:r>
          </a:p>
          <a:p>
            <a:r>
              <a:t>• config/peer_capability.ksy</a:t>
            </a:r>
          </a:p>
          <a:p>
            <a:r>
              <a:t>• protocols/l2_header_selection_sm.ksy</a:t>
            </a:r>
          </a:p>
        </p:txBody>
      </p:sp>
      <p:sp>
        <p:nvSpPr>
          <p:cNvPr id="4" name="Text Placeholder 3"/>
          <p:cNvSpPr>
            <a:spLocks noGrp="1"/>
          </p:cNvSpPr>
          <p:nvPr>
            <p:ph type="body" idx="12" sz="quarter"/>
          </p:nvPr>
        </p:nvSpPr>
        <p:spPr/>
        <p:txBody>
          <a:bodyPr/>
          <a:lstStyle/>
          <a:p/>
        </p:txBody>
      </p:sp>
      <p:sp>
        <p:nvSpPr>
          <p:cNvPr id="5" name="Content Placeholder 4"/>
          <p:cNvSpPr>
            <a:spLocks noGrp="1"/>
          </p:cNvSpPr>
          <p:nvPr>
            <p:ph idx="11"/>
          </p:nvPr>
        </p:nvSpPr>
        <p:spPr/>
        <p:txBody>
          <a:bodyPr/>
          <a:lstStyle/>
          <a:p>
            <a:r>
              <a:t>Cornelis/UALink Modified:</a:t>
            </a:r>
          </a:p>
          <a:p>
            <a:r>
              <a:t>• network/ufh_16.ksy renamed to ufh_16_plus.ksy</a:t>
            </a:r>
          </a:p>
          <a:p>
            <a:r>
              <a:t>• network/ufh_32.ksy renamed to ufh_32_plus.ksy</a:t>
            </a:r>
          </a:p>
          <a:p>
            <a:r>
              <a:t>• link/ue_plus.ksy (restructure)</a:t>
            </a:r>
          </a:p>
          <a:p>
            <a:r>
              <a:t>• 37 UALink files (x-related-headers)</a:t>
            </a:r>
          </a:p>
          <a:p>
            <a:r>
              <a:t>• 5 UALink security files (expansion)</a:t>
            </a:r>
          </a:p>
          <a:p>
            <a:r>
              <a:t>• UALink half-flit, response_field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Non-Protocol Changes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Content Placeholder 2"/>
          <p:cNvSpPr>
            <a:spLocks noGrp="1"/>
          </p:cNvSpPr>
          <p:nvPr>
            <p:ph idx="1"/>
          </p:nvPr>
        </p:nvSpPr>
        <p:spPr/>
        <p:txBody>
          <a:bodyPr/>
          <a:lstStyle/>
          <a:p>
            <a:r>
              <a:t>● datamodel/scripts/validate_ksy.py - KSY validation (W-13-020/021)</a:t>
            </a:r>
          </a:p>
        </p:txBody>
      </p:sp>
      <p:sp>
        <p:nvSpPr>
          <p:cNvPr id="4" name="Title 3"/>
          <p:cNvSpPr>
            <a:spLocks noGrp="1"/>
          </p:cNvSpPr>
          <p:nvPr>
            <p:ph type="title"/>
          </p:nvPr>
        </p:nvSpPr>
        <p:spPr/>
        <p:txBody>
          <a:bodyPr/>
          <a:lstStyle/>
          <a:p>
            <a:r>
              <a:t>Scripts and Infrastructure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Content Placeholder 2"/>
          <p:cNvSpPr>
            <a:spLocks noGrp="1"/>
          </p:cNvSpPr>
          <p:nvPr>
            <p:ph idx="1"/>
          </p:nvPr>
        </p:nvSpPr>
        <p:spPr/>
        <p:txBody>
          <a:bodyPr/>
          <a:lstStyle/>
          <a:p>
            <a:r>
              <a:t>● hw/asics/pmr/interfaces/ethernet/eth_tx_wqe.ksy - 9216 to 10240</a:t>
            </a:r>
          </a:p>
          <a:p>
            <a:r>
              <a:t>● hw/ip/cornelis/ec/descriptors.ksy - 9216 to 10240</a:t>
            </a:r>
          </a:p>
          <a:p>
            <a:r>
              <a:t>● hw/asics/pmr/interfaces/pcie/descriptors.ksy - 9216 to 10240</a:t>
            </a:r>
          </a:p>
        </p:txBody>
      </p:sp>
      <p:sp>
        <p:nvSpPr>
          <p:cNvPr id="4" name="Title 3"/>
          <p:cNvSpPr>
            <a:spLocks noGrp="1"/>
          </p:cNvSpPr>
          <p:nvPr>
            <p:ph type="title"/>
          </p:nvPr>
        </p:nvSpPr>
        <p:spPr/>
        <p:txBody>
          <a:bodyPr/>
          <a:lstStyle/>
          <a:p>
            <a:r>
              <a:t>Hardware Datamodel (MTU Updates W-05-002)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Content Placeholder 2"/>
          <p:cNvSpPr>
            <a:spLocks noGrp="1"/>
          </p:cNvSpPr>
          <p:nvPr>
            <p:ph idx="1"/>
          </p:nvPr>
        </p:nvSpPr>
        <p:spPr/>
        <p:txBody>
          <a:bodyPr/>
          <a:lstStyle/>
          <a:p>
            <a:r>
              <a:t>● docs/HAS/PMR/03-architecture.md - MTU documentation</a:t>
            </a:r>
          </a:p>
          <a:p>
            <a:r>
              <a:t>● docs/HAS/PMR/04-addressing.md - HMAC addressing (W-04-004)</a:t>
            </a:r>
          </a:p>
          <a:p>
            <a:r>
              <a:t>● docs/HAS/PMR/05-packet-formats.md - Packet formats, MTU</a:t>
            </a:r>
          </a:p>
          <a:p>
            <a:r>
              <a:t>● docs/HAS/PMR/WORK.md - W-03-002, W-03-006 tracking</a:t>
            </a:r>
          </a:p>
        </p:txBody>
      </p:sp>
      <p:sp>
        <p:nvSpPr>
          <p:cNvPr id="4" name="Title 3"/>
          <p:cNvSpPr>
            <a:spLocks noGrp="1"/>
          </p:cNvSpPr>
          <p:nvPr>
            <p:ph type="title"/>
          </p:nvPr>
        </p:nvSpPr>
        <p:spPr/>
        <p:txBody>
          <a:bodyPr/>
          <a:lstStyle/>
          <a:p>
            <a:r>
              <a:t>HAS Documentation Updates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Datamodel Gaps and Spec Questions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Content Placeholder 2"/>
          <p:cNvSpPr>
            <a:spLocks noGrp="1"/>
          </p:cNvSpPr>
          <p:nvPr>
            <p:ph idx="1"/>
          </p:nvPr>
        </p:nvSpPr>
        <p:spPr/>
        <p:txBody>
          <a:bodyPr/>
          <a:lstStyle/>
          <a:p>
            <a:r>
              <a:t>○ D-001 [High]: PMR CSR definitions missing - Target: datamodel/hw/asics/pmr/csrs/*.rdl</a:t>
            </a:r>
          </a:p>
          <a:p>
            <a:r>
              <a:t>○ D-002 [Medium]: PMR block hierarchy YAML incomplete - Target: blocks.yaml</a:t>
            </a:r>
          </a:p>
          <a:p>
            <a:r>
              <a:t>○ D-003 [Medium]: PMR interface contracts missing - Target: views/contracts/pmr-*.puml</a:t>
            </a:r>
          </a:p>
        </p:txBody>
      </p:sp>
      <p:sp>
        <p:nvSpPr>
          <p:cNvPr id="4" name="Title 3"/>
          <p:cNvSpPr>
            <a:spLocks noGrp="1"/>
          </p:cNvSpPr>
          <p:nvPr>
            <p:ph type="title"/>
          </p:nvPr>
        </p:nvSpPr>
        <p:spPr/>
        <p:txBody>
          <a:bodyPr/>
          <a:lstStyle/>
          <a:p>
            <a:r>
              <a:t>Datamodel Gaps (D-001 to D-003)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Content Placeholder 2"/>
          <p:cNvSpPr>
            <a:spLocks noGrp="1"/>
          </p:cNvSpPr>
          <p:nvPr>
            <p:ph idx="1"/>
          </p:nvPr>
        </p:nvSpPr>
        <p:spPr/>
        <p:txBody>
          <a:bodyPr/>
          <a:lstStyle/>
          <a:p>
            <a:r>
              <a:t>○ Q1 [Medium]: Lightweight Interface Scope - What features reduced?</a:t>
            </a:r>
          </a:p>
          <a:p>
            <a:r>
              <a:t>○ Q2 [Medium]: Tag Table Sizing - Per-endpoint configurable?</a:t>
            </a:r>
          </a:p>
          <a:p>
            <a:r>
              <a:t>○ Q3 [Medium]: Multi-Packet Eager Messages - HW support?</a:t>
            </a:r>
          </a:p>
          <a:p>
            <a:r>
              <a:t>○ Q4 [Low]: RoCE Work Queue Implementation - Confirm SW-implemented</a:t>
            </a:r>
          </a:p>
        </p:txBody>
      </p:sp>
      <p:sp>
        <p:nvSpPr>
          <p:cNvPr id="4" name="Title 3"/>
          <p:cNvSpPr>
            <a:spLocks noGrp="1"/>
          </p:cNvSpPr>
          <p:nvPr>
            <p:ph type="title"/>
          </p:nvPr>
        </p:nvSpPr>
        <p:spPr/>
        <p:txBody>
          <a:bodyPr/>
          <a:lstStyle/>
          <a:p>
            <a:r>
              <a:t>Specification Questions (Q1-Q4)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Statistics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Content Placeholder 2"/>
          <p:cNvSpPr>
            <a:spLocks noGrp="1"/>
          </p:cNvSpPr>
          <p:nvPr>
            <p:ph idx="1"/>
          </p:nvPr>
        </p:nvSpPr>
        <p:spPr/>
        <p:txBody>
          <a:bodyPr/>
          <a:lstStyle/>
          <a:p>
            <a:r>
              <a:t>● Total Work Items: 114 (W-02 through W-20, plus D-001 to D-003, Q1-Q4)</a:t>
            </a:r>
          </a:p>
          <a:p>
            <a:r>
              <a:t>● Closed: 96 items (84%)</a:t>
            </a:r>
          </a:p>
          <a:p>
            <a:r>
              <a:t>● Open: 5 items (W-17, W-18, W-19, W-20, W-11-009)</a:t>
            </a:r>
          </a:p>
          <a:p>
            <a:r>
              <a:t>● Deferred: 13 items (W-06-001, W-09-010, W-10-007 to W-10-012, W-10-013, W-15)</a:t>
            </a:r>
          </a:p>
          <a:p>
            <a:r>
              <a:t>● Spec Update: 5 items (W-03-002, W-03-006, W-08-001, W-08-002, D-001 to D-003)</a:t>
            </a:r>
          </a:p>
          <a:p>
            <a:r>
              <a:t>● Cancelled: 1 item (W-12-006)</a:t>
            </a:r>
          </a:p>
          <a:p>
            <a:r>
              <a:t>● Investigation: 2 items (W-07-003, W-10-013)</a:t>
            </a:r>
          </a:p>
        </p:txBody>
      </p:sp>
      <p:sp>
        <p:nvSpPr>
          <p:cNvPr id="4" name="Title 3"/>
          <p:cNvSpPr>
            <a:spLocks noGrp="1"/>
          </p:cNvSpPr>
          <p:nvPr>
            <p:ph type="title"/>
          </p:nvPr>
        </p:nvSpPr>
        <p:spPr/>
        <p:txBody>
          <a:bodyPr/>
          <a:lstStyle/>
          <a:p>
            <a:r>
              <a:t>Final Counts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Content Placeholder 2"/>
          <p:cNvSpPr>
            <a:spLocks noGrp="1"/>
          </p:cNvSpPr>
          <p:nvPr>
            <p:ph idx="1"/>
          </p:nvPr>
        </p:nvSpPr>
        <p:spPr/>
        <p:txBody>
          <a:bodyPr/>
          <a:lstStyle/>
          <a:p>
            <a:r>
              <a:t>○ Complete W-19 (UFH Rules) - High priority architecture decision</a:t>
            </a:r>
          </a:p>
          <a:p>
            <a:r>
              <a:t>○ Complete W-20 (Link Negotiation) - Multi-protocol support</a:t>
            </a:r>
          </a:p>
          <a:p>
            <a:r>
              <a:t>○ Request IB Spec 2.0 from IBTA for W-11-009</a:t>
            </a:r>
          </a:p>
          <a:p>
            <a:r>
              <a:t>○ Obtain CN7000 Packet Taxonomy.ppt for W-15</a:t>
            </a:r>
          </a:p>
          <a:p>
            <a:r>
              <a:t>○ Address D-001 to D-003 datamodel gaps</a:t>
            </a:r>
          </a:p>
        </p:txBody>
      </p:sp>
      <p:sp>
        <p:nvSpPr>
          <p:cNvPr id="4" name="Title 3"/>
          <p:cNvSpPr>
            <a:spLocks noGrp="1"/>
          </p:cNvSpPr>
          <p:nvPr>
            <p:ph type="title"/>
          </p:nvPr>
        </p:nvSpPr>
        <p:spPr/>
        <p:txBody>
          <a:bodyPr/>
          <a:lstStyle/>
          <a:p>
            <a:r>
              <a:t>Next Steps</a:t>
            </a:r>
          </a:p>
        </p:txBody>
      </p:sp>
    </p:spTree>
  </p:cSld>
  <p:clrMapOvr>
    <a:masterClrMapping/>
  </p:clrMapOvr>
</p:sld>
</file>

<file path=ppt/theme/theme1.xml><?xml version="1.0" encoding="utf-8"?>
<a:theme xmlns:a="http://schemas.openxmlformats.org/drawingml/2006/main" name="5_Office Theme">
  <a:themeElements>
    <a:clrScheme name="New Cornelis Brand">
      <a:dk1>
        <a:srgbClr val="6400B9"/>
      </a:dk1>
      <a:lt1>
        <a:srgbClr val="FFFFFF"/>
      </a:lt1>
      <a:dk2>
        <a:srgbClr val="3D0070"/>
      </a:dk2>
      <a:lt2>
        <a:srgbClr val="991DFF"/>
      </a:lt2>
      <a:accent1>
        <a:srgbClr val="8B00FE"/>
      </a:accent1>
      <a:accent2>
        <a:srgbClr val="991DFF"/>
      </a:accent2>
      <a:accent3>
        <a:srgbClr val="AD53FD"/>
      </a:accent3>
      <a:accent4>
        <a:srgbClr val="35343C"/>
      </a:accent4>
      <a:accent5>
        <a:srgbClr val="4C4B57"/>
      </a:accent5>
      <a:accent6>
        <a:srgbClr val="9D9CAA"/>
      </a:accent6>
      <a:hlink>
        <a:srgbClr val="8B00FE"/>
      </a:hlink>
      <a:folHlink>
        <a:srgbClr val="6400B9"/>
      </a:folHlink>
    </a:clrScheme>
    <a:fontScheme name="Custom 2">
      <a:majorFont>
        <a:latin typeface="Saira Expanded SemiBold"/>
        <a:ea typeface=""/>
        <a:cs typeface=""/>
      </a:majorFont>
      <a:minorFont>
        <a:latin typeface="Saira"/>
        <a:ea typeface=""/>
        <a:cs typeface=""/>
      </a:minorFont>
    </a:fontScheme>
    <a:fmtScheme name="Inset">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a:bevelT w="101600" h="25400" prst="softRound"/>
            <a:contourClr>
              <a:schemeClr val="phClr">
                <a:shade val="3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tandard PPT Template_Light.potx" id="{21D915A3-CE6F-4140-A059-A795AC524F3F}" vid="{50EF0C8E-98F3-41D2-9A99-0785A9204938}"/>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8653227EFA3D144B4F9B06F007145E3" ma:contentTypeVersion="48" ma:contentTypeDescription="Create a new document." ma:contentTypeScope="" ma:versionID="be0164df2a005fa2d390aab7505fd57f">
  <xsd:schema xmlns:xsd="http://www.w3.org/2001/XMLSchema" xmlns:xs="http://www.w3.org/2001/XMLSchema" xmlns:p="http://schemas.microsoft.com/office/2006/metadata/properties" xmlns:ns1="http://schemas.microsoft.com/sharepoint/v3" xmlns:ns2="b49ca187-4f68-45e7-8077-dcf9b25b7285" xmlns:ns3="abc4e0d4-2e11-4d2b-931d-cb9fc30c6685" xmlns:ns4="http://schemas.microsoft.com/sharepoint.v3" targetNamespace="http://schemas.microsoft.com/office/2006/metadata/properties" ma:root="true" ma:fieldsID="de4414065ad7fea119e785c8e6a86210" ns1:_="" ns2:_="" ns3:_="" ns4:_="">
    <xsd:import namespace="http://schemas.microsoft.com/sharepoint/v3"/>
    <xsd:import namespace="b49ca187-4f68-45e7-8077-dcf9b25b7285"/>
    <xsd:import namespace="abc4e0d4-2e11-4d2b-931d-cb9fc30c6685"/>
    <xsd:import namespace="http://schemas.microsoft.com/sharepoint.v3"/>
    <xsd:element name="properties">
      <xsd:complexType>
        <xsd:sequence>
          <xsd:element name="documentManagement">
            <xsd:complexType>
              <xsd:all>
                <xsd:element ref="ns2:_dlc_DocId" minOccurs="0"/>
                <xsd:element ref="ns2:_dlc_DocIdUrl" minOccurs="0"/>
                <xsd:element ref="ns2:_dlc_DocIdPersistId" minOccurs="0"/>
                <xsd:element ref="ns1:PublishingStartDate" minOccurs="0"/>
                <xsd:element ref="ns1:PublishingExpirationDate" minOccurs="0"/>
                <xsd:element ref="ns2:TaxCatchAll" minOccurs="0"/>
                <xsd:element ref="ns2:SharedWithUsers" minOccurs="0"/>
                <xsd:element ref="ns2:SharedWithDetails" minOccurs="0"/>
                <xsd:element ref="ns3:MediaServiceObjectDetectorVersions" minOccurs="0"/>
                <xsd:element ref="ns3:lcf76f155ced4ddcb4097134ff3c332f" minOccurs="0"/>
                <xsd:element ref="ns3:MediaServiceSearchProperties" minOccurs="0"/>
                <xsd:element ref="ns3:MediaLengthInSeconds" minOccurs="0"/>
                <xsd:element ref="ns4:CategoryDescrip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11" nillable="true" ma:displayName="Scheduling Start Date" ma:description="Scheduling Start Date is a site column created by the Publishing feature. It is used to specify the date and time on which this page will first appear to site visitors." ma:internalName="PublishingStartDate">
      <xsd:simpleType>
        <xsd:restriction base="dms:Unknown"/>
      </xsd:simpleType>
    </xsd:element>
    <xsd:element name="PublishingExpirationDate" ma:index="12" nillable="true" ma:displayName="Scheduling End Date" ma:description="Scheduling End Date is a site column created by the Publishing feature. It is used to specify the date and time on which this page will no longer appear to site visitors."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49ca187-4f68-45e7-8077-dcf9b25b7285"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CatchAll" ma:index="13" nillable="true" ma:displayName="Taxonomy Catch All Column" ma:description="" ma:hidden="true" ma:list="{3094f560-c313-4005-8af5-6c328bc05426}" ma:internalName="TaxCatchAll" ma:showField="CatchAllData" ma:web="b49ca187-4f68-45e7-8077-dcf9b25b7285">
      <xsd:complexType>
        <xsd:complexContent>
          <xsd:extension base="dms:MultiChoiceLookup">
            <xsd:sequence>
              <xsd:element name="Value" type="dms:Lookup" maxOccurs="unbounded" minOccurs="0" nillable="true"/>
            </xsd:sequence>
          </xsd:extension>
        </xsd:complexContent>
      </xsd:complexType>
    </xsd:element>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bc4e0d4-2e11-4d2b-931d-cb9fc30c6685" elementFormDefault="qualified">
    <xsd:import namespace="http://schemas.microsoft.com/office/2006/documentManagement/types"/>
    <xsd:import namespace="http://schemas.microsoft.com/office/infopath/2007/PartnerControls"/>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84451702-ee48-4fb3-a7d0-1fc691b5406b" ma:termSetId="09814cd3-568e-fe90-9814-8d621ff8fb84" ma:anchorId="fba54fb3-c3e1-fe81-a776-ca4b69148c4d" ma:open="true" ma:isKeyword="false">
      <xsd:complexType>
        <xsd:sequence>
          <xsd:element ref="pc:Terms" minOccurs="0" maxOccurs="1"/>
        </xsd:sequence>
      </xsd:complex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CategoryDescription" ma:index="21" nillable="true" ma:displayName="Description" ma:internalName="CategoryDescription">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CategoryDescription xmlns="http://schemas.microsoft.com/sharepoint.v3" xsi:nil="true"/>
    <lcf76f155ced4ddcb4097134ff3c332f xmlns="abc4e0d4-2e11-4d2b-931d-cb9fc30c6685">
      <Terms xmlns="http://schemas.microsoft.com/office/infopath/2007/PartnerControls"/>
    </lcf76f155ced4ddcb4097134ff3c332f>
    <PublishingExpirationDate xmlns="http://schemas.microsoft.com/sharepoint/v3" xsi:nil="true"/>
    <PublishingStartDate xmlns="http://schemas.microsoft.com/sharepoint/v3" xsi:nil="true"/>
    <TaxCatchAll xmlns="b49ca187-4f68-45e7-8077-dcf9b25b7285" xsi:nil="true"/>
  </documentManagement>
</p:properties>
</file>

<file path=customXml/item3.xml><?xml version="1.0" encoding="utf-8"?>
<?mso-contentType ?>
<spe:Receivers xmlns:spe="http://schemas.microsoft.com/sharepoint/event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270A200-2018-40F2-ACF4-1EDCA097A9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49ca187-4f68-45e7-8077-dcf9b25b7285"/>
    <ds:schemaRef ds:uri="abc4e0d4-2e11-4d2b-931d-cb9fc30c6685"/>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9DE1FF4-E276-452C-ACA1-58825830DA33}">
  <ds:schemaRefs>
    <ds:schemaRef ds:uri="http://schemas.microsoft.com/office/2006/metadata/properties"/>
    <ds:schemaRef ds:uri="http://schemas.microsoft.com/sharepoint.v3"/>
    <ds:schemaRef ds:uri="http://purl.org/dc/dcmitype/"/>
    <ds:schemaRef ds:uri="http://schemas.microsoft.com/office/infopath/2007/PartnerControls"/>
    <ds:schemaRef ds:uri="http://purl.org/dc/terms/"/>
    <ds:schemaRef ds:uri="http://schemas.microsoft.com/sharepoint/v3"/>
    <ds:schemaRef ds:uri="http://schemas.openxmlformats.org/package/2006/metadata/core-properties"/>
    <ds:schemaRef ds:uri="http://schemas.microsoft.com/office/2006/documentManagement/types"/>
    <ds:schemaRef ds:uri="http://www.w3.org/XML/1998/namespace"/>
    <ds:schemaRef ds:uri="abc4e0d4-2e11-4d2b-931d-cb9fc30c6685"/>
    <ds:schemaRef ds:uri="b49ca187-4f68-45e7-8077-dcf9b25b7285"/>
    <ds:schemaRef ds:uri="http://purl.org/dc/elements/1.1/"/>
  </ds:schemaRefs>
</ds:datastoreItem>
</file>

<file path=customXml/itemProps3.xml><?xml version="1.0" encoding="utf-8"?>
<ds:datastoreItem xmlns:ds="http://schemas.openxmlformats.org/officeDocument/2006/customXml" ds:itemID="{17F5674D-189E-4E26-AFF9-F8FA6DBD4AA8}">
  <ds:schemaRefs>
    <ds:schemaRef ds:uri="http://schemas.microsoft.com/sharepoint/events"/>
  </ds:schemaRefs>
</ds:datastoreItem>
</file>

<file path=customXml/itemProps4.xml><?xml version="1.0" encoding="utf-8"?>
<ds:datastoreItem xmlns:ds="http://schemas.openxmlformats.org/officeDocument/2006/customXml" ds:itemID="{E917AFFD-C253-4487-B83A-AAD30D5C05F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27935</TotalTime>
  <Words>536</Words>
  <Application>Microsoft Office PowerPoint</Application>
  <PresentationFormat>Widescreen</PresentationFormat>
  <Paragraphs>15</Paragraphs>
  <Slides>5</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vt:i4>
      </vt:variant>
    </vt:vector>
  </HeadingPairs>
  <TitlesOfParts>
    <vt:vector size="15" baseType="lpstr">
      <vt:lpstr>Aptos Black</vt:lpstr>
      <vt:lpstr>Arial</vt:lpstr>
      <vt:lpstr>Arial Narrow</vt:lpstr>
      <vt:lpstr>Calibri</vt:lpstr>
      <vt:lpstr>Poppins</vt:lpstr>
      <vt:lpstr>Poppins Medium</vt:lpstr>
      <vt:lpstr>Saira</vt:lpstr>
      <vt:lpstr>Saira Expanded SemiBold</vt:lpstr>
      <vt:lpstr>Symbol</vt:lpstr>
      <vt:lpstr>5_Office Theme</vt:lpstr>
      <vt:lpstr>Title</vt:lpstr>
      <vt:lpstr>Notices and Disclaimers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Ben Heng</dc:creator>
  <cp:lastModifiedBy>Schupper, Lisa L</cp:lastModifiedBy>
  <cp:revision>23</cp:revision>
  <dcterms:created xsi:type="dcterms:W3CDTF">2022-07-08T21:47:39Z</dcterms:created>
  <dcterms:modified xsi:type="dcterms:W3CDTF">2025-12-07T21:25:21Z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0x010100C8653227EFA3D144B4F9B06F007145E3</vt:lpwstr>
  </property>
  <property fmtid="{D5CDD505-2E9C-101B-9397-08002B2CF9AE}" pid="3" name="MediaServiceImageTags">
    <vt:lpwstr/>
  </property>
  <property fmtid="{D5CDD505-2E9C-101B-9397-08002B2CF9AE}" pid="4" name="b5c8439c0f5046928b7a6c406acb4c25">
    <vt:lpwstr/>
  </property>
  <property fmtid="{D5CDD505-2E9C-101B-9397-08002B2CF9AE}" pid="5" name="RefLibPTIDepartmentName">
    <vt:lpwstr/>
  </property>
  <property fmtid="{D5CDD505-2E9C-101B-9397-08002B2CF9AE}" pid="6" name="db0e9dfb34a048389a6f815dbdf60112">
    <vt:lpwstr/>
  </property>
  <property fmtid="{D5CDD505-2E9C-101B-9397-08002B2CF9AE}" pid="7" name="o6c0f2e36b054cee9d63e58c076b3545">
    <vt:lpwstr/>
  </property>
  <property fmtid="{D5CDD505-2E9C-101B-9397-08002B2CF9AE}" pid="8" name="RefLibPTIContentType">
    <vt:lpwstr/>
  </property>
  <property fmtid="{D5CDD505-2E9C-101B-9397-08002B2CF9AE}" pid="9" name="RefLibPTIPPCName">
    <vt:lpwstr/>
  </property>
</Properties>
</file>